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0.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2.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3.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4.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6.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7.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8.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9.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3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1.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32.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33.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34.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5.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sldIdLst>
    <p:sldId id="4197" r:id="rId5"/>
    <p:sldId id="262" r:id="rId6"/>
    <p:sldId id="3525" r:id="rId7"/>
    <p:sldId id="256" r:id="rId8"/>
    <p:sldId id="3531" r:id="rId9"/>
    <p:sldId id="3532" r:id="rId10"/>
    <p:sldId id="4429" r:id="rId11"/>
    <p:sldId id="4323" r:id="rId12"/>
    <p:sldId id="4341" r:id="rId13"/>
    <p:sldId id="4345" r:id="rId14"/>
    <p:sldId id="4427" r:id="rId15"/>
    <p:sldId id="4423" r:id="rId16"/>
    <p:sldId id="4490" r:id="rId17"/>
    <p:sldId id="4491" r:id="rId18"/>
    <p:sldId id="4354" r:id="rId19"/>
    <p:sldId id="4489" r:id="rId20"/>
    <p:sldId id="1795" r:id="rId21"/>
    <p:sldId id="1796" r:id="rId22"/>
    <p:sldId id="1797" r:id="rId23"/>
    <p:sldId id="1800" r:id="rId24"/>
    <p:sldId id="4342" r:id="rId25"/>
    <p:sldId id="4324" r:id="rId26"/>
    <p:sldId id="4370" r:id="rId27"/>
    <p:sldId id="4371" r:id="rId28"/>
    <p:sldId id="4372" r:id="rId29"/>
    <p:sldId id="4373" r:id="rId30"/>
    <p:sldId id="4343" r:id="rId31"/>
    <p:sldId id="4432" r:id="rId32"/>
    <p:sldId id="4492" r:id="rId33"/>
    <p:sldId id="4433" r:id="rId34"/>
    <p:sldId id="4487" r:id="rId35"/>
    <p:sldId id="4344" r:id="rId36"/>
    <p:sldId id="4098" r:id="rId37"/>
    <p:sldId id="4383" r:id="rId38"/>
    <p:sldId id="4430" r:id="rId39"/>
    <p:sldId id="4482" r:id="rId40"/>
    <p:sldId id="4488" r:id="rId41"/>
    <p:sldId id="30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6FF88613-56E6-4C5B-90C0-29E50814AAC3}">
          <p14:sldIdLst>
            <p14:sldId id="4197"/>
            <p14:sldId id="262"/>
            <p14:sldId id="3525"/>
            <p14:sldId id="256"/>
            <p14:sldId id="3531"/>
            <p14:sldId id="3532"/>
            <p14:sldId id="4429"/>
            <p14:sldId id="4323"/>
            <p14:sldId id="4341"/>
            <p14:sldId id="4345"/>
            <p14:sldId id="4427"/>
            <p14:sldId id="4423"/>
            <p14:sldId id="4490"/>
            <p14:sldId id="4491"/>
            <p14:sldId id="4354"/>
            <p14:sldId id="4489"/>
          </p14:sldIdLst>
        </p14:section>
        <p14:section name="Section 1" id="{40AEED7D-7153-4687-9FD5-B7E9365D0D81}">
          <p14:sldIdLst>
            <p14:sldId id="1795"/>
            <p14:sldId id="1796"/>
            <p14:sldId id="1797"/>
            <p14:sldId id="1800"/>
            <p14:sldId id="4342"/>
            <p14:sldId id="4324"/>
            <p14:sldId id="4370"/>
            <p14:sldId id="4371"/>
            <p14:sldId id="4372"/>
            <p14:sldId id="4373"/>
            <p14:sldId id="4343"/>
            <p14:sldId id="4432"/>
            <p14:sldId id="4492"/>
            <p14:sldId id="4433"/>
            <p14:sldId id="4487"/>
            <p14:sldId id="4344"/>
            <p14:sldId id="4098"/>
            <p14:sldId id="4383"/>
            <p14:sldId id="4430"/>
            <p14:sldId id="4482"/>
            <p14:sldId id="4488"/>
            <p14:sldId id="30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28" userDrawn="1">
          <p15:clr>
            <a:srgbClr val="A4A3A4"/>
          </p15:clr>
        </p15:guide>
        <p15:guide id="4" pos="71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6D11"/>
    <a:srgbClr val="8FD89A"/>
    <a:srgbClr val="BFE8C2"/>
    <a:srgbClr val="F2F2F2"/>
    <a:srgbClr val="A8CC7A"/>
    <a:srgbClr val="97C459"/>
    <a:srgbClr val="639922"/>
    <a:srgbClr val="8BBF5A"/>
    <a:srgbClr val="C0DD97"/>
    <a:srgbClr val="1A3D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DA5C84-DF8E-4688-8DE4-F1A92A2BA741}" v="1" dt="2026-05-14T12:01:40.0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45" autoAdjust="0"/>
    <p:restoredTop sz="79092" autoAdjust="0"/>
  </p:normalViewPr>
  <p:slideViewPr>
    <p:cSldViewPr snapToGrid="0" showGuides="1">
      <p:cViewPr varScale="1">
        <p:scale>
          <a:sx n="62" d="100"/>
          <a:sy n="62" d="100"/>
        </p:scale>
        <p:origin x="1272" y="48"/>
      </p:cViewPr>
      <p:guideLst>
        <p:guide orient="horz" pos="2160"/>
        <p:guide pos="3840"/>
        <p:guide pos="528"/>
        <p:guide pos="7152"/>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0"/>
          <c:showBubbleSize val="0"/>
          <c:showLeaderLines val="0"/>
        </c:dLbls>
      </c:pie3DChart>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noFill/>
    <a:ln w="9525" cap="flat" cmpd="sng" algn="ctr">
      <a:noFill/>
      <a:round/>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0"/>
          <c:showBubbleSize val="0"/>
          <c:showLeaderLines val="0"/>
        </c:dLbls>
      </c:pie3DChart>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noFill/>
    <a:ln w="9525" cap="flat" cmpd="sng" algn="ctr">
      <a:noFill/>
      <a:round/>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0"/>
          <c:showBubbleSize val="0"/>
          <c:showLeaderLines val="0"/>
        </c:dLbls>
      </c:pie3DChart>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noFill/>
    <a:ln w="9525" cap="flat" cmpd="sng" algn="ctr">
      <a:noFill/>
      <a:round/>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0"/>
          <c:showBubbleSize val="0"/>
          <c:showLeaderLines val="0"/>
        </c:dLbls>
      </c:pie3DChart>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noFill/>
    <a:ln w="9525" cap="flat" cmpd="sng" algn="ctr">
      <a:noFill/>
      <a:round/>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b="1" dirty="0" err="1">
                <a:solidFill>
                  <a:schemeClr val="tx1"/>
                </a:solidFill>
                <a:latin typeface="Times New Roman" panose="02020603050405020304" pitchFamily="18" charset="0"/>
                <a:cs typeface="Times New Roman" panose="02020603050405020304" pitchFamily="18" charset="0"/>
              </a:rPr>
              <a:t>spaCy</a:t>
            </a:r>
            <a:r>
              <a:rPr lang="en-US" b="1" dirty="0">
                <a:solidFill>
                  <a:schemeClr val="tx1"/>
                </a:solidFill>
                <a:latin typeface="Times New Roman" panose="02020603050405020304" pitchFamily="18" charset="0"/>
                <a:cs typeface="Times New Roman" panose="02020603050405020304" pitchFamily="18" charset="0"/>
              </a:rPr>
              <a:t> / </a:t>
            </a:r>
            <a:r>
              <a:rPr lang="en-US" b="1" dirty="0" err="1">
                <a:solidFill>
                  <a:schemeClr val="tx1"/>
                </a:solidFill>
                <a:latin typeface="Times New Roman" panose="02020603050405020304" pitchFamily="18" charset="0"/>
                <a:cs typeface="Times New Roman" panose="02020603050405020304" pitchFamily="18" charset="0"/>
              </a:rPr>
              <a:t>Régles</a:t>
            </a:r>
            <a:endParaRPr lang="en-US" b="1" dirty="0">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24707762752482029"/>
          <c:y val="0.1119006998859869"/>
          <c:w val="0.52758387538514206"/>
          <c:h val="0.78687421774225974"/>
        </c:manualLayout>
      </c:layout>
      <c:doughnutChart>
        <c:varyColors val="1"/>
        <c:ser>
          <c:idx val="0"/>
          <c:order val="0"/>
          <c:tx>
            <c:strRef>
              <c:f>Feuil1!$B$1</c:f>
              <c:strCache>
                <c:ptCount val="1"/>
                <c:pt idx="0">
                  <c:v>spaCy / Régles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C42-48B0-B4AF-3D40FA743A3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C42-48B0-B4AF-3D40FA743A3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C42-48B0-B4AF-3D40FA743A3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C42-48B0-B4AF-3D40FA743A3F}"/>
              </c:ext>
            </c:extLst>
          </c:dPt>
          <c:cat>
            <c:strRef>
              <c:f>Feuil1!$A$2:$A$5</c:f>
              <c:strCache>
                <c:ptCount val="3"/>
                <c:pt idx="0">
                  <c:v>Email</c:v>
                </c:pt>
                <c:pt idx="1">
                  <c:v>Téléphone</c:v>
                </c:pt>
                <c:pt idx="2">
                  <c:v>Nom complet </c:v>
                </c:pt>
              </c:strCache>
            </c:strRef>
          </c:cat>
          <c:val>
            <c:numRef>
              <c:f>Feuil1!$B$2:$B$5</c:f>
              <c:numCache>
                <c:formatCode>General</c:formatCode>
                <c:ptCount val="4"/>
                <c:pt idx="0">
                  <c:v>1</c:v>
                </c:pt>
                <c:pt idx="1">
                  <c:v>0</c:v>
                </c:pt>
                <c:pt idx="2">
                  <c:v>0.6</c:v>
                </c:pt>
              </c:numCache>
            </c:numRef>
          </c:val>
          <c:extLst>
            <c:ext xmlns:c16="http://schemas.microsoft.com/office/drawing/2014/chart" uri="{C3380CC4-5D6E-409C-BE32-E72D297353CC}">
              <c16:uniqueId val="{00000008-DC42-48B0-B4AF-3D40FA743A3F}"/>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0"/>
          <c:showBubbleSize val="0"/>
          <c:showLeaderLines val="0"/>
        </c:dLbls>
      </c:pie3DChart>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fr-FR"/>
        </a:p>
      </c:txPr>
    </c:legend>
    <c:plotVisOnly val="1"/>
    <c:dispBlanksAs val="gap"/>
    <c:showDLblsOverMax val="0"/>
  </c:chart>
  <c:spPr>
    <a:noFill/>
    <a:ln w="9525" cap="flat" cmpd="sng" algn="ctr">
      <a:noFill/>
      <a:round/>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custScaleX="97551">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custLinFactNeighborY="4072">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custScaleX="97551">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custLinFactNeighborY="4072">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dirty="0">
              <a:solidFill>
                <a:schemeClr val="bg1"/>
              </a:solidFill>
              <a:latin typeface="Times New Roman" panose="02020603050405020304" pitchFamily="18" charset="0"/>
              <a:cs typeface="Times New Roman" panose="02020603050405020304" pitchFamily="18" charset="0"/>
            </a:rPr>
            <a:t> </a:t>
          </a:r>
          <a:r>
            <a:rPr lang="fr-FR" sz="1600" b="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custScaleX="97551">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custLinFactNeighborY="4072">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19" minVer="http://schemas.openxmlformats.org/drawingml/2006/diagram"/>
    </a:ext>
    <a:ext uri="{C62137D5-CB1D-491B-B009-E17868A290BF}">
      <dgm14:recolorImg xmlns:dgm14="http://schemas.microsoft.com/office/drawing/2010/diagram" val="1"/>
    </a:ext>
  </dgm:extLst>
</dgm:dataModel>
</file>

<file path=ppt/diagrams/data15.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dirty="0">
              <a:solidFill>
                <a:schemeClr val="bg1"/>
              </a:solidFill>
              <a:latin typeface="Times New Roman" panose="02020603050405020304" pitchFamily="18" charset="0"/>
              <a:cs typeface="Times New Roman" panose="02020603050405020304" pitchFamily="18" charset="0"/>
            </a:rPr>
            <a:t> </a:t>
          </a:r>
          <a:r>
            <a:rPr lang="fr-FR" sz="1600" b="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custScaleX="97551">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custLinFactNeighborY="4072">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20"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dirty="0">
              <a:solidFill>
                <a:schemeClr val="bg1"/>
              </a:solidFill>
              <a:latin typeface="Times New Roman" panose="02020603050405020304" pitchFamily="18" charset="0"/>
              <a:cs typeface="Times New Roman" panose="02020603050405020304" pitchFamily="18" charset="0"/>
            </a:rPr>
            <a:t> </a:t>
          </a:r>
          <a:r>
            <a:rPr lang="fr-FR" sz="1600" b="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custScaleX="97551">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custLinFactNeighborY="4072">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20" minVer="http://schemas.openxmlformats.org/drawingml/2006/diagram"/>
    </a:ext>
    <a:ext uri="{C62137D5-CB1D-491B-B009-E17868A290BF}">
      <dgm14:recolorImg xmlns:dgm14="http://schemas.microsoft.com/office/drawing/2010/diagram" val="1"/>
    </a:ext>
  </dgm:extLst>
</dgm:dataModel>
</file>

<file path=ppt/diagrams/data17.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dirty="0">
              <a:solidFill>
                <a:schemeClr val="bg1"/>
              </a:solidFill>
              <a:latin typeface="Times New Roman" panose="02020603050405020304" pitchFamily="18" charset="0"/>
              <a:cs typeface="Times New Roman" panose="02020603050405020304" pitchFamily="18" charset="0"/>
            </a:rPr>
            <a:t> </a:t>
          </a:r>
          <a:r>
            <a:rPr lang="fr-FR" sz="1600" b="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75000"/>
          </a:schemeClr>
        </a:solidFill>
        <a:ln>
          <a:solidFill>
            <a:schemeClr val="accent1">
              <a:lumMod val="75000"/>
            </a:schemeClr>
          </a:solidFill>
        </a:ln>
      </dgm:spPr>
      <dgm:t>
        <a:bodyPr/>
        <a:lstStyle/>
        <a:p>
          <a:r>
            <a:rPr lang="fr-FR" sz="1800" b="1"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custScaleX="97551">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custLinFactNeighborY="4072">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22" minVer="http://schemas.openxmlformats.org/drawingml/2006/diagram"/>
    </a:ext>
    <a:ext uri="{C62137D5-CB1D-491B-B009-E17868A290BF}">
      <dgm14:recolorImg xmlns:dgm14="http://schemas.microsoft.com/office/drawing/2010/diagram" val="1"/>
    </a:ext>
  </dgm:extLst>
</dgm:dataModel>
</file>

<file path=ppt/diagrams/data18.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75000"/>
          </a:schemeClr>
        </a:solidFill>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9.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75000"/>
          </a:schemeClr>
        </a:solidFill>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0.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75000"/>
          </a:schemeClr>
        </a:solidFill>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1.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75000"/>
          </a:schemeClr>
        </a:solidFill>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22.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75000"/>
          </a:schemeClr>
        </a:solidFill>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23.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75000"/>
          </a:schemeClr>
        </a:solidFill>
        <a:ln>
          <a:solidFill>
            <a:schemeClr val="accent1">
              <a:lumMod val="75000"/>
            </a:schemeClr>
          </a:solidFill>
        </a:ln>
      </dgm:spPr>
      <dgm:t>
        <a:bodyPr/>
        <a:lstStyle/>
        <a:p>
          <a:r>
            <a:rPr lang="en-US" sz="1800" b="1" dirty="0" err="1">
              <a:solidFill>
                <a:schemeClr val="tx1">
                  <a:lumMod val="95000"/>
                  <a:lumOff val="5000"/>
                </a:schemeClr>
              </a:solidFill>
              <a:latin typeface="Times New Roman" panose="02020603050405020304" pitchFamily="18" charset="0"/>
              <a:ea typeface="ADLaM Display"/>
              <a:cs typeface="Times New Roman" panose="02020603050405020304" pitchFamily="18" charset="0"/>
            </a:rPr>
            <a:t>Réalisation</a:t>
          </a:r>
          <a:endParaRPr lang="en-US" sz="14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custLinFactNeighborY="-3000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4.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75000"/>
          </a:schemeClr>
        </a:solidFill>
        <a:ln>
          <a:solidFill>
            <a:schemeClr val="accent1">
              <a:lumMod val="75000"/>
            </a:schemeClr>
          </a:solidFill>
        </a:ln>
      </dgm:spPr>
      <dgm:t>
        <a:bodyPr/>
        <a:lstStyle/>
        <a:p>
          <a:r>
            <a:rPr lang="en-US" sz="1800" b="1" dirty="0" err="1">
              <a:solidFill>
                <a:schemeClr val="tx1">
                  <a:lumMod val="95000"/>
                  <a:lumOff val="5000"/>
                </a:schemeClr>
              </a:solidFill>
              <a:latin typeface="Times New Roman" panose="02020603050405020304" pitchFamily="18" charset="0"/>
              <a:ea typeface="ADLaM Display"/>
              <a:cs typeface="Times New Roman" panose="02020603050405020304" pitchFamily="18" charset="0"/>
            </a:rPr>
            <a:t>Réalisation</a:t>
          </a:r>
          <a:endParaRPr lang="en-US" sz="14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custLinFactNeighborY="-3000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5.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75000"/>
          </a:schemeClr>
        </a:solidFill>
        <a:ln>
          <a:solidFill>
            <a:schemeClr val="accent1">
              <a:lumMod val="75000"/>
            </a:schemeClr>
          </a:solidFill>
        </a:ln>
      </dgm:spPr>
      <dgm:t>
        <a:bodyPr/>
        <a:lstStyle/>
        <a:p>
          <a:r>
            <a:rPr lang="en-US" sz="1800" b="1" dirty="0" err="1">
              <a:solidFill>
                <a:schemeClr val="tx1">
                  <a:lumMod val="95000"/>
                  <a:lumOff val="5000"/>
                </a:schemeClr>
              </a:solidFill>
              <a:latin typeface="Times New Roman" panose="02020603050405020304" pitchFamily="18" charset="0"/>
              <a:ea typeface="ADLaM Display"/>
              <a:cs typeface="Times New Roman" panose="02020603050405020304" pitchFamily="18" charset="0"/>
            </a:rPr>
            <a:t>Réalisation</a:t>
          </a:r>
          <a:endParaRPr lang="en-US" sz="14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custLinFactNeighborY="-3000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6.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Lst>
  <dgm:cxnLst>
    <dgm:cxn modelId="{E4E54220-07B2-409B-A94E-3B4E3E3D212C}" type="presOf" srcId="{7A1315E5-6BD1-4266-A09A-7B68883CACEA}" destId="{9E5240F1-3AF0-48E2-8BF5-01F2559BC69C}" srcOrd="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7.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a:ln>
          <a:solidFill>
            <a:schemeClr val="accent1">
              <a:lumMod val="40000"/>
              <a:lumOff val="60000"/>
            </a:schemeClr>
          </a:solidFill>
        </a:ln>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75000"/>
          </a:schemeClr>
        </a:solidFill>
        <a:ln>
          <a:solidFill>
            <a:schemeClr val="accent1">
              <a:lumMod val="75000"/>
            </a:schemeClr>
          </a:solidFill>
        </a:ln>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8.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a:ln>
          <a:solidFill>
            <a:schemeClr val="accent1">
              <a:lumMod val="40000"/>
              <a:lumOff val="60000"/>
            </a:schemeClr>
          </a:solidFill>
        </a:ln>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75000"/>
          </a:schemeClr>
        </a:solidFill>
        <a:ln>
          <a:solidFill>
            <a:schemeClr val="accent1">
              <a:lumMod val="75000"/>
            </a:schemeClr>
          </a:solidFill>
        </a:ln>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9.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a:ln>
          <a:solidFill>
            <a:schemeClr val="accent1">
              <a:lumMod val="40000"/>
              <a:lumOff val="60000"/>
            </a:schemeClr>
          </a:solidFill>
        </a:ln>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75000"/>
          </a:schemeClr>
        </a:solidFill>
        <a:ln>
          <a:solidFill>
            <a:schemeClr val="accent1">
              <a:lumMod val="75000"/>
            </a:schemeClr>
          </a:solidFill>
        </a:ln>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0.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a:ln>
          <a:solidFill>
            <a:schemeClr val="accent1">
              <a:lumMod val="40000"/>
              <a:lumOff val="60000"/>
            </a:schemeClr>
          </a:solidFill>
        </a:ln>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75000"/>
          </a:schemeClr>
        </a:solidFill>
        <a:ln>
          <a:solidFill>
            <a:schemeClr val="accent1">
              <a:lumMod val="75000"/>
            </a:schemeClr>
          </a:solidFill>
        </a:ln>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1.xml><?xml version="1.0" encoding="utf-8"?>
<dgm:dataModel xmlns:dgm="http://schemas.openxmlformats.org/drawingml/2006/diagram" xmlns:a="http://schemas.openxmlformats.org/drawingml/2006/main">
  <dgm:ptLst>
    <dgm:pt modelId="{7A1315E5-6BD1-4266-A09A-7B68883CACE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8AA4C3F7-B67D-408B-B2D7-E3C15AAAE866}">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A3A32D-DF3E-454C-A4B8-1985542025B7}" type="sibTrans" cxnId="{6F232AD0-B372-4E1C-9E88-CB8F3438EAC2}">
      <dgm:prSet/>
      <dgm:spPr/>
      <dgm:t>
        <a:bodyPr/>
        <a:lstStyle/>
        <a:p>
          <a:endParaRPr lang="fr-FR"/>
        </a:p>
      </dgm:t>
    </dgm:pt>
    <dgm:pt modelId="{1249401C-CFFD-48FD-8D7E-90F97C1E60BE}" type="parTrans" cxnId="{6F232AD0-B372-4E1C-9E88-CB8F3438EAC2}">
      <dgm:prSet/>
      <dgm:spPr/>
      <dgm:t>
        <a:bodyPr/>
        <a:lstStyle/>
        <a:p>
          <a:endParaRPr lang="fr-FR"/>
        </a:p>
      </dgm:t>
    </dgm:pt>
    <dgm:pt modelId="{D66AAEDC-1D3F-4A48-96A3-EC3922F917E0}">
      <dgm:prSet phldrT="[Texte]" custT="1"/>
      <dgm:spPr>
        <a:solidFill>
          <a:schemeClr val="accent1">
            <a:lumMod val="40000"/>
            <a:lumOff val="60000"/>
          </a:schemeClr>
        </a:solidFill>
        <a:ln>
          <a:solidFill>
            <a:schemeClr val="accent1">
              <a:lumMod val="40000"/>
              <a:lumOff val="60000"/>
            </a:schemeClr>
          </a:solidFill>
        </a:ln>
      </dgm:spPr>
      <dgm:t>
        <a:bodyPr/>
        <a:lstStyle/>
        <a:p>
          <a:r>
            <a:rPr lang="fr-FR" sz="1600" b="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D0E791D1-2CC9-4D81-80B6-104A65D0EACC}" type="parTrans" cxnId="{9084E30E-CCAB-42C3-A519-C037420CCDB0}">
      <dgm:prSet/>
      <dgm:spPr/>
      <dgm:t>
        <a:bodyPr/>
        <a:lstStyle/>
        <a:p>
          <a:endParaRPr lang="en-US"/>
        </a:p>
      </dgm:t>
    </dgm:pt>
    <dgm:pt modelId="{5C9F5AD1-1C1D-4254-BF00-8EAC4F99629D}" type="sibTrans" cxnId="{9084E30E-CCAB-42C3-A519-C037420CCDB0}">
      <dgm:prSet/>
      <dgm:spPr/>
      <dgm:t>
        <a:bodyPr/>
        <a:lstStyle/>
        <a:p>
          <a:endParaRPr lang="en-US"/>
        </a:p>
      </dgm:t>
    </dgm:pt>
    <dgm:pt modelId="{5AF32B2A-F4C5-4135-8EF9-643F07D3ED40}">
      <dgm:prSet phldrT="[Texte]" custT="1"/>
      <dgm:spPr>
        <a:solidFill>
          <a:schemeClr val="accent1">
            <a:lumMod val="40000"/>
            <a:lumOff val="60000"/>
          </a:schemeClr>
        </a:solidFill>
      </dgm:spPr>
      <dgm:t>
        <a:bodyPr/>
        <a:lstStyle/>
        <a:p>
          <a:r>
            <a:rPr lang="fr-FR" sz="1600" b="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6A52043B-7A2B-4C7F-A54A-439D8F231BCD}" type="parTrans" cxnId="{D7FFF69D-4BE4-4EEE-9827-48626220B0E0}">
      <dgm:prSet/>
      <dgm:spPr/>
      <dgm:t>
        <a:bodyPr/>
        <a:lstStyle/>
        <a:p>
          <a:endParaRPr lang="en-US"/>
        </a:p>
      </dgm:t>
    </dgm:pt>
    <dgm:pt modelId="{4E8FB7F6-3763-43EF-879F-C41437C6010F}" type="sibTrans" cxnId="{D7FFF69D-4BE4-4EEE-9827-48626220B0E0}">
      <dgm:prSet/>
      <dgm:spPr/>
      <dgm:t>
        <a:bodyPr/>
        <a:lstStyle/>
        <a:p>
          <a:endParaRPr lang="en-US"/>
        </a:p>
      </dgm:t>
    </dgm:pt>
    <dgm:pt modelId="{D02962F5-05A6-468C-8522-826B00E743B8}">
      <dgm:prSet phldrT="[Texte]" custT="1"/>
      <dgm:spPr>
        <a:solidFill>
          <a:schemeClr val="accent1">
            <a:lumMod val="40000"/>
            <a:lumOff val="60000"/>
          </a:schemeClr>
        </a:solidFill>
        <a:ln>
          <a:solidFill>
            <a:schemeClr val="accent1">
              <a:lumMod val="40000"/>
              <a:lumOff val="60000"/>
            </a:schemeClr>
          </a:solidFill>
        </a:ln>
      </dgm:spPr>
      <dgm:t>
        <a:bodyPr/>
        <a:lstStyle/>
        <a:p>
          <a:r>
            <a:rPr lang="en-US" sz="1600" b="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noProof="0" dirty="0">
            <a:solidFill>
              <a:schemeClr val="bg1">
                <a:lumMod val="50000"/>
              </a:schemeClr>
            </a:solidFill>
            <a:latin typeface="Times New Roman" panose="02020603050405020304" pitchFamily="18" charset="0"/>
            <a:cs typeface="Times New Roman" panose="02020603050405020304" pitchFamily="18" charset="0"/>
          </a:endParaRPr>
        </a:p>
      </dgm:t>
    </dgm:pt>
    <dgm:pt modelId="{21C106C0-EC60-4484-B861-BE17FCFAF165}" type="parTrans" cxnId="{5858CF56-44D8-417D-AB25-59D2D7A8F5CF}">
      <dgm:prSet/>
      <dgm:spPr/>
      <dgm:t>
        <a:bodyPr/>
        <a:lstStyle/>
        <a:p>
          <a:endParaRPr lang="en-US"/>
        </a:p>
      </dgm:t>
    </dgm:pt>
    <dgm:pt modelId="{6DC87F5D-C550-492B-8BCF-B32A2BCD8071}" type="sibTrans" cxnId="{5858CF56-44D8-417D-AB25-59D2D7A8F5CF}">
      <dgm:prSet/>
      <dgm:spPr/>
      <dgm:t>
        <a:bodyPr/>
        <a:lstStyle/>
        <a:p>
          <a:endParaRPr lang="en-US"/>
        </a:p>
      </dgm:t>
    </dgm:pt>
    <dgm:pt modelId="{E0BC98EE-594C-403B-A2CB-E2D1CED8BABE}">
      <dgm:prSet phldrT="[Texte]" custT="1"/>
      <dgm:spPr>
        <a:solidFill>
          <a:schemeClr val="accent1">
            <a:lumMod val="75000"/>
          </a:schemeClr>
        </a:solidFill>
        <a:ln>
          <a:solidFill>
            <a:schemeClr val="accent1">
              <a:lumMod val="75000"/>
            </a:schemeClr>
          </a:solidFill>
        </a:ln>
      </dgm:spPr>
      <dgm:t>
        <a:bodyPr/>
        <a:lstStyle/>
        <a:p>
          <a:r>
            <a:rPr lang="fr-FR" sz="1800" b="1"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noProof="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A9C825D-FA3B-4DFF-A3F1-A1B1102F5E1A}" type="parTrans" cxnId="{D9B2E9C0-FF18-47BA-8E2F-8B356BA342F9}">
      <dgm:prSet/>
      <dgm:spPr/>
      <dgm:t>
        <a:bodyPr/>
        <a:lstStyle/>
        <a:p>
          <a:endParaRPr lang="en-US"/>
        </a:p>
      </dgm:t>
    </dgm:pt>
    <dgm:pt modelId="{B78BA0C2-F246-4981-8FFC-738D3C150A95}" type="sibTrans" cxnId="{D9B2E9C0-FF18-47BA-8E2F-8B356BA342F9}">
      <dgm:prSet/>
      <dgm:spPr/>
      <dgm:t>
        <a:bodyPr/>
        <a:lstStyle/>
        <a:p>
          <a:endParaRPr lang="en-US"/>
        </a:p>
      </dgm:t>
    </dgm:pt>
    <dgm:pt modelId="{9E5240F1-3AF0-48E2-8BF5-01F2559BC69C}" type="pres">
      <dgm:prSet presAssocID="{7A1315E5-6BD1-4266-A09A-7B68883CACEA}" presName="Name0" presStyleCnt="0">
        <dgm:presLayoutVars>
          <dgm:dir/>
          <dgm:animLvl val="lvl"/>
          <dgm:resizeHandles val="exact"/>
        </dgm:presLayoutVars>
      </dgm:prSet>
      <dgm:spPr/>
    </dgm:pt>
    <dgm:pt modelId="{61A28B3E-28F4-419C-AA66-32E0A47D696A}" type="pres">
      <dgm:prSet presAssocID="{8AA4C3F7-B67D-408B-B2D7-E3C15AAAE866}" presName="parTxOnly" presStyleLbl="node1" presStyleIdx="0" presStyleCnt="5" custScaleX="109890">
        <dgm:presLayoutVars>
          <dgm:chMax val="0"/>
          <dgm:chPref val="0"/>
          <dgm:bulletEnabled val="1"/>
        </dgm:presLayoutVars>
      </dgm:prSet>
      <dgm:spPr/>
    </dgm:pt>
    <dgm:pt modelId="{1F921ED2-5687-4760-B55D-83E56159104E}" type="pres">
      <dgm:prSet presAssocID="{6AA3A32D-DF3E-454C-A4B8-1985542025B7}" presName="parTxOnlySpace" presStyleCnt="0"/>
      <dgm:spPr/>
    </dgm:pt>
    <dgm:pt modelId="{BDE94A67-9E4F-43CF-A171-AA50AB19ED73}" type="pres">
      <dgm:prSet presAssocID="{D66AAEDC-1D3F-4A48-96A3-EC3922F917E0}" presName="parTxOnly" presStyleLbl="node1" presStyleIdx="1" presStyleCnt="5">
        <dgm:presLayoutVars>
          <dgm:chMax val="0"/>
          <dgm:chPref val="0"/>
          <dgm:bulletEnabled val="1"/>
        </dgm:presLayoutVars>
      </dgm:prSet>
      <dgm:spPr/>
    </dgm:pt>
    <dgm:pt modelId="{5F3E0068-4F8D-4C5B-9515-9D36D68D4CD1}" type="pres">
      <dgm:prSet presAssocID="{5C9F5AD1-1C1D-4254-BF00-8EAC4F99629D}" presName="parTxOnlySpace" presStyleCnt="0"/>
      <dgm:spPr/>
    </dgm:pt>
    <dgm:pt modelId="{6BDAA769-E0B7-4F5A-8C51-6930AEDA0255}" type="pres">
      <dgm:prSet presAssocID="{5AF32B2A-F4C5-4135-8EF9-643F07D3ED40}" presName="parTxOnly" presStyleLbl="node1" presStyleIdx="2" presStyleCnt="5">
        <dgm:presLayoutVars>
          <dgm:chMax val="0"/>
          <dgm:chPref val="0"/>
          <dgm:bulletEnabled val="1"/>
        </dgm:presLayoutVars>
      </dgm:prSet>
      <dgm:spPr/>
    </dgm:pt>
    <dgm:pt modelId="{1BD1CFBF-F0E3-4B91-8A97-84AEF105343C}" type="pres">
      <dgm:prSet presAssocID="{4E8FB7F6-3763-43EF-879F-C41437C6010F}" presName="parTxOnlySpace" presStyleCnt="0"/>
      <dgm:spPr/>
    </dgm:pt>
    <dgm:pt modelId="{211EB82F-CD7A-40B4-8024-85AA2A147BEA}" type="pres">
      <dgm:prSet presAssocID="{D02962F5-05A6-468C-8522-826B00E743B8}" presName="parTxOnly" presStyleLbl="node1" presStyleIdx="3" presStyleCnt="5">
        <dgm:presLayoutVars>
          <dgm:chMax val="0"/>
          <dgm:chPref val="0"/>
          <dgm:bulletEnabled val="1"/>
        </dgm:presLayoutVars>
      </dgm:prSet>
      <dgm:spPr/>
    </dgm:pt>
    <dgm:pt modelId="{E6C77D19-2CD5-4507-9C0F-A0A4892D2DCD}" type="pres">
      <dgm:prSet presAssocID="{6DC87F5D-C550-492B-8BCF-B32A2BCD8071}" presName="parTxOnlySpace" presStyleCnt="0"/>
      <dgm:spPr/>
    </dgm:pt>
    <dgm:pt modelId="{9C062A3C-7569-4C1F-BDC9-9A9BF320A36C}" type="pres">
      <dgm:prSet presAssocID="{E0BC98EE-594C-403B-A2CB-E2D1CED8BABE}" presName="parTxOnly" presStyleLbl="node1" presStyleIdx="4" presStyleCnt="5">
        <dgm:presLayoutVars>
          <dgm:chMax val="0"/>
          <dgm:chPref val="0"/>
          <dgm:bulletEnabled val="1"/>
        </dgm:presLayoutVars>
      </dgm:prSet>
      <dgm:spPr/>
    </dgm:pt>
  </dgm:ptLst>
  <dgm:cxnLst>
    <dgm:cxn modelId="{9084E30E-CCAB-42C3-A519-C037420CCDB0}" srcId="{7A1315E5-6BD1-4266-A09A-7B68883CACEA}" destId="{D66AAEDC-1D3F-4A48-96A3-EC3922F917E0}" srcOrd="1" destOrd="0" parTransId="{D0E791D1-2CC9-4D81-80B6-104A65D0EACC}" sibTransId="{5C9F5AD1-1C1D-4254-BF00-8EAC4F99629D}"/>
    <dgm:cxn modelId="{C6AC6113-9574-453C-B5F2-7CCA7CFD6B07}" type="presOf" srcId="{E0BC98EE-594C-403B-A2CB-E2D1CED8BABE}" destId="{9C062A3C-7569-4C1F-BDC9-9A9BF320A36C}" srcOrd="0" destOrd="0" presId="urn:microsoft.com/office/officeart/2005/8/layout/chevron1"/>
    <dgm:cxn modelId="{4CC97F16-0ABA-4AA8-A742-2DB79CDA974D}" type="presOf" srcId="{8AA4C3F7-B67D-408B-B2D7-E3C15AAAE866}" destId="{61A28B3E-28F4-419C-AA66-32E0A47D696A}" srcOrd="0" destOrd="0" presId="urn:microsoft.com/office/officeart/2005/8/layout/chevron1"/>
    <dgm:cxn modelId="{E4E54220-07B2-409B-A94E-3B4E3E3D212C}" type="presOf" srcId="{7A1315E5-6BD1-4266-A09A-7B68883CACEA}" destId="{9E5240F1-3AF0-48E2-8BF5-01F2559BC69C}" srcOrd="0" destOrd="0" presId="urn:microsoft.com/office/officeart/2005/8/layout/chevron1"/>
    <dgm:cxn modelId="{CC885065-2D63-4DE7-B7F3-CE2A7412DE3A}" type="presOf" srcId="{D66AAEDC-1D3F-4A48-96A3-EC3922F917E0}" destId="{BDE94A67-9E4F-43CF-A171-AA50AB19ED73}" srcOrd="0" destOrd="0" presId="urn:microsoft.com/office/officeart/2005/8/layout/chevron1"/>
    <dgm:cxn modelId="{5858CF56-44D8-417D-AB25-59D2D7A8F5CF}" srcId="{7A1315E5-6BD1-4266-A09A-7B68883CACEA}" destId="{D02962F5-05A6-468C-8522-826B00E743B8}" srcOrd="3" destOrd="0" parTransId="{21C106C0-EC60-4484-B861-BE17FCFAF165}" sibTransId="{6DC87F5D-C550-492B-8BCF-B32A2BCD8071}"/>
    <dgm:cxn modelId="{6EC69A9D-B6E2-416F-A948-896ABAA56461}" type="presOf" srcId="{5AF32B2A-F4C5-4135-8EF9-643F07D3ED40}" destId="{6BDAA769-E0B7-4F5A-8C51-6930AEDA0255}" srcOrd="0" destOrd="0" presId="urn:microsoft.com/office/officeart/2005/8/layout/chevron1"/>
    <dgm:cxn modelId="{D7FFF69D-4BE4-4EEE-9827-48626220B0E0}" srcId="{7A1315E5-6BD1-4266-A09A-7B68883CACEA}" destId="{5AF32B2A-F4C5-4135-8EF9-643F07D3ED40}" srcOrd="2" destOrd="0" parTransId="{6A52043B-7A2B-4C7F-A54A-439D8F231BCD}" sibTransId="{4E8FB7F6-3763-43EF-879F-C41437C6010F}"/>
    <dgm:cxn modelId="{659B19B8-90A6-4072-9868-AFF0374FDEA9}" type="presOf" srcId="{D02962F5-05A6-468C-8522-826B00E743B8}" destId="{211EB82F-CD7A-40B4-8024-85AA2A147BEA}" srcOrd="0" destOrd="0" presId="urn:microsoft.com/office/officeart/2005/8/layout/chevron1"/>
    <dgm:cxn modelId="{D9B2E9C0-FF18-47BA-8E2F-8B356BA342F9}" srcId="{7A1315E5-6BD1-4266-A09A-7B68883CACEA}" destId="{E0BC98EE-594C-403B-A2CB-E2D1CED8BABE}" srcOrd="4" destOrd="0" parTransId="{DA9C825D-FA3B-4DFF-A3F1-A1B1102F5E1A}" sibTransId="{B78BA0C2-F246-4981-8FFC-738D3C150A95}"/>
    <dgm:cxn modelId="{6F232AD0-B372-4E1C-9E88-CB8F3438EAC2}" srcId="{7A1315E5-6BD1-4266-A09A-7B68883CACEA}" destId="{8AA4C3F7-B67D-408B-B2D7-E3C15AAAE866}" srcOrd="0" destOrd="0" parTransId="{1249401C-CFFD-48FD-8D7E-90F97C1E60BE}" sibTransId="{6AA3A32D-DF3E-454C-A4B8-1985542025B7}"/>
    <dgm:cxn modelId="{D3AD96BC-853C-4EDF-88AB-956FBF36C875}" type="presParOf" srcId="{9E5240F1-3AF0-48E2-8BF5-01F2559BC69C}" destId="{61A28B3E-28F4-419C-AA66-32E0A47D696A}" srcOrd="0" destOrd="0" presId="urn:microsoft.com/office/officeart/2005/8/layout/chevron1"/>
    <dgm:cxn modelId="{A1C0757E-2147-4585-A805-AE0A0BE2F8A2}" type="presParOf" srcId="{9E5240F1-3AF0-48E2-8BF5-01F2559BC69C}" destId="{1F921ED2-5687-4760-B55D-83E56159104E}" srcOrd="1" destOrd="0" presId="urn:microsoft.com/office/officeart/2005/8/layout/chevron1"/>
    <dgm:cxn modelId="{5D12628D-9DDC-4EE1-A3C5-DA00ADD000E3}" type="presParOf" srcId="{9E5240F1-3AF0-48E2-8BF5-01F2559BC69C}" destId="{BDE94A67-9E4F-43CF-A171-AA50AB19ED73}" srcOrd="2" destOrd="0" presId="urn:microsoft.com/office/officeart/2005/8/layout/chevron1"/>
    <dgm:cxn modelId="{63D264BD-DA33-441C-B066-CB55582AB9C8}" type="presParOf" srcId="{9E5240F1-3AF0-48E2-8BF5-01F2559BC69C}" destId="{5F3E0068-4F8D-4C5B-9515-9D36D68D4CD1}" srcOrd="3" destOrd="0" presId="urn:microsoft.com/office/officeart/2005/8/layout/chevron1"/>
    <dgm:cxn modelId="{741BE07F-436A-4CEF-B9C2-D06B70F66012}" type="presParOf" srcId="{9E5240F1-3AF0-48E2-8BF5-01F2559BC69C}" destId="{6BDAA769-E0B7-4F5A-8C51-6930AEDA0255}" srcOrd="4" destOrd="0" presId="urn:microsoft.com/office/officeart/2005/8/layout/chevron1"/>
    <dgm:cxn modelId="{08EFB8E9-559E-4498-82E2-8C890C6AB223}" type="presParOf" srcId="{9E5240F1-3AF0-48E2-8BF5-01F2559BC69C}" destId="{1BD1CFBF-F0E3-4B91-8A97-84AEF105343C}" srcOrd="5" destOrd="0" presId="urn:microsoft.com/office/officeart/2005/8/layout/chevron1"/>
    <dgm:cxn modelId="{CA0E54CF-FA04-4DE7-93F4-C45E50D63F8B}" type="presParOf" srcId="{9E5240F1-3AF0-48E2-8BF5-01F2559BC69C}" destId="{211EB82F-CD7A-40B4-8024-85AA2A147BEA}" srcOrd="6" destOrd="0" presId="urn:microsoft.com/office/officeart/2005/8/layout/chevron1"/>
    <dgm:cxn modelId="{707B92AA-D08E-4BE7-92EA-077118431859}" type="presParOf" srcId="{9E5240F1-3AF0-48E2-8BF5-01F2559BC69C}" destId="{E6C77D19-2CD5-4507-9C0F-A0A4892D2DCD}" srcOrd="7" destOrd="0" presId="urn:microsoft.com/office/officeart/2005/8/layout/chevron1"/>
    <dgm:cxn modelId="{3FEE95F0-7719-47FD-871B-4DEBFEC6976B}" type="presParOf" srcId="{9E5240F1-3AF0-48E2-8BF5-01F2559BC69C}" destId="{9C062A3C-7569-4C1F-BDC9-9A9BF320A36C}"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Introduction &amp; Contexte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1741" y="0"/>
          <a:ext cx="2755152"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6542" y="0"/>
        <a:ext cx="2145551" cy="609601"/>
      </dsp:txXfrm>
    </dsp:sp>
    <dsp:sp modelId="{BDE94A67-9E4F-43CF-A171-AA50AB19ED73}">
      <dsp:nvSpPr>
        <dsp:cNvPr id="0" name=""/>
        <dsp:cNvSpPr/>
      </dsp:nvSpPr>
      <dsp:spPr>
        <a:xfrm>
          <a:off x="2506175" y="0"/>
          <a:ext cx="250719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810976" y="0"/>
        <a:ext cx="1897590" cy="609601"/>
      </dsp:txXfrm>
    </dsp:sp>
    <dsp:sp modelId="{6BDAA769-E0B7-4F5A-8C51-6930AEDA0255}">
      <dsp:nvSpPr>
        <dsp:cNvPr id="0" name=""/>
        <dsp:cNvSpPr/>
      </dsp:nvSpPr>
      <dsp:spPr>
        <a:xfrm>
          <a:off x="4762647" y="0"/>
          <a:ext cx="2445790"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67448" y="0"/>
        <a:ext cx="1836189" cy="609601"/>
      </dsp:txXfrm>
    </dsp:sp>
    <dsp:sp modelId="{211EB82F-CD7A-40B4-8024-85AA2A147BEA}">
      <dsp:nvSpPr>
        <dsp:cNvPr id="0" name=""/>
        <dsp:cNvSpPr/>
      </dsp:nvSpPr>
      <dsp:spPr>
        <a:xfrm>
          <a:off x="6957718"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62519" y="0"/>
        <a:ext cx="1897590" cy="609601"/>
      </dsp:txXfrm>
    </dsp:sp>
    <dsp:sp modelId="{9C062A3C-7569-4C1F-BDC9-9A9BF320A36C}">
      <dsp:nvSpPr>
        <dsp:cNvPr id="0" name=""/>
        <dsp:cNvSpPr/>
      </dsp:nvSpPr>
      <dsp:spPr>
        <a:xfrm>
          <a:off x="9214191"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18992" y="0"/>
        <a:ext cx="1897590" cy="60960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1741" y="0"/>
          <a:ext cx="2755152"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6542" y="0"/>
        <a:ext cx="2145551" cy="609601"/>
      </dsp:txXfrm>
    </dsp:sp>
    <dsp:sp modelId="{BDE94A67-9E4F-43CF-A171-AA50AB19ED73}">
      <dsp:nvSpPr>
        <dsp:cNvPr id="0" name=""/>
        <dsp:cNvSpPr/>
      </dsp:nvSpPr>
      <dsp:spPr>
        <a:xfrm>
          <a:off x="2506175" y="0"/>
          <a:ext cx="250719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810976" y="0"/>
        <a:ext cx="1897590" cy="609601"/>
      </dsp:txXfrm>
    </dsp:sp>
    <dsp:sp modelId="{6BDAA769-E0B7-4F5A-8C51-6930AEDA0255}">
      <dsp:nvSpPr>
        <dsp:cNvPr id="0" name=""/>
        <dsp:cNvSpPr/>
      </dsp:nvSpPr>
      <dsp:spPr>
        <a:xfrm>
          <a:off x="4762647" y="0"/>
          <a:ext cx="2445790"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67448" y="0"/>
        <a:ext cx="1836189" cy="609601"/>
      </dsp:txXfrm>
    </dsp:sp>
    <dsp:sp modelId="{211EB82F-CD7A-40B4-8024-85AA2A147BEA}">
      <dsp:nvSpPr>
        <dsp:cNvPr id="0" name=""/>
        <dsp:cNvSpPr/>
      </dsp:nvSpPr>
      <dsp:spPr>
        <a:xfrm>
          <a:off x="6957718"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62519" y="0"/>
        <a:ext cx="1897590" cy="609601"/>
      </dsp:txXfrm>
    </dsp:sp>
    <dsp:sp modelId="{9C062A3C-7569-4C1F-BDC9-9A9BF320A36C}">
      <dsp:nvSpPr>
        <dsp:cNvPr id="0" name=""/>
        <dsp:cNvSpPr/>
      </dsp:nvSpPr>
      <dsp:spPr>
        <a:xfrm>
          <a:off x="9214191"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18992" y="0"/>
        <a:ext cx="1897590" cy="60960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1741" y="0"/>
          <a:ext cx="2755152"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kern="1200" dirty="0">
              <a:solidFill>
                <a:schemeClr val="bg1"/>
              </a:solidFill>
              <a:latin typeface="Times New Roman" panose="02020603050405020304" pitchFamily="18" charset="0"/>
              <a:cs typeface="Times New Roman" panose="02020603050405020304" pitchFamily="18" charset="0"/>
            </a:rPr>
            <a:t> </a:t>
          </a:r>
          <a:r>
            <a:rPr lang="fr-FR" sz="1600" b="0" kern="120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6542" y="0"/>
        <a:ext cx="2145551" cy="609601"/>
      </dsp:txXfrm>
    </dsp:sp>
    <dsp:sp modelId="{BDE94A67-9E4F-43CF-A171-AA50AB19ED73}">
      <dsp:nvSpPr>
        <dsp:cNvPr id="0" name=""/>
        <dsp:cNvSpPr/>
      </dsp:nvSpPr>
      <dsp:spPr>
        <a:xfrm>
          <a:off x="2506175" y="0"/>
          <a:ext cx="250719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810976" y="0"/>
        <a:ext cx="1897590" cy="609601"/>
      </dsp:txXfrm>
    </dsp:sp>
    <dsp:sp modelId="{6BDAA769-E0B7-4F5A-8C51-6930AEDA0255}">
      <dsp:nvSpPr>
        <dsp:cNvPr id="0" name=""/>
        <dsp:cNvSpPr/>
      </dsp:nvSpPr>
      <dsp:spPr>
        <a:xfrm>
          <a:off x="4762647" y="0"/>
          <a:ext cx="2445790"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67448" y="0"/>
        <a:ext cx="1836189" cy="609601"/>
      </dsp:txXfrm>
    </dsp:sp>
    <dsp:sp modelId="{211EB82F-CD7A-40B4-8024-85AA2A147BEA}">
      <dsp:nvSpPr>
        <dsp:cNvPr id="0" name=""/>
        <dsp:cNvSpPr/>
      </dsp:nvSpPr>
      <dsp:spPr>
        <a:xfrm>
          <a:off x="6957718"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62519" y="0"/>
        <a:ext cx="1897590" cy="609601"/>
      </dsp:txXfrm>
    </dsp:sp>
    <dsp:sp modelId="{9C062A3C-7569-4C1F-BDC9-9A9BF320A36C}">
      <dsp:nvSpPr>
        <dsp:cNvPr id="0" name=""/>
        <dsp:cNvSpPr/>
      </dsp:nvSpPr>
      <dsp:spPr>
        <a:xfrm>
          <a:off x="9214191"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18992" y="0"/>
        <a:ext cx="1897590" cy="60960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1741" y="0"/>
          <a:ext cx="2755152"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kern="1200" dirty="0">
              <a:solidFill>
                <a:schemeClr val="bg1"/>
              </a:solidFill>
              <a:latin typeface="Times New Roman" panose="02020603050405020304" pitchFamily="18" charset="0"/>
              <a:cs typeface="Times New Roman" panose="02020603050405020304" pitchFamily="18" charset="0"/>
            </a:rPr>
            <a:t> </a:t>
          </a:r>
          <a:r>
            <a:rPr lang="fr-FR" sz="1600" b="0" kern="120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6542" y="0"/>
        <a:ext cx="2145551" cy="609601"/>
      </dsp:txXfrm>
    </dsp:sp>
    <dsp:sp modelId="{BDE94A67-9E4F-43CF-A171-AA50AB19ED73}">
      <dsp:nvSpPr>
        <dsp:cNvPr id="0" name=""/>
        <dsp:cNvSpPr/>
      </dsp:nvSpPr>
      <dsp:spPr>
        <a:xfrm>
          <a:off x="2506175" y="0"/>
          <a:ext cx="250719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810976" y="0"/>
        <a:ext cx="1897590" cy="609601"/>
      </dsp:txXfrm>
    </dsp:sp>
    <dsp:sp modelId="{6BDAA769-E0B7-4F5A-8C51-6930AEDA0255}">
      <dsp:nvSpPr>
        <dsp:cNvPr id="0" name=""/>
        <dsp:cNvSpPr/>
      </dsp:nvSpPr>
      <dsp:spPr>
        <a:xfrm>
          <a:off x="4762647" y="0"/>
          <a:ext cx="2445790"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67448" y="0"/>
        <a:ext cx="1836189" cy="609601"/>
      </dsp:txXfrm>
    </dsp:sp>
    <dsp:sp modelId="{211EB82F-CD7A-40B4-8024-85AA2A147BEA}">
      <dsp:nvSpPr>
        <dsp:cNvPr id="0" name=""/>
        <dsp:cNvSpPr/>
      </dsp:nvSpPr>
      <dsp:spPr>
        <a:xfrm>
          <a:off x="6957718"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62519" y="0"/>
        <a:ext cx="1897590" cy="609601"/>
      </dsp:txXfrm>
    </dsp:sp>
    <dsp:sp modelId="{9C062A3C-7569-4C1F-BDC9-9A9BF320A36C}">
      <dsp:nvSpPr>
        <dsp:cNvPr id="0" name=""/>
        <dsp:cNvSpPr/>
      </dsp:nvSpPr>
      <dsp:spPr>
        <a:xfrm>
          <a:off x="9214191"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18992" y="0"/>
        <a:ext cx="1897590" cy="60960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1741" y="0"/>
          <a:ext cx="2755152"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kern="1200" dirty="0">
              <a:solidFill>
                <a:schemeClr val="bg1"/>
              </a:solidFill>
              <a:latin typeface="Times New Roman" panose="02020603050405020304" pitchFamily="18" charset="0"/>
              <a:cs typeface="Times New Roman" panose="02020603050405020304" pitchFamily="18" charset="0"/>
            </a:rPr>
            <a:t> </a:t>
          </a:r>
          <a:r>
            <a:rPr lang="fr-FR" sz="1600" b="0" kern="120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6542" y="0"/>
        <a:ext cx="2145551" cy="609601"/>
      </dsp:txXfrm>
    </dsp:sp>
    <dsp:sp modelId="{BDE94A67-9E4F-43CF-A171-AA50AB19ED73}">
      <dsp:nvSpPr>
        <dsp:cNvPr id="0" name=""/>
        <dsp:cNvSpPr/>
      </dsp:nvSpPr>
      <dsp:spPr>
        <a:xfrm>
          <a:off x="2506175" y="0"/>
          <a:ext cx="250719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810976" y="0"/>
        <a:ext cx="1897590" cy="609601"/>
      </dsp:txXfrm>
    </dsp:sp>
    <dsp:sp modelId="{6BDAA769-E0B7-4F5A-8C51-6930AEDA0255}">
      <dsp:nvSpPr>
        <dsp:cNvPr id="0" name=""/>
        <dsp:cNvSpPr/>
      </dsp:nvSpPr>
      <dsp:spPr>
        <a:xfrm>
          <a:off x="4762647" y="0"/>
          <a:ext cx="2445790"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67448" y="0"/>
        <a:ext cx="1836189" cy="609601"/>
      </dsp:txXfrm>
    </dsp:sp>
    <dsp:sp modelId="{211EB82F-CD7A-40B4-8024-85AA2A147BEA}">
      <dsp:nvSpPr>
        <dsp:cNvPr id="0" name=""/>
        <dsp:cNvSpPr/>
      </dsp:nvSpPr>
      <dsp:spPr>
        <a:xfrm>
          <a:off x="6957718"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62519" y="0"/>
        <a:ext cx="1897590" cy="609601"/>
      </dsp:txXfrm>
    </dsp:sp>
    <dsp:sp modelId="{9C062A3C-7569-4C1F-BDC9-9A9BF320A36C}">
      <dsp:nvSpPr>
        <dsp:cNvPr id="0" name=""/>
        <dsp:cNvSpPr/>
      </dsp:nvSpPr>
      <dsp:spPr>
        <a:xfrm>
          <a:off x="9214191"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18992" y="0"/>
        <a:ext cx="1897590" cy="60960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1741" y="0"/>
          <a:ext cx="2755152"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a:t>
          </a:r>
          <a:r>
            <a:rPr lang="fr-FR" sz="1600" b="0" kern="1200" dirty="0">
              <a:solidFill>
                <a:schemeClr val="bg1"/>
              </a:solidFill>
              <a:latin typeface="Times New Roman" panose="02020603050405020304" pitchFamily="18" charset="0"/>
              <a:cs typeface="Times New Roman" panose="02020603050405020304" pitchFamily="18" charset="0"/>
            </a:rPr>
            <a:t> </a:t>
          </a:r>
          <a:r>
            <a:rPr lang="fr-FR" sz="1600" b="0" kern="1200" dirty="0">
              <a:solidFill>
                <a:schemeClr val="bg1">
                  <a:lumMod val="50000"/>
                </a:schemeClr>
              </a:solidFill>
              <a:latin typeface="Times New Roman" panose="02020603050405020304" pitchFamily="18" charset="0"/>
              <a:cs typeface="Times New Roman" panose="02020603050405020304" pitchFamily="18" charset="0"/>
            </a:rPr>
            <a:t>&amp;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6542" y="0"/>
        <a:ext cx="2145551" cy="609601"/>
      </dsp:txXfrm>
    </dsp:sp>
    <dsp:sp modelId="{BDE94A67-9E4F-43CF-A171-AA50AB19ED73}">
      <dsp:nvSpPr>
        <dsp:cNvPr id="0" name=""/>
        <dsp:cNvSpPr/>
      </dsp:nvSpPr>
      <dsp:spPr>
        <a:xfrm>
          <a:off x="2506175" y="0"/>
          <a:ext cx="250719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lumMod val="95000"/>
                  <a:lumOff val="5000"/>
                </a:schemeClr>
              </a:solidFill>
              <a:latin typeface="Times New Roman" panose="02020603050405020304" pitchFamily="18" charset="0"/>
              <a:cs typeface="Times New Roman" panose="02020603050405020304" pitchFamily="18" charset="0"/>
            </a:rPr>
            <a:t>Conception de la solution</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2810976" y="0"/>
        <a:ext cx="1897590" cy="609601"/>
      </dsp:txXfrm>
    </dsp:sp>
    <dsp:sp modelId="{6BDAA769-E0B7-4F5A-8C51-6930AEDA0255}">
      <dsp:nvSpPr>
        <dsp:cNvPr id="0" name=""/>
        <dsp:cNvSpPr/>
      </dsp:nvSpPr>
      <dsp:spPr>
        <a:xfrm>
          <a:off x="4762647" y="0"/>
          <a:ext cx="2445790"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67448" y="0"/>
        <a:ext cx="1836189" cy="609601"/>
      </dsp:txXfrm>
    </dsp:sp>
    <dsp:sp modelId="{211EB82F-CD7A-40B4-8024-85AA2A147BEA}">
      <dsp:nvSpPr>
        <dsp:cNvPr id="0" name=""/>
        <dsp:cNvSpPr/>
      </dsp:nvSpPr>
      <dsp:spPr>
        <a:xfrm>
          <a:off x="6957718"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62519" y="0"/>
        <a:ext cx="1897590" cy="609601"/>
      </dsp:txXfrm>
    </dsp:sp>
    <dsp:sp modelId="{9C062A3C-7569-4C1F-BDC9-9A9BF320A36C}">
      <dsp:nvSpPr>
        <dsp:cNvPr id="0" name=""/>
        <dsp:cNvSpPr/>
      </dsp:nvSpPr>
      <dsp:spPr>
        <a:xfrm>
          <a:off x="9214191" y="0"/>
          <a:ext cx="250719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18992" y="0"/>
        <a:ext cx="1897590" cy="60960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Méthodologie adaptée</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err="1">
              <a:solidFill>
                <a:schemeClr val="tx1">
                  <a:lumMod val="95000"/>
                  <a:lumOff val="5000"/>
                </a:schemeClr>
              </a:solidFill>
              <a:latin typeface="Times New Roman" panose="02020603050405020304" pitchFamily="18" charset="0"/>
              <a:ea typeface="ADLaM Display"/>
              <a:cs typeface="Times New Roman" panose="02020603050405020304" pitchFamily="18" charset="0"/>
            </a:rPr>
            <a:t>Réalisation</a:t>
          </a:r>
          <a:endParaRPr lang="en-US" sz="14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err="1">
              <a:solidFill>
                <a:schemeClr val="tx1">
                  <a:lumMod val="95000"/>
                  <a:lumOff val="5000"/>
                </a:schemeClr>
              </a:solidFill>
              <a:latin typeface="Times New Roman" panose="02020603050405020304" pitchFamily="18" charset="0"/>
              <a:ea typeface="ADLaM Display"/>
              <a:cs typeface="Times New Roman" panose="02020603050405020304" pitchFamily="18" charset="0"/>
            </a:rPr>
            <a:t>Réalisation</a:t>
          </a:r>
          <a:endParaRPr lang="en-US" sz="14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err="1">
              <a:solidFill>
                <a:schemeClr val="tx1">
                  <a:lumMod val="95000"/>
                  <a:lumOff val="5000"/>
                </a:schemeClr>
              </a:solidFill>
              <a:latin typeface="Times New Roman" panose="02020603050405020304" pitchFamily="18" charset="0"/>
              <a:ea typeface="ADLaM Display"/>
              <a:cs typeface="Times New Roman" panose="02020603050405020304" pitchFamily="18" charset="0"/>
            </a:rPr>
            <a:t>Réalisation</a:t>
          </a:r>
          <a:endParaRPr lang="en-US" sz="14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Conclusion et Perspectives</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8B3E-28F4-419C-AA66-32E0A47D696A}">
      <dsp:nvSpPr>
        <dsp:cNvPr id="0" name=""/>
        <dsp:cNvSpPr/>
      </dsp:nvSpPr>
      <dsp:spPr>
        <a:xfrm>
          <a:off x="4662" y="0"/>
          <a:ext cx="2739427"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Introduction &amp; Contexte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309463" y="0"/>
        <a:ext cx="2129826" cy="609601"/>
      </dsp:txXfrm>
    </dsp:sp>
    <dsp:sp modelId="{BDE94A67-9E4F-43CF-A171-AA50AB19ED73}">
      <dsp:nvSpPr>
        <dsp:cNvPr id="0" name=""/>
        <dsp:cNvSpPr/>
      </dsp:nvSpPr>
      <dsp:spPr>
        <a:xfrm>
          <a:off x="2494801"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dirty="0">
              <a:solidFill>
                <a:schemeClr val="bg1">
                  <a:lumMod val="50000"/>
                </a:schemeClr>
              </a:solidFill>
              <a:latin typeface="Times New Roman" panose="02020603050405020304" pitchFamily="18" charset="0"/>
              <a:cs typeface="Times New Roman" panose="02020603050405020304" pitchFamily="18" charset="0"/>
            </a:rPr>
            <a:t>Conception de la solution</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2799602" y="0"/>
        <a:ext cx="1883280" cy="609601"/>
      </dsp:txXfrm>
    </dsp:sp>
    <dsp:sp modelId="{6BDAA769-E0B7-4F5A-8C51-6930AEDA0255}">
      <dsp:nvSpPr>
        <dsp:cNvPr id="0" name=""/>
        <dsp:cNvSpPr/>
      </dsp:nvSpPr>
      <dsp:spPr>
        <a:xfrm>
          <a:off x="4738394" y="0"/>
          <a:ext cx="2492881" cy="609601"/>
        </a:xfrm>
        <a:prstGeom prst="chevr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fr-FR" sz="1600" b="0" kern="1200" noProof="0" dirty="0">
              <a:solidFill>
                <a:schemeClr val="bg1">
                  <a:lumMod val="50000"/>
                </a:schemeClr>
              </a:solidFill>
              <a:latin typeface="Times New Roman" panose="02020603050405020304" pitchFamily="18" charset="0"/>
              <a:cs typeface="Times New Roman" panose="02020603050405020304" pitchFamily="18" charset="0"/>
            </a:rPr>
            <a:t>Méthodologie adaptée</a:t>
          </a:r>
          <a:endParaRPr lang="en-US" sz="16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5043195" y="0"/>
        <a:ext cx="1883280" cy="609601"/>
      </dsp:txXfrm>
    </dsp:sp>
    <dsp:sp modelId="{211EB82F-CD7A-40B4-8024-85AA2A147BEA}">
      <dsp:nvSpPr>
        <dsp:cNvPr id="0" name=""/>
        <dsp:cNvSpPr/>
      </dsp:nvSpPr>
      <dsp:spPr>
        <a:xfrm>
          <a:off x="6981987" y="0"/>
          <a:ext cx="2492881" cy="609601"/>
        </a:xfrm>
        <a:prstGeom prst="chevron">
          <a:avLst/>
        </a:prstGeom>
        <a:solidFill>
          <a:schemeClr val="accent1">
            <a:lumMod val="40000"/>
            <a:lumOff val="6000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0" kern="1200" dirty="0" err="1">
              <a:solidFill>
                <a:schemeClr val="bg1">
                  <a:lumMod val="50000"/>
                </a:schemeClr>
              </a:solidFill>
              <a:latin typeface="Times New Roman" panose="02020603050405020304" pitchFamily="18" charset="0"/>
              <a:ea typeface="ADLaM Display"/>
              <a:cs typeface="Times New Roman" panose="02020603050405020304" pitchFamily="18" charset="0"/>
            </a:rPr>
            <a:t>Réalisation</a:t>
          </a:r>
          <a:endParaRPr lang="en-US" sz="1400" b="0" kern="1200" noProof="0" dirty="0">
            <a:solidFill>
              <a:schemeClr val="bg1">
                <a:lumMod val="50000"/>
              </a:schemeClr>
            </a:solidFill>
            <a:latin typeface="Times New Roman" panose="02020603050405020304" pitchFamily="18" charset="0"/>
            <a:cs typeface="Times New Roman" panose="02020603050405020304" pitchFamily="18" charset="0"/>
          </a:endParaRPr>
        </a:p>
      </dsp:txBody>
      <dsp:txXfrm>
        <a:off x="7286788" y="0"/>
        <a:ext cx="1883280" cy="609601"/>
      </dsp:txXfrm>
    </dsp:sp>
    <dsp:sp modelId="{9C062A3C-7569-4C1F-BDC9-9A9BF320A36C}">
      <dsp:nvSpPr>
        <dsp:cNvPr id="0" name=""/>
        <dsp:cNvSpPr/>
      </dsp:nvSpPr>
      <dsp:spPr>
        <a:xfrm>
          <a:off x="9225580" y="0"/>
          <a:ext cx="2492881" cy="609601"/>
        </a:xfrm>
        <a:prstGeom prst="chevron">
          <a:avLst/>
        </a:prstGeom>
        <a:solidFill>
          <a:schemeClr val="accent1">
            <a:lumMod val="75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rPr>
            <a:t>Conclusion et Perspectives</a:t>
          </a:r>
          <a:endParaRPr lang="en-US" sz="1800" b="1" kern="1200" noProof="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9530381" y="0"/>
        <a:ext cx="1883280" cy="609601"/>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C7D2D-6CB4-44D2-B016-EF93E75575A7}" type="datetimeFigureOut">
              <a:rPr lang="en-US" smtClean="0"/>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4E7CB-87E4-4199-8150-09E7DA4D2D52}" type="slidenum">
              <a:rPr lang="en-US" smtClean="0"/>
              <a:t>‹N°›</a:t>
            </a:fld>
            <a:endParaRPr lang="en-US"/>
          </a:p>
        </p:txBody>
      </p:sp>
    </p:spTree>
    <p:extLst>
      <p:ext uri="{BB962C8B-B14F-4D97-AF65-F5344CB8AC3E}">
        <p14:creationId xmlns:p14="http://schemas.microsoft.com/office/powerpoint/2010/main" val="291986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0" i="1" u="none" strike="noStrike" dirty="0">
                <a:solidFill>
                  <a:srgbClr val="000000"/>
                </a:solidFill>
                <a:effectLst/>
                <a:latin typeface="Calibri" panose="020F0502020204030204" pitchFamily="34" charset="0"/>
              </a:rPr>
              <a:t>Monsieur le Président, chers membres du jury,</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Je vous remercie pour l’attention que vous voudrez bien accorder à notre soutenance.</a:t>
            </a:r>
            <a:endParaRPr lang="fr-FR" b="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dirty="0">
                <a:solidFill>
                  <a:srgbClr val="000000"/>
                </a:solidFill>
                <a:effectLst/>
                <a:latin typeface="Calibri" panose="020F0502020204030204" pitchFamily="34" charset="0"/>
              </a:rPr>
              <a:t>Nous avons l’honneur de vous présenter notre mémoire de </a:t>
            </a:r>
            <a:r>
              <a:rPr lang="fr-FR" sz="1800" b="0" i="0" u="none" strike="noStrike" dirty="0" err="1">
                <a:solidFill>
                  <a:srgbClr val="000000"/>
                </a:solidFill>
                <a:effectLst/>
                <a:latin typeface="Calibri" panose="020F0502020204030204" pitchFamily="34" charset="0"/>
              </a:rPr>
              <a:t>mastèr</a:t>
            </a:r>
            <a:r>
              <a:rPr lang="fr-FR" sz="1800" b="0" i="0" u="none" strike="noStrike" dirty="0">
                <a:solidFill>
                  <a:srgbClr val="000000"/>
                </a:solidFill>
                <a:effectLst/>
                <a:latin typeface="Calibri" panose="020F0502020204030204" pitchFamily="34" charset="0"/>
              </a:rPr>
              <a:t> professionnel en Génie Logiciel et Nouvelles Technologies, intitulé :</a:t>
            </a:r>
            <a:br>
              <a:rPr lang="fr-FR" sz="1800" b="0" i="0" u="none" strike="noStrike" dirty="0">
                <a:solidFill>
                  <a:srgbClr val="000000"/>
                </a:solidFill>
                <a:effectLst/>
                <a:latin typeface="Calibri" panose="020F0502020204030204" pitchFamily="34" charset="0"/>
              </a:rPr>
            </a:br>
            <a:r>
              <a:rPr lang="fr-FR" sz="1800" b="1" i="0" u="none" strike="noStrike" dirty="0">
                <a:solidFill>
                  <a:srgbClr val="000000"/>
                </a:solidFill>
                <a:effectLst/>
                <a:latin typeface="Calibri" panose="020F0502020204030204" pitchFamily="34" charset="0"/>
              </a:rPr>
              <a:t>«</a:t>
            </a:r>
            <a:r>
              <a:rPr lang="fr-FR" sz="1800" b="1" i="0" u="none" strike="noStrike" dirty="0">
                <a:solidFill>
                  <a:srgbClr val="65A229"/>
                </a:solidFill>
                <a:effectLst/>
                <a:latin typeface="Times New Roman" panose="02020603050405020304" pitchFamily="18" charset="0"/>
              </a:rPr>
              <a:t>IA </a:t>
            </a:r>
            <a:r>
              <a:rPr lang="fr-FR" sz="1800" b="1" i="0" u="none" strike="noStrike" dirty="0" err="1">
                <a:solidFill>
                  <a:srgbClr val="65A229"/>
                </a:solidFill>
                <a:effectLst/>
                <a:latin typeface="Times New Roman" panose="02020603050405020304" pitchFamily="18" charset="0"/>
              </a:rPr>
              <a:t>Recruiter</a:t>
            </a:r>
            <a:r>
              <a:rPr lang="fr-FR" sz="1800" b="1" i="0" u="none" strike="noStrike" dirty="0">
                <a:solidFill>
                  <a:srgbClr val="65A229"/>
                </a:solidFill>
                <a:effectLst/>
                <a:latin typeface="Times New Roman" panose="02020603050405020304" pitchFamily="18" charset="0"/>
              </a:rPr>
              <a:t> : Plateforme de Recrutement Intelligent basée sur les LLM et NLP pour l'Automatisation de la Sélection des Candidatures</a:t>
            </a:r>
            <a:r>
              <a:rPr lang="fr-FR" sz="1800" b="1" i="0" u="none" strike="noStrike" dirty="0">
                <a:solidFill>
                  <a:srgbClr val="000000"/>
                </a:solidFill>
                <a:effectLst/>
                <a:latin typeface="Calibri" panose="020F0502020204030204" pitchFamily="34" charset="0"/>
              </a:rPr>
              <a:t>»</a:t>
            </a:r>
            <a:r>
              <a:rPr lang="fr-FR" sz="1800" b="0" i="0" u="none" strike="noStrike" dirty="0">
                <a:solidFill>
                  <a:srgbClr val="000000"/>
                </a:solidFill>
                <a:effectLst/>
                <a:latin typeface="Calibri" panose="020F0502020204030204" pitchFamily="34" charset="0"/>
              </a:rPr>
              <a:t>.</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Ce travail a été réalisé au sein de la société </a:t>
            </a:r>
            <a:r>
              <a:rPr lang="fr-FR" sz="1800" b="1" i="0" u="none" strike="noStrike" dirty="0" err="1">
                <a:solidFill>
                  <a:srgbClr val="000000"/>
                </a:solidFill>
                <a:effectLst/>
                <a:latin typeface="Calibri" panose="020F0502020204030204" pitchFamily="34" charset="0"/>
              </a:rPr>
              <a:t>Optylab</a:t>
            </a:r>
            <a:r>
              <a:rPr lang="fr-FR" sz="1800" b="0" i="0" u="none" strike="noStrike" dirty="0">
                <a:solidFill>
                  <a:srgbClr val="000000"/>
                </a:solidFill>
                <a:effectLst/>
                <a:latin typeface="Calibri" panose="020F0502020204030204" pitchFamily="34" charset="0"/>
              </a:rPr>
              <a:t>, sous l’encadrement de</a:t>
            </a:r>
            <a:br>
              <a:rPr lang="fr-FR" sz="1800" b="0" i="0" u="none" strike="noStrike" dirty="0">
                <a:solidFill>
                  <a:srgbClr val="000000"/>
                </a:solidFill>
                <a:effectLst/>
                <a:latin typeface="Calibri" panose="020F0502020204030204" pitchFamily="34" charset="0"/>
              </a:rPr>
            </a:br>
            <a:r>
              <a:rPr lang="fr-FR" sz="1800" b="0" i="0" u="none" strike="noStrike" dirty="0">
                <a:solidFill>
                  <a:srgbClr val="000000"/>
                </a:solidFill>
                <a:effectLst/>
                <a:latin typeface="Calibri" panose="020F0502020204030204" pitchFamily="34" charset="0"/>
              </a:rPr>
              <a:t>Madame </a:t>
            </a:r>
            <a:r>
              <a:rPr lang="fr-FR" sz="1800" b="0" i="0" u="none" strike="noStrike" dirty="0" err="1">
                <a:solidFill>
                  <a:srgbClr val="000000"/>
                </a:solidFill>
                <a:effectLst/>
                <a:latin typeface="Calibri" panose="020F0502020204030204" pitchFamily="34" charset="0"/>
              </a:rPr>
              <a:t>amal</a:t>
            </a:r>
            <a:r>
              <a:rPr lang="fr-FR" sz="1800" b="0" i="0" u="none" strike="noStrike" dirty="0">
                <a:solidFill>
                  <a:srgbClr val="000000"/>
                </a:solidFill>
                <a:effectLst/>
                <a:latin typeface="Calibri" panose="020F0502020204030204" pitchFamily="34" charset="0"/>
              </a:rPr>
              <a:t> </a:t>
            </a:r>
            <a:r>
              <a:rPr lang="fr-FR" sz="1800" b="0" i="0" u="none" strike="noStrike" dirty="0" err="1">
                <a:solidFill>
                  <a:srgbClr val="000000"/>
                </a:solidFill>
                <a:effectLst/>
                <a:latin typeface="Calibri" panose="020F0502020204030204" pitchFamily="34" charset="0"/>
              </a:rPr>
              <a:t>kammoun</a:t>
            </a:r>
            <a:r>
              <a:rPr lang="fr-FR" sz="1800" b="0" i="0" u="none" strike="noStrike" dirty="0">
                <a:solidFill>
                  <a:srgbClr val="000000"/>
                </a:solidFill>
                <a:effectLst/>
                <a:latin typeface="Calibri" panose="020F0502020204030204" pitchFamily="34" charset="0"/>
              </a:rPr>
              <a:t> et ms </a:t>
            </a:r>
            <a:r>
              <a:rPr lang="fr-FR" sz="1800" b="0" i="0" u="none" strike="noStrike" dirty="0" err="1">
                <a:solidFill>
                  <a:srgbClr val="000000"/>
                </a:solidFill>
                <a:effectLst/>
                <a:latin typeface="Calibri" panose="020F0502020204030204" pitchFamily="34" charset="0"/>
              </a:rPr>
              <a:t>racem</a:t>
            </a:r>
            <a:r>
              <a:rPr lang="fr-FR" sz="1800" b="0" i="0" u="none" strike="noStrike" dirty="0">
                <a:solidFill>
                  <a:srgbClr val="000000"/>
                </a:solidFill>
                <a:effectLst/>
                <a:latin typeface="Calibri" panose="020F0502020204030204" pitchFamily="34" charset="0"/>
              </a:rPr>
              <a:t> </a:t>
            </a:r>
            <a:r>
              <a:rPr lang="fr-FR" sz="1800" b="0" i="0" u="none" strike="noStrike" dirty="0" err="1">
                <a:solidFill>
                  <a:srgbClr val="000000"/>
                </a:solidFill>
                <a:effectLst/>
                <a:latin typeface="Calibri" panose="020F0502020204030204" pitchFamily="34" charset="0"/>
              </a:rPr>
              <a:t>fourati</a:t>
            </a:r>
            <a:endParaRPr lang="fr-FR" b="0" dirty="0">
              <a:effectLst/>
            </a:endParaRPr>
          </a:p>
          <a:p>
            <a:r>
              <a:rPr lang="fr-FR" sz="1800" b="0" i="0" u="none" strike="noStrike" dirty="0">
                <a:solidFill>
                  <a:srgbClr val="000000"/>
                </a:solidFill>
                <a:effectLst/>
                <a:latin typeface="Calibri" panose="020F0502020204030204" pitchFamily="34" charset="0"/>
              </a:rPr>
              <a:t>Il a été présenté par </a:t>
            </a:r>
            <a:r>
              <a:rPr lang="fr-FR" sz="1800" b="1" i="0" u="none" strike="noStrike" dirty="0">
                <a:solidFill>
                  <a:srgbClr val="000000"/>
                </a:solidFill>
                <a:effectLst/>
                <a:latin typeface="Calibri" panose="020F0502020204030204" pitchFamily="34" charset="0"/>
              </a:rPr>
              <a:t>Yosr Joulek et </a:t>
            </a:r>
            <a:r>
              <a:rPr lang="fr-FR" sz="1800" b="1" i="0" u="none" strike="noStrike" dirty="0" err="1">
                <a:solidFill>
                  <a:srgbClr val="000000"/>
                </a:solidFill>
                <a:effectLst/>
                <a:latin typeface="Calibri" panose="020F0502020204030204" pitchFamily="34" charset="0"/>
              </a:rPr>
              <a:t>Nourhene</a:t>
            </a:r>
            <a:r>
              <a:rPr lang="fr-FR" sz="1800" b="1" i="0" u="none" strike="noStrike" dirty="0">
                <a:solidFill>
                  <a:srgbClr val="000000"/>
                </a:solidFill>
                <a:effectLst/>
                <a:latin typeface="Calibri" panose="020F0502020204030204" pitchFamily="34" charset="0"/>
              </a:rPr>
              <a:t> Abbes</a:t>
            </a:r>
            <a:r>
              <a:rPr lang="fr-FR" sz="1800" b="0" i="0" u="none" strike="noStrike" dirty="0">
                <a:solidFill>
                  <a:srgbClr val="000000"/>
                </a:solidFill>
                <a:effectLst/>
                <a:latin typeface="Calibri" panose="020F0502020204030204" pitchFamily="34" charset="0"/>
              </a:rPr>
              <a:t>.</a:t>
            </a:r>
          </a:p>
          <a:p>
            <a:r>
              <a:rPr lang="fr-FR" sz="1800" b="0" i="0" u="none" strike="noStrike" dirty="0">
                <a:solidFill>
                  <a:srgbClr val="000000"/>
                </a:solidFill>
                <a:effectLst/>
                <a:latin typeface="Calibri" panose="020F0502020204030204" pitchFamily="34" charset="0"/>
              </a:rPr>
              <a:t>Nous tenons a exprimer notre profonde gratitude a nos encadrante madame </a:t>
            </a:r>
            <a:r>
              <a:rPr lang="fr-FR" sz="1800" b="0" i="0" u="none" strike="noStrike" dirty="0" err="1">
                <a:solidFill>
                  <a:srgbClr val="000000"/>
                </a:solidFill>
                <a:effectLst/>
                <a:latin typeface="Calibri" panose="020F0502020204030204" pitchFamily="34" charset="0"/>
              </a:rPr>
              <a:t>hounaida</a:t>
            </a:r>
            <a:r>
              <a:rPr lang="fr-FR" sz="1800" b="0" i="0" u="none" strike="noStrike" dirty="0">
                <a:solidFill>
                  <a:srgbClr val="000000"/>
                </a:solidFill>
                <a:effectLst/>
                <a:latin typeface="Calibri" panose="020F0502020204030204" pitchFamily="34" charset="0"/>
              </a:rPr>
              <a:t> </a:t>
            </a:r>
            <a:r>
              <a:rPr lang="fr-FR" sz="1800" b="0" i="0" u="none" strike="noStrike" dirty="0" err="1">
                <a:solidFill>
                  <a:srgbClr val="000000"/>
                </a:solidFill>
                <a:effectLst/>
                <a:latin typeface="Calibri" panose="020F0502020204030204" pitchFamily="34" charset="0"/>
              </a:rPr>
              <a:t>moalla</a:t>
            </a:r>
            <a:r>
              <a:rPr lang="fr-FR" sz="1800" b="0" i="0" u="none" strike="noStrike" dirty="0">
                <a:solidFill>
                  <a:srgbClr val="000000"/>
                </a:solidFill>
                <a:effectLst/>
                <a:latin typeface="Calibri" panose="020F0502020204030204" pitchFamily="34" charset="0"/>
              </a:rPr>
              <a:t> et madame </a:t>
            </a:r>
            <a:r>
              <a:rPr lang="fr-FR" sz="1800" b="0" i="0" u="none" strike="noStrike" dirty="0" err="1">
                <a:solidFill>
                  <a:srgbClr val="000000"/>
                </a:solidFill>
                <a:effectLst/>
                <a:latin typeface="Calibri" panose="020F0502020204030204" pitchFamily="34" charset="0"/>
              </a:rPr>
              <a:t>naima</a:t>
            </a:r>
            <a:r>
              <a:rPr lang="fr-FR" sz="1800" b="0" i="0" u="none" strike="noStrike" dirty="0">
                <a:solidFill>
                  <a:srgbClr val="000000"/>
                </a:solidFill>
                <a:effectLst/>
                <a:latin typeface="Calibri" panose="020F0502020204030204" pitchFamily="34" charset="0"/>
              </a:rPr>
              <a:t> </a:t>
            </a:r>
            <a:r>
              <a:rPr lang="fr-FR" sz="1800" b="0" i="0" u="none" strike="noStrike" dirty="0" err="1">
                <a:solidFill>
                  <a:srgbClr val="000000"/>
                </a:solidFill>
                <a:effectLst/>
                <a:latin typeface="Calibri" panose="020F0502020204030204" pitchFamily="34" charset="0"/>
              </a:rPr>
              <a:t>halouanni</a:t>
            </a:r>
            <a:r>
              <a:rPr lang="fr-FR" sz="1800" b="0" i="0" u="none" strike="noStrike" dirty="0">
                <a:solidFill>
                  <a:srgbClr val="000000"/>
                </a:solidFill>
                <a:effectLst/>
                <a:latin typeface="Calibri" panose="020F0502020204030204" pitchFamily="34" charset="0"/>
              </a:rPr>
              <a:t> pour leur </a:t>
            </a:r>
            <a:r>
              <a:rPr lang="fr-FR" sz="1800" b="0" i="0" u="none" strike="noStrike" dirty="0" err="1">
                <a:solidFill>
                  <a:srgbClr val="000000"/>
                </a:solidFill>
                <a:effectLst/>
                <a:latin typeface="Calibri" panose="020F0502020204030204" pitchFamily="34" charset="0"/>
              </a:rPr>
              <a:t>disponabiité</a:t>
            </a:r>
            <a:r>
              <a:rPr lang="fr-FR" sz="1800" b="0" i="0" u="none" strike="noStrike" dirty="0">
                <a:solidFill>
                  <a:srgbClr val="000000"/>
                </a:solidFill>
                <a:effectLst/>
                <a:latin typeface="Calibri" panose="020F0502020204030204" pitchFamily="34" charset="0"/>
              </a:rPr>
              <a:t> , leur conseil , leur accompagnement tout au long de la réalisation de ce projet </a:t>
            </a:r>
            <a:endParaRPr lang="en-US" dirty="0"/>
          </a:p>
        </p:txBody>
      </p:sp>
      <p:sp>
        <p:nvSpPr>
          <p:cNvPr id="4" name="Slide Number Placeholder 3"/>
          <p:cNvSpPr>
            <a:spLocks noGrp="1"/>
          </p:cNvSpPr>
          <p:nvPr>
            <p:ph type="sldNum" sz="quarter" idx="5"/>
          </p:nvPr>
        </p:nvSpPr>
        <p:spPr/>
        <p:txBody>
          <a:bodyPr/>
          <a:lstStyle/>
          <a:p>
            <a:fld id="{EA9DCA40-FDC1-49FE-B1A1-82728666283D}" type="slidenum">
              <a:rPr lang="fr-FR" smtClean="0"/>
              <a:t>1</a:t>
            </a:fld>
            <a:endParaRPr lang="fr-FR"/>
          </a:p>
        </p:txBody>
      </p:sp>
    </p:spTree>
    <p:extLst>
      <p:ext uri="{BB962C8B-B14F-4D97-AF65-F5344CB8AC3E}">
        <p14:creationId xmlns:p14="http://schemas.microsoft.com/office/powerpoint/2010/main" val="1605401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Pour structurer notre présentation, nous avons organisé notre travail en cinq parties principales.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Dans un premier temps, nous commencerons par une introduction et le contexte général du projet.</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Ensuite, nous présenterons la conception de la solution proposée.</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Puis, nous aborderons la méthodologie adoptée pour la réalisation du projet.</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Après cela, nous passerons à la partie réalisation, où nous présenterons les fonctionnalités développées.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Enfin, nous terminerons par la conclusion ainsi que les perspectives d’amélioration.</a:t>
            </a:r>
            <a:endParaRPr lang="fr-FR" b="0" dirty="0">
              <a:effectLst/>
            </a:endParaRPr>
          </a:p>
          <a:p>
            <a:br>
              <a:rPr lang="fr-FR" dirty="0"/>
            </a:br>
            <a:endParaRPr lang="fr-FR" dirty="0"/>
          </a:p>
        </p:txBody>
      </p:sp>
    </p:spTree>
    <p:extLst>
      <p:ext uri="{BB962C8B-B14F-4D97-AF65-F5344CB8AC3E}">
        <p14:creationId xmlns:p14="http://schemas.microsoft.com/office/powerpoint/2010/main" val="1916180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Commencer par l’introduction et le contexte générale </a:t>
            </a:r>
          </a:p>
          <a:p>
            <a:pPr rtl="0">
              <a:spcBef>
                <a:spcPts val="0"/>
              </a:spcBef>
              <a:spcAft>
                <a:spcPts val="0"/>
              </a:spcAft>
            </a:pPr>
            <a:r>
              <a:rPr lang="fr-FR" sz="1800" b="0" i="0" u="none" strike="noStrike" dirty="0">
                <a:solidFill>
                  <a:srgbClr val="000000"/>
                </a:solidFill>
                <a:effectLst/>
                <a:latin typeface="Calibri" panose="020F0502020204030204" pitchFamily="34" charset="0"/>
              </a:rPr>
              <a:t>Pour commencer, nous présentons brièvement la société d’accueil.</a:t>
            </a:r>
            <a:endParaRPr lang="fr-FR" b="0" dirty="0">
              <a:effectLst/>
            </a:endParaRPr>
          </a:p>
          <a:p>
            <a:pPr rtl="0">
              <a:spcBef>
                <a:spcPts val="0"/>
              </a:spcBef>
              <a:spcAft>
                <a:spcPts val="0"/>
              </a:spcAft>
            </a:pPr>
            <a:r>
              <a:rPr lang="fr-FR" sz="1800" b="0" i="0" u="none" strike="noStrike" dirty="0" err="1">
                <a:solidFill>
                  <a:srgbClr val="000000"/>
                </a:solidFill>
                <a:effectLst/>
                <a:latin typeface="Calibri" panose="020F0502020204030204" pitchFamily="34" charset="0"/>
              </a:rPr>
              <a:t>Optylab</a:t>
            </a:r>
            <a:r>
              <a:rPr lang="fr-FR" sz="1800" b="0" i="0" u="none" strike="noStrike" dirty="0">
                <a:solidFill>
                  <a:srgbClr val="000000"/>
                </a:solidFill>
                <a:effectLst/>
                <a:latin typeface="Calibri" panose="020F0502020204030204" pitchFamily="34" charset="0"/>
              </a:rPr>
              <a:t> est une filiale du groupe OPTYGROS, fondée en 2007 et basée à Sfax. Elle compte aujourd’hui plus de 300 collaborateurs.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L’entreprise est spécialisée dans la fabrication de produits optiques, nécessitant un haut niveau de précision et de qualité.</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Elle se distingue notamment par sa certification </a:t>
            </a:r>
            <a:r>
              <a:rPr lang="fr-FR" sz="1800" b="0" i="0" u="none" strike="noStrike" dirty="0" err="1">
                <a:solidFill>
                  <a:srgbClr val="000000"/>
                </a:solidFill>
                <a:effectLst/>
                <a:latin typeface="Calibri" panose="020F0502020204030204" pitchFamily="34" charset="0"/>
              </a:rPr>
              <a:t>Rodenstock</a:t>
            </a:r>
            <a:r>
              <a:rPr lang="fr-FR" sz="1800" b="0" i="0" u="none" strike="noStrike" dirty="0">
                <a:solidFill>
                  <a:srgbClr val="000000"/>
                </a:solidFill>
                <a:effectLst/>
                <a:latin typeface="Calibri" panose="020F0502020204030204" pitchFamily="34" charset="0"/>
              </a:rPr>
              <a:t>, témoignant de son engagement envers les standards internationaux.</a:t>
            </a:r>
            <a:br>
              <a:rPr lang="fr-FR" b="0" dirty="0">
                <a:effectLst/>
              </a:rPr>
            </a:br>
            <a:br>
              <a:rPr lang="fr-FR" b="0" dirty="0">
                <a:effectLst/>
              </a:rPr>
            </a:br>
            <a:endParaRPr lang="fr-FR" dirty="0"/>
          </a:p>
        </p:txBody>
      </p:sp>
      <p:sp>
        <p:nvSpPr>
          <p:cNvPr id="4" name="Espace réservé du numéro de diapositive 3"/>
          <p:cNvSpPr>
            <a:spLocks noGrp="1"/>
          </p:cNvSpPr>
          <p:nvPr>
            <p:ph type="sldNum" sz="quarter" idx="5"/>
          </p:nvPr>
        </p:nvSpPr>
        <p:spPr/>
        <p:txBody>
          <a:bodyPr/>
          <a:lstStyle/>
          <a:p>
            <a:fld id="{1314E7CB-87E4-4199-8150-09E7DA4D2D52}" type="slidenum">
              <a:rPr lang="en-US" smtClean="0"/>
              <a:t>3</a:t>
            </a:fld>
            <a:endParaRPr lang="en-US"/>
          </a:p>
        </p:txBody>
      </p:sp>
    </p:spTree>
    <p:extLst>
      <p:ext uri="{BB962C8B-B14F-4D97-AF65-F5344CB8AC3E}">
        <p14:creationId xmlns:p14="http://schemas.microsoft.com/office/powerpoint/2010/main" val="3559378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br>
              <a:rPr lang="fr-FR" b="0" dirty="0">
                <a:effectLst/>
              </a:rPr>
            </a:br>
            <a:r>
              <a:rPr lang="fr-FR" sz="1800" b="1" i="0" u="none" strike="noStrike" dirty="0">
                <a:solidFill>
                  <a:srgbClr val="000000"/>
                </a:solidFill>
                <a:effectLst/>
                <a:latin typeface="Calibri" panose="020F0502020204030204" pitchFamily="34" charset="0"/>
              </a:rPr>
              <a:t>Le marché du recrutement connaît aujourd'hui une transformation majeure.</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Les chiffres parlent d'eux-mêmes  depuis les analyses publiées par le laboratoire Indeed </a:t>
            </a:r>
          </a:p>
          <a:p>
            <a:pPr rtl="0">
              <a:spcBef>
                <a:spcPts val="0"/>
              </a:spcBef>
              <a:spcAft>
                <a:spcPts val="0"/>
              </a:spcAft>
            </a:pPr>
            <a:r>
              <a:rPr lang="fr-FR" sz="1800" b="0" i="0" u="none" strike="noStrike" dirty="0">
                <a:solidFill>
                  <a:srgbClr val="000000"/>
                </a:solidFill>
                <a:effectLst/>
                <a:latin typeface="Calibri" panose="020F0502020204030204" pitchFamily="34" charset="0"/>
              </a:rPr>
              <a:t>les offres d'emploi publiées en ligne ont augmenté de </a:t>
            </a:r>
            <a:r>
              <a:rPr lang="fr-FR" sz="1800" b="1" i="0" u="none" strike="noStrike" dirty="0">
                <a:solidFill>
                  <a:srgbClr val="000000"/>
                </a:solidFill>
                <a:effectLst/>
                <a:latin typeface="Calibri" panose="020F0502020204030204" pitchFamily="34" charset="0"/>
              </a:rPr>
              <a:t>+40% depuis 2019</a:t>
            </a:r>
            <a:r>
              <a:rPr lang="fr-FR" sz="1800" b="0" i="0" u="none" strike="noStrike" dirty="0">
                <a:solidFill>
                  <a:srgbClr val="000000"/>
                </a:solidFill>
                <a:effectLst/>
                <a:latin typeface="Calibri" panose="020F0502020204030204" pitchFamily="34" charset="0"/>
              </a:rPr>
              <a:t>, avec en moyenne </a:t>
            </a:r>
            <a:r>
              <a:rPr lang="fr-FR" sz="1800" b="1" i="0" u="none" strike="noStrike" dirty="0">
                <a:solidFill>
                  <a:srgbClr val="000000"/>
                </a:solidFill>
                <a:effectLst/>
                <a:latin typeface="Calibri" panose="020F0502020204030204" pitchFamily="34" charset="0"/>
              </a:rPr>
              <a:t>250 candidatures</a:t>
            </a:r>
            <a:r>
              <a:rPr lang="fr-FR" sz="1800" b="0" i="0" u="none" strike="noStrike" dirty="0">
                <a:solidFill>
                  <a:srgbClr val="000000"/>
                </a:solidFill>
                <a:effectLst/>
                <a:latin typeface="Calibri" panose="020F0502020204030204" pitchFamily="34" charset="0"/>
              </a:rPr>
              <a:t> reçues par offre. Parallèlement, </a:t>
            </a:r>
            <a:r>
              <a:rPr lang="fr-FR" sz="1800" b="1" i="0" u="none" strike="noStrike" dirty="0">
                <a:solidFill>
                  <a:srgbClr val="000000"/>
                </a:solidFill>
                <a:effectLst/>
                <a:latin typeface="Calibri" panose="020F0502020204030204" pitchFamily="34" charset="0"/>
              </a:rPr>
              <a:t>60% du temps RH</a:t>
            </a:r>
            <a:r>
              <a:rPr lang="fr-FR" sz="1800" b="0" i="0" u="none" strike="noStrike" dirty="0">
                <a:solidFill>
                  <a:srgbClr val="000000"/>
                </a:solidFill>
                <a:effectLst/>
                <a:latin typeface="Calibri" panose="020F0502020204030204" pitchFamily="34" charset="0"/>
              </a:rPr>
              <a:t> est encore perdu en tâches administratives manuelles, et </a:t>
            </a:r>
            <a:r>
              <a:rPr lang="fr-FR" sz="1800" b="1" i="0" u="none" strike="noStrike" dirty="0">
                <a:solidFill>
                  <a:srgbClr val="000000"/>
                </a:solidFill>
                <a:effectLst/>
                <a:latin typeface="Calibri" panose="020F0502020204030204" pitchFamily="34" charset="0"/>
              </a:rPr>
              <a:t>70% des entreprises</a:t>
            </a:r>
            <a:r>
              <a:rPr lang="fr-FR" sz="1800" b="0" i="0" u="none" strike="noStrike" dirty="0">
                <a:solidFill>
                  <a:srgbClr val="000000"/>
                </a:solidFill>
                <a:effectLst/>
                <a:latin typeface="Calibri" panose="020F0502020204030204" pitchFamily="34" charset="0"/>
              </a:rPr>
              <a:t> se sont engagées dans la digitalisation de leurs processus RH d'ici 2025.</a:t>
            </a:r>
            <a:endParaRPr lang="fr-FR" b="0" dirty="0">
              <a:effectLst/>
            </a:endParaRPr>
          </a:p>
          <a:p>
            <a:br>
              <a:rPr lang="fr-FR" b="0" dirty="0">
                <a:effectLst/>
              </a:rPr>
            </a:br>
            <a:endParaRPr lang="fr-FR" i="1" dirty="0"/>
          </a:p>
        </p:txBody>
      </p:sp>
      <p:sp>
        <p:nvSpPr>
          <p:cNvPr id="4" name="Slide Number Placeholder 3"/>
          <p:cNvSpPr>
            <a:spLocks noGrp="1"/>
          </p:cNvSpPr>
          <p:nvPr>
            <p:ph type="sldNum" sz="quarter" idx="5"/>
          </p:nvPr>
        </p:nvSpPr>
        <p:spPr/>
        <p:txBody>
          <a:bodyPr/>
          <a:lstStyle/>
          <a:p>
            <a:fld id="{1314E7CB-87E4-4199-8150-09E7DA4D2D52}" type="slidenum">
              <a:rPr lang="en-US" smtClean="0"/>
              <a:t>4</a:t>
            </a:fld>
            <a:endParaRPr lang="en-US"/>
          </a:p>
        </p:txBody>
      </p:sp>
    </p:spTree>
    <p:extLst>
      <p:ext uri="{BB962C8B-B14F-4D97-AF65-F5344CB8AC3E}">
        <p14:creationId xmlns:p14="http://schemas.microsoft.com/office/powerpoint/2010/main" val="2680871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Au regard des limites identifiées, notre problématique est la suivante :</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Au sein d’</a:t>
            </a:r>
            <a:r>
              <a:rPr lang="fr-FR" sz="1800" b="0" i="0" u="none" strike="noStrike" dirty="0" err="1">
                <a:solidFill>
                  <a:srgbClr val="000000"/>
                </a:solidFill>
                <a:effectLst/>
                <a:latin typeface="Calibri" panose="020F0502020204030204" pitchFamily="34" charset="0"/>
              </a:rPr>
              <a:t>Optylab</a:t>
            </a:r>
            <a:r>
              <a:rPr lang="fr-FR" sz="1800" b="0" i="0" u="none" strike="noStrike" dirty="0">
                <a:solidFill>
                  <a:srgbClr val="000000"/>
                </a:solidFill>
                <a:effectLst/>
                <a:latin typeface="Calibri" panose="020F0502020204030204" pitchFamily="34" charset="0"/>
              </a:rPr>
              <a:t>, plusieurs limites ont été identifiées :</a:t>
            </a:r>
            <a:br>
              <a:rPr lang="fr-FR" sz="1800" b="0" i="0" u="none" strike="noStrike" dirty="0">
                <a:solidFill>
                  <a:srgbClr val="000000"/>
                </a:solidFill>
                <a:effectLst/>
                <a:latin typeface="Calibri" panose="020F0502020204030204" pitchFamily="34" charset="0"/>
              </a:rPr>
            </a:br>
            <a:r>
              <a:rPr lang="fr-FR" sz="1800" b="0" i="0" u="none" strike="noStrike" dirty="0">
                <a:solidFill>
                  <a:srgbClr val="000000"/>
                </a:solidFill>
                <a:effectLst/>
                <a:latin typeface="Calibri" panose="020F0502020204030204" pitchFamily="34" charset="0"/>
              </a:rPr>
              <a:t>le traitement manuel des candidatures, l’absence de suivi structuré, ainsi qu’une évaluation souvent subjective des profils.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De plus, le manque de coordination entre les différents acteurs ralentit le processus de recrutement.</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Face à ces constats, notre problématique est la suivante :</a:t>
            </a:r>
            <a:endParaRPr lang="fr-FR" b="0" dirty="0">
              <a:effectLst/>
            </a:endParaRPr>
          </a:p>
          <a:p>
            <a:pPr rtl="0">
              <a:spcBef>
                <a:spcPts val="0"/>
              </a:spcBef>
              <a:spcAft>
                <a:spcPts val="0"/>
              </a:spcAft>
            </a:pPr>
            <a:r>
              <a:rPr lang="fr-FR" sz="1800" b="1" i="0" u="none" strike="noStrike" dirty="0">
                <a:solidFill>
                  <a:srgbClr val="000000"/>
                </a:solidFill>
                <a:effectLst/>
                <a:latin typeface="Calibri" panose="020F0502020204030204" pitchFamily="34" charset="0"/>
              </a:rPr>
              <a:t>Comment concevoir une plateforme intelligente permettant d’automatiser, structurer et optimiser le processus de recrutement ?</a:t>
            </a:r>
            <a:endParaRPr lang="fr-FR" b="0" dirty="0">
              <a:effectLst/>
            </a:endParaRPr>
          </a:p>
          <a:p>
            <a:br>
              <a:rPr lang="fr-FR" b="0" dirty="0">
                <a:effectLst/>
              </a:rPr>
            </a:br>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5</a:t>
            </a:fld>
            <a:endParaRPr lang="en-US"/>
          </a:p>
        </p:txBody>
      </p:sp>
    </p:spTree>
    <p:extLst>
      <p:ext uri="{BB962C8B-B14F-4D97-AF65-F5344CB8AC3E}">
        <p14:creationId xmlns:p14="http://schemas.microsoft.com/office/powerpoint/2010/main" val="2671555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Au sein d’</a:t>
            </a:r>
            <a:r>
              <a:rPr lang="fr-FR" sz="1800" b="0" i="0" u="none" strike="noStrike" dirty="0" err="1">
                <a:solidFill>
                  <a:srgbClr val="000000"/>
                </a:solidFill>
                <a:effectLst/>
                <a:latin typeface="Calibri" panose="020F0502020204030204" pitchFamily="34" charset="0"/>
              </a:rPr>
              <a:t>Optylab</a:t>
            </a:r>
            <a:r>
              <a:rPr lang="fr-FR" sz="1800" b="0" i="0" u="none" strike="noStrike" dirty="0">
                <a:solidFill>
                  <a:srgbClr val="000000"/>
                </a:solidFill>
                <a:effectLst/>
                <a:latin typeface="Calibri" panose="020F0502020204030204" pitchFamily="34" charset="0"/>
              </a:rPr>
              <a:t>, plusieurs limites ont été identifiées :</a:t>
            </a:r>
            <a:br>
              <a:rPr lang="fr-FR" sz="1800" b="0" i="0" u="none" strike="noStrike" dirty="0">
                <a:solidFill>
                  <a:srgbClr val="000000"/>
                </a:solidFill>
                <a:effectLst/>
                <a:latin typeface="Calibri" panose="020F0502020204030204" pitchFamily="34" charset="0"/>
              </a:rPr>
            </a:br>
            <a:r>
              <a:rPr lang="fr-FR" sz="1800" b="0" i="0" u="none" strike="noStrike" dirty="0">
                <a:solidFill>
                  <a:srgbClr val="000000"/>
                </a:solidFill>
                <a:effectLst/>
                <a:latin typeface="Calibri" panose="020F0502020204030204" pitchFamily="34" charset="0"/>
              </a:rPr>
              <a:t>le traitement manuel des candidatures, l’absence de suivi structuré, ainsi qu’une évaluation souvent subjective des profils.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De plus, le manque de coordination entre les différents acteurs ralentit le processus de recrutement.</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Face à ces constats, notre problématique est la suivante :</a:t>
            </a:r>
            <a:endParaRPr lang="fr-FR" b="0" dirty="0">
              <a:effectLst/>
            </a:endParaRPr>
          </a:p>
          <a:p>
            <a:pPr rtl="0">
              <a:spcBef>
                <a:spcPts val="0"/>
              </a:spcBef>
              <a:spcAft>
                <a:spcPts val="0"/>
              </a:spcAft>
            </a:pPr>
            <a:r>
              <a:rPr lang="fr-FR" sz="1800" b="1" i="0" u="none" strike="noStrike" dirty="0">
                <a:solidFill>
                  <a:srgbClr val="000000"/>
                </a:solidFill>
                <a:effectLst/>
                <a:latin typeface="Calibri" panose="020F0502020204030204" pitchFamily="34" charset="0"/>
              </a:rPr>
              <a:t>Comment concevoir une plateforme intelligente permettant d’automatiser, structurer et optimiser le processus de recrutement ?</a:t>
            </a:r>
            <a:endParaRPr lang="fr-FR" b="0" dirty="0">
              <a:effectLst/>
            </a:endParaRPr>
          </a:p>
          <a:p>
            <a:br>
              <a:rPr lang="fr-FR" b="0" dirty="0">
                <a:effectLst/>
              </a:rPr>
            </a:br>
            <a:endParaRPr lang="fr-FR" dirty="0"/>
          </a:p>
        </p:txBody>
      </p:sp>
      <p:sp>
        <p:nvSpPr>
          <p:cNvPr id="4" name="Slide Number Placeholder 3"/>
          <p:cNvSpPr>
            <a:spLocks noGrp="1"/>
          </p:cNvSpPr>
          <p:nvPr>
            <p:ph type="sldNum" sz="quarter" idx="5"/>
          </p:nvPr>
        </p:nvSpPr>
        <p:spPr/>
        <p:txBody>
          <a:bodyPr/>
          <a:lstStyle/>
          <a:p>
            <a:fld id="{1314E7CB-87E4-4199-8150-09E7DA4D2D52}" type="slidenum">
              <a:rPr lang="en-US" smtClean="0"/>
              <a:t>6</a:t>
            </a:fld>
            <a:endParaRPr lang="en-US"/>
          </a:p>
        </p:txBody>
      </p:sp>
    </p:spTree>
    <p:extLst>
      <p:ext uri="{BB962C8B-B14F-4D97-AF65-F5344CB8AC3E}">
        <p14:creationId xmlns:p14="http://schemas.microsoft.com/office/powerpoint/2010/main" val="1946767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Pour répondre aux limites identifiées, nous proposons une plateforme de recrutement intelligente qui automatise et optimise le processus de recrutement.</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La solution permet de gérer les offres d’emploi, analyser les candidatures de manière intelligente, générer des quiz techniques et faciliter les entretiens ainsi que l’évaluation des candidats.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L’objectif est de rendre le recrutement plus rapide, structuré et efficace.</a:t>
            </a:r>
            <a:endParaRPr lang="fr-FR" b="0" dirty="0">
              <a:effectLst/>
            </a:endParaRPr>
          </a:p>
          <a:p>
            <a:br>
              <a:rPr lang="fr-FR" b="0" dirty="0">
                <a:effectLst/>
              </a:rPr>
            </a:br>
            <a:br>
              <a:rPr lang="fr-FR" b="0" dirty="0">
                <a:effectLst/>
              </a:rPr>
            </a:br>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7</a:t>
            </a:fld>
            <a:endParaRPr lang="en-US"/>
          </a:p>
        </p:txBody>
      </p:sp>
    </p:spTree>
    <p:extLst>
      <p:ext uri="{BB962C8B-B14F-4D97-AF65-F5344CB8AC3E}">
        <p14:creationId xmlns:p14="http://schemas.microsoft.com/office/powerpoint/2010/main" val="786259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4C389-919D-CBAC-F5DC-F3D38D5AB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5073A-FF20-B5EB-CA6F-9E5CCD199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4E730-0F1D-D9D1-D4DC-C503F4646F32}"/>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Les principaux objectifs de notre solution sont d’automatiser le processus de recrutement, aider les recruteurs à prendre des décisions plus efficaces et réduire les tâches manuelles.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La plateforme permet également de centraliser les données de recrutement et de diminuer le temps de traitement des candidatures. </a:t>
            </a:r>
            <a:endParaRPr lang="fr-FR" b="0" dirty="0">
              <a:effectLst/>
            </a:endParaRPr>
          </a:p>
          <a:p>
            <a:br>
              <a:rPr lang="fr-FR" b="0" dirty="0">
                <a:effectLst/>
              </a:rPr>
            </a:br>
            <a:br>
              <a:rPr lang="fr-FR" b="0" dirty="0">
                <a:effectLst/>
              </a:rPr>
            </a:br>
            <a:endParaRPr lang="en-US" dirty="0"/>
          </a:p>
        </p:txBody>
      </p:sp>
      <p:sp>
        <p:nvSpPr>
          <p:cNvPr id="4" name="Slide Number Placeholder 3">
            <a:extLst>
              <a:ext uri="{FF2B5EF4-FFF2-40B4-BE49-F238E27FC236}">
                <a16:creationId xmlns:a16="http://schemas.microsoft.com/office/drawing/2014/main" id="{8C2F9AB6-07A0-D494-B50C-2657A7640F0D}"/>
              </a:ext>
            </a:extLst>
          </p:cNvPr>
          <p:cNvSpPr>
            <a:spLocks noGrp="1"/>
          </p:cNvSpPr>
          <p:nvPr>
            <p:ph type="sldNum" sz="quarter" idx="5"/>
          </p:nvPr>
        </p:nvSpPr>
        <p:spPr/>
        <p:txBody>
          <a:bodyPr/>
          <a:lstStyle/>
          <a:p>
            <a:fld id="{1314E7CB-87E4-4199-8150-09E7DA4D2D52}" type="slidenum">
              <a:rPr lang="en-US" smtClean="0"/>
              <a:t>8</a:t>
            </a:fld>
            <a:endParaRPr lang="en-US"/>
          </a:p>
        </p:txBody>
      </p:sp>
    </p:spTree>
    <p:extLst>
      <p:ext uri="{BB962C8B-B14F-4D97-AF65-F5344CB8AC3E}">
        <p14:creationId xmlns:p14="http://schemas.microsoft.com/office/powerpoint/2010/main" val="1235813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F43B-98E2-E1EE-60E8-46C1E62C67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275F44-B8A3-668C-829A-DB9BEC55885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51DB39-5D37-C449-34DB-B021A84CC48E}"/>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Passons maintenant à la deuxième partie : la </a:t>
            </a:r>
            <a:r>
              <a:rPr lang="fr-FR" sz="1800" b="1" i="0" u="none" strike="noStrike" dirty="0">
                <a:solidFill>
                  <a:srgbClr val="000000"/>
                </a:solidFill>
                <a:effectLst/>
                <a:latin typeface="Calibri" panose="020F0502020204030204" pitchFamily="34" charset="0"/>
              </a:rPr>
              <a:t>conception de la solution</a:t>
            </a:r>
            <a:r>
              <a:rPr lang="fr-FR" sz="1800" b="0" i="0" u="none" strike="noStrike" dirty="0">
                <a:solidFill>
                  <a:srgbClr val="000000"/>
                </a:solidFill>
                <a:effectLst/>
                <a:latin typeface="Calibri" panose="020F0502020204030204" pitchFamily="34" charset="0"/>
              </a:rPr>
              <a:t>. </a:t>
            </a:r>
            <a:endParaRPr lang="fr-FR" b="0" dirty="0">
              <a:effectLst/>
            </a:endParaRPr>
          </a:p>
          <a:p>
            <a:br>
              <a:rPr lang="fr-FR" dirty="0"/>
            </a:br>
            <a:endParaRPr lang="fr-FR" dirty="0"/>
          </a:p>
        </p:txBody>
      </p:sp>
    </p:spTree>
    <p:extLst>
      <p:ext uri="{BB962C8B-B14F-4D97-AF65-F5344CB8AC3E}">
        <p14:creationId xmlns:p14="http://schemas.microsoft.com/office/powerpoint/2010/main" val="1002369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4C389-919D-CBAC-F5DC-F3D38D5AB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5073A-FF20-B5EB-CA6F-9E5CCD199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4E730-0F1D-D9D1-D4DC-C503F4646F32}"/>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Nous commençons par présenter les acteurs de notre système ainsi que leurs besoins fonctionnels, notre acteur principal c’est le recruteur c’est lui qui </a:t>
            </a:r>
            <a:r>
              <a:rPr lang="fr-FR" sz="1800" b="0" i="0" u="none" strike="noStrike" dirty="0" err="1">
                <a:solidFill>
                  <a:srgbClr val="000000"/>
                </a:solidFill>
                <a:effectLst/>
                <a:latin typeface="Calibri" panose="020F0502020204030204" pitchFamily="34" charset="0"/>
              </a:rPr>
              <a:t>gére</a:t>
            </a:r>
            <a:r>
              <a:rPr lang="fr-FR" sz="1800" b="0" i="0" u="none" strike="noStrike" dirty="0">
                <a:solidFill>
                  <a:srgbClr val="000000"/>
                </a:solidFill>
                <a:effectLst/>
                <a:latin typeface="Calibri" panose="020F0502020204030204" pitchFamily="34" charset="0"/>
              </a:rPr>
              <a:t> tout dans la plateforme il planifie les entretiens et évalue les candidats …..</a:t>
            </a:r>
            <a:endParaRPr lang="fr-FR" b="0" dirty="0">
              <a:effectLst/>
            </a:endParaRPr>
          </a:p>
          <a:p>
            <a:br>
              <a:rPr lang="fr-FR" dirty="0"/>
            </a:br>
            <a:endParaRPr lang="en-US" dirty="0"/>
          </a:p>
        </p:txBody>
      </p:sp>
      <p:sp>
        <p:nvSpPr>
          <p:cNvPr id="4" name="Slide Number Placeholder 3">
            <a:extLst>
              <a:ext uri="{FF2B5EF4-FFF2-40B4-BE49-F238E27FC236}">
                <a16:creationId xmlns:a16="http://schemas.microsoft.com/office/drawing/2014/main" id="{8C2F9AB6-07A0-D494-B50C-2657A7640F0D}"/>
              </a:ext>
            </a:extLst>
          </p:cNvPr>
          <p:cNvSpPr>
            <a:spLocks noGrp="1"/>
          </p:cNvSpPr>
          <p:nvPr>
            <p:ph type="sldNum" sz="quarter" idx="5"/>
          </p:nvPr>
        </p:nvSpPr>
        <p:spPr/>
        <p:txBody>
          <a:bodyPr/>
          <a:lstStyle/>
          <a:p>
            <a:fld id="{1314E7CB-87E4-4199-8150-09E7DA4D2D52}" type="slidenum">
              <a:rPr lang="en-US" smtClean="0"/>
              <a:t>10</a:t>
            </a:fld>
            <a:endParaRPr lang="en-US"/>
          </a:p>
        </p:txBody>
      </p:sp>
    </p:spTree>
    <p:extLst>
      <p:ext uri="{BB962C8B-B14F-4D97-AF65-F5344CB8AC3E}">
        <p14:creationId xmlns:p14="http://schemas.microsoft.com/office/powerpoint/2010/main" val="4231823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1" i="0" u="none" strike="noStrike" dirty="0">
                <a:solidFill>
                  <a:srgbClr val="000000"/>
                </a:solidFill>
                <a:effectLst/>
                <a:latin typeface="Calibri" panose="020F0502020204030204" pitchFamily="34" charset="0"/>
              </a:rPr>
              <a:t>Passons maintenant aux besoins non fonctionnels qui définissent les critères de qualité de notre plateforme</a:t>
            </a:r>
          </a:p>
          <a:p>
            <a:pPr rtl="0">
              <a:spcBef>
                <a:spcPts val="0"/>
              </a:spcBef>
              <a:spcAft>
                <a:spcPts val="0"/>
              </a:spcAft>
            </a:pPr>
            <a:r>
              <a:rPr lang="fr-FR" sz="1800" b="1" i="0" u="none" strike="noStrike" dirty="0">
                <a:solidFill>
                  <a:srgbClr val="000000"/>
                </a:solidFill>
                <a:effectLst/>
                <a:latin typeface="Calibri" panose="020F0502020204030204" pitchFamily="34" charset="0"/>
              </a:rPr>
              <a:t>Au niveau de la sécurité nous avons respecté certaines pratiques de l’</a:t>
            </a:r>
            <a:r>
              <a:rPr lang="fr-FR" sz="1800" b="1" i="0" u="none" strike="noStrike" dirty="0" err="1">
                <a:solidFill>
                  <a:srgbClr val="000000"/>
                </a:solidFill>
                <a:effectLst/>
                <a:latin typeface="Calibri" panose="020F0502020204030204" pitchFamily="34" charset="0"/>
              </a:rPr>
              <a:t>owasp</a:t>
            </a:r>
            <a:r>
              <a:rPr lang="fr-FR" sz="1800" b="1" i="0" u="none" strike="noStrike" dirty="0">
                <a:solidFill>
                  <a:srgbClr val="000000"/>
                </a:solidFill>
                <a:effectLst/>
                <a:latin typeface="Calibri" panose="020F0502020204030204" pitchFamily="34" charset="0"/>
              </a:rPr>
              <a:t> notamment la protection contre les injections NOSQL, nous avons mis en place un </a:t>
            </a:r>
            <a:r>
              <a:rPr lang="fr-FR" sz="1800" b="1" i="0" u="none" strike="noStrike" dirty="0" err="1">
                <a:solidFill>
                  <a:srgbClr val="000000"/>
                </a:solidFill>
                <a:effectLst/>
                <a:latin typeface="Calibri" panose="020F0502020204030204" pitchFamily="34" charset="0"/>
              </a:rPr>
              <a:t>mecansime</a:t>
            </a:r>
            <a:r>
              <a:rPr lang="fr-FR" sz="1800" b="1" i="0" u="none" strike="noStrike" dirty="0">
                <a:solidFill>
                  <a:srgbClr val="000000"/>
                </a:solidFill>
                <a:effectLst/>
                <a:latin typeface="Calibri" panose="020F0502020204030204" pitchFamily="34" charset="0"/>
              </a:rPr>
              <a:t> d’</a:t>
            </a:r>
            <a:r>
              <a:rPr lang="fr-FR" sz="1800" b="1" i="0" u="none" strike="noStrike" dirty="0" err="1">
                <a:solidFill>
                  <a:srgbClr val="000000"/>
                </a:solidFill>
                <a:effectLst/>
                <a:latin typeface="Calibri" panose="020F0502020204030204" pitchFamily="34" charset="0"/>
              </a:rPr>
              <a:t>auth</a:t>
            </a:r>
            <a:r>
              <a:rPr lang="fr-FR" sz="1800" b="1" i="0" u="none" strike="noStrike" dirty="0">
                <a:solidFill>
                  <a:srgbClr val="000000"/>
                </a:solidFill>
                <a:effectLst/>
                <a:latin typeface="Calibri" panose="020F0502020204030204" pitchFamily="34" charset="0"/>
              </a:rPr>
              <a:t> </a:t>
            </a:r>
            <a:r>
              <a:rPr lang="fr-FR" sz="1800" b="1" i="0" u="none" strike="noStrike" dirty="0" err="1">
                <a:solidFill>
                  <a:srgbClr val="000000"/>
                </a:solidFill>
                <a:effectLst/>
                <a:latin typeface="Calibri" panose="020F0502020204030204" pitchFamily="34" charset="0"/>
              </a:rPr>
              <a:t>securise</a:t>
            </a:r>
            <a:r>
              <a:rPr lang="fr-FR" sz="1800" b="1" i="0" u="none" strike="noStrike" dirty="0">
                <a:solidFill>
                  <a:srgbClr val="000000"/>
                </a:solidFill>
                <a:effectLst/>
                <a:latin typeface="Calibri" panose="020F0502020204030204" pitchFamily="34" charset="0"/>
              </a:rPr>
              <a:t> en utilisant le </a:t>
            </a:r>
            <a:r>
              <a:rPr lang="fr-FR" sz="1800" b="1" i="0" u="none" strike="noStrike" dirty="0" err="1">
                <a:solidFill>
                  <a:srgbClr val="000000"/>
                </a:solidFill>
                <a:effectLst/>
                <a:latin typeface="Calibri" panose="020F0502020204030204" pitchFamily="34" charset="0"/>
              </a:rPr>
              <a:t>jwt</a:t>
            </a:r>
            <a:r>
              <a:rPr lang="fr-FR" sz="1800" b="1" i="0" u="none" strike="noStrike" dirty="0">
                <a:solidFill>
                  <a:srgbClr val="000000"/>
                </a:solidFill>
                <a:effectLst/>
                <a:latin typeface="Calibri" panose="020F0502020204030204" pitchFamily="34" charset="0"/>
              </a:rPr>
              <a:t>, le chiffrement des mots de passe et un contrôle d’</a:t>
            </a:r>
            <a:r>
              <a:rPr lang="fr-FR" sz="1800" b="1" i="0" u="none" strike="noStrike" dirty="0" err="1">
                <a:solidFill>
                  <a:srgbClr val="000000"/>
                </a:solidFill>
                <a:effectLst/>
                <a:latin typeface="Calibri" panose="020F0502020204030204" pitchFamily="34" charset="0"/>
              </a:rPr>
              <a:t>acces</a:t>
            </a:r>
            <a:r>
              <a:rPr lang="fr-FR" sz="1800" b="1" i="0" u="none" strike="noStrike" dirty="0">
                <a:solidFill>
                  <a:srgbClr val="000000"/>
                </a:solidFill>
                <a:effectLst/>
                <a:latin typeface="Calibri" panose="020F0502020204030204" pitchFamily="34" charset="0"/>
              </a:rPr>
              <a:t> strict ou chaque acteur </a:t>
            </a:r>
            <a:r>
              <a:rPr lang="fr-FR" sz="1800" b="1" i="0" u="none" strike="noStrike" dirty="0" err="1">
                <a:solidFill>
                  <a:srgbClr val="000000"/>
                </a:solidFill>
                <a:effectLst/>
                <a:latin typeface="Calibri" panose="020F0502020204030204" pitchFamily="34" charset="0"/>
              </a:rPr>
              <a:t>accede</a:t>
            </a:r>
            <a:r>
              <a:rPr lang="fr-FR" sz="1800" b="1" i="0" u="none" strike="noStrike" dirty="0">
                <a:solidFill>
                  <a:srgbClr val="000000"/>
                </a:solidFill>
                <a:effectLst/>
                <a:latin typeface="Calibri" panose="020F0502020204030204" pitchFamily="34" charset="0"/>
              </a:rPr>
              <a:t> uniquement a ces </a:t>
            </a:r>
            <a:r>
              <a:rPr lang="fr-FR" sz="1800" b="1" i="0" u="none" strike="noStrike" dirty="0" err="1">
                <a:solidFill>
                  <a:srgbClr val="000000"/>
                </a:solidFill>
                <a:effectLst/>
                <a:latin typeface="Calibri" panose="020F0502020204030204" pitchFamily="34" charset="0"/>
              </a:rPr>
              <a:t>fonctionnalites</a:t>
            </a:r>
            <a:r>
              <a:rPr lang="fr-FR" sz="1800" b="1" i="0" u="none" strike="noStrike" dirty="0">
                <a:solidFill>
                  <a:srgbClr val="000000"/>
                </a:solidFill>
                <a:effectLst/>
                <a:latin typeface="Calibri" panose="020F0502020204030204" pitchFamily="34" charset="0"/>
              </a:rPr>
              <a:t>.</a:t>
            </a:r>
          </a:p>
          <a:p>
            <a:pPr rtl="0">
              <a:spcBef>
                <a:spcPts val="0"/>
              </a:spcBef>
              <a:spcAft>
                <a:spcPts val="0"/>
              </a:spcAft>
            </a:pPr>
            <a:r>
              <a:rPr lang="fr-FR" sz="1800" b="1" i="0" u="none" strike="noStrike" dirty="0">
                <a:solidFill>
                  <a:srgbClr val="000000"/>
                </a:solidFill>
                <a:effectLst/>
                <a:latin typeface="Calibri" panose="020F0502020204030204" pitchFamily="34" charset="0"/>
              </a:rPr>
              <a:t>Pour la fiabilité, la plateforme doit présenter un fonctionnement stable et une robustesse suffisantes</a:t>
            </a:r>
          </a:p>
          <a:p>
            <a:pPr rtl="0">
              <a:spcBef>
                <a:spcPts val="0"/>
              </a:spcBef>
              <a:spcAft>
                <a:spcPts val="0"/>
              </a:spcAft>
            </a:pPr>
            <a:r>
              <a:rPr lang="fr-FR" sz="1800" b="1" i="0" u="none" strike="noStrike" dirty="0">
                <a:solidFill>
                  <a:srgbClr val="000000"/>
                </a:solidFill>
                <a:effectLst/>
                <a:latin typeface="Calibri" panose="020F0502020204030204" pitchFamily="34" charset="0"/>
              </a:rPr>
              <a:t>Concernant la </a:t>
            </a:r>
            <a:r>
              <a:rPr lang="fr-FR" sz="1800" b="1" i="0" u="none" strike="noStrike" dirty="0" err="1">
                <a:solidFill>
                  <a:srgbClr val="000000"/>
                </a:solidFill>
                <a:effectLst/>
                <a:latin typeface="Calibri" panose="020F0502020204030204" pitchFamily="34" charset="0"/>
              </a:rPr>
              <a:t>scalabilite</a:t>
            </a:r>
            <a:r>
              <a:rPr lang="fr-FR" sz="1800" b="1" i="0" u="none" strike="noStrike" dirty="0">
                <a:solidFill>
                  <a:srgbClr val="000000"/>
                </a:solidFill>
                <a:effectLst/>
                <a:latin typeface="Calibri" panose="020F0502020204030204" pitchFamily="34" charset="0"/>
              </a:rPr>
              <a:t>, notre système doit supporter une augmentation dans le nb des utilisateurs et des </a:t>
            </a:r>
            <a:r>
              <a:rPr lang="fr-FR" sz="1800" b="1" i="0" u="none" strike="noStrike" dirty="0" err="1">
                <a:solidFill>
                  <a:srgbClr val="000000"/>
                </a:solidFill>
                <a:effectLst/>
                <a:latin typeface="Calibri" panose="020F0502020204030204" pitchFamily="34" charset="0"/>
              </a:rPr>
              <a:t>donnees</a:t>
            </a:r>
            <a:r>
              <a:rPr lang="fr-FR" sz="1800" b="1" i="0" u="none" strike="noStrike" dirty="0">
                <a:solidFill>
                  <a:srgbClr val="000000"/>
                </a:solidFill>
                <a:effectLst/>
                <a:latin typeface="Calibri" panose="020F0502020204030204" pitchFamily="34" charset="0"/>
              </a:rPr>
              <a:t> </a:t>
            </a:r>
          </a:p>
          <a:p>
            <a:pPr rtl="0">
              <a:spcBef>
                <a:spcPts val="0"/>
              </a:spcBef>
              <a:spcAft>
                <a:spcPts val="0"/>
              </a:spcAft>
            </a:pPr>
            <a:r>
              <a:rPr lang="fr-FR" sz="2800" b="1" dirty="0"/>
              <a:t>Nous devons également prendre en compte la conformité légale </a:t>
            </a:r>
            <a:r>
              <a:rPr lang="fr-FR" sz="1800" b="1" i="0" u="none" strike="noStrike" dirty="0">
                <a:solidFill>
                  <a:srgbClr val="000000"/>
                </a:solidFill>
                <a:effectLst/>
                <a:latin typeface="Calibri" panose="020F0502020204030204" pitchFamily="34" charset="0"/>
              </a:rPr>
              <a:t>a travers le stockage </a:t>
            </a:r>
            <a:r>
              <a:rPr lang="fr-FR" sz="1800" b="1" i="0" u="none" strike="noStrike" dirty="0" err="1">
                <a:solidFill>
                  <a:srgbClr val="000000"/>
                </a:solidFill>
                <a:effectLst/>
                <a:latin typeface="Calibri" panose="020F0502020204030204" pitchFamily="34" charset="0"/>
              </a:rPr>
              <a:t>securise</a:t>
            </a:r>
            <a:r>
              <a:rPr lang="fr-FR" sz="1800" b="1" i="0" u="none" strike="noStrike" dirty="0">
                <a:solidFill>
                  <a:srgbClr val="000000"/>
                </a:solidFill>
                <a:effectLst/>
                <a:latin typeface="Calibri" panose="020F0502020204030204" pitchFamily="34" charset="0"/>
              </a:rPr>
              <a:t> uniquement des </a:t>
            </a:r>
            <a:r>
              <a:rPr lang="fr-FR" sz="1800" b="1" i="0" u="none" strike="noStrike" dirty="0" err="1">
                <a:solidFill>
                  <a:srgbClr val="000000"/>
                </a:solidFill>
                <a:effectLst/>
                <a:latin typeface="Calibri" panose="020F0502020204030204" pitchFamily="34" charset="0"/>
              </a:rPr>
              <a:t>donnees</a:t>
            </a:r>
            <a:r>
              <a:rPr lang="fr-FR" sz="1800" b="1" i="0" u="none" strike="noStrike" dirty="0">
                <a:solidFill>
                  <a:srgbClr val="000000"/>
                </a:solidFill>
                <a:effectLst/>
                <a:latin typeface="Calibri" panose="020F0502020204030204" pitchFamily="34" charset="0"/>
              </a:rPr>
              <a:t> nécessaires avec une durée de conservation limitée</a:t>
            </a:r>
          </a:p>
          <a:p>
            <a:pPr rtl="0">
              <a:spcBef>
                <a:spcPts val="0"/>
              </a:spcBef>
              <a:spcAft>
                <a:spcPts val="0"/>
              </a:spcAft>
            </a:pPr>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11</a:t>
            </a:fld>
            <a:endParaRPr lang="en-US"/>
          </a:p>
        </p:txBody>
      </p:sp>
    </p:spTree>
    <p:extLst>
      <p:ext uri="{BB962C8B-B14F-4D97-AF65-F5344CB8AC3E}">
        <p14:creationId xmlns:p14="http://schemas.microsoft.com/office/powerpoint/2010/main" val="723045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1" i="0" u="none" strike="noStrike" dirty="0">
                <a:solidFill>
                  <a:srgbClr val="000000"/>
                </a:solidFill>
                <a:effectLst/>
                <a:latin typeface="Calibri" panose="020F0502020204030204" pitchFamily="34" charset="0"/>
              </a:rPr>
              <a:t>En plus</a:t>
            </a:r>
            <a:r>
              <a:rPr lang="fr-FR" sz="1800" b="0" i="0" u="none" strike="noStrike" dirty="0">
                <a:solidFill>
                  <a:srgbClr val="000000"/>
                </a:solidFill>
                <a:effectLst/>
                <a:latin typeface="Calibri" panose="020F0502020204030204" pitchFamily="34" charset="0"/>
              </a:rPr>
              <a:t>, la maintenance doit être facile afin de permettre des futures </a:t>
            </a:r>
            <a:r>
              <a:rPr lang="fr-FR" sz="1800" b="0" i="0" u="none" strike="noStrike" dirty="0" err="1">
                <a:solidFill>
                  <a:srgbClr val="000000"/>
                </a:solidFill>
                <a:effectLst/>
                <a:latin typeface="Calibri" panose="020F0502020204030204" pitchFamily="34" charset="0"/>
              </a:rPr>
              <a:t>evolutions</a:t>
            </a:r>
            <a:endParaRPr lang="fr-FR" b="0" dirty="0">
              <a:effectLst/>
            </a:endParaRPr>
          </a:p>
          <a:p>
            <a:pPr rtl="0">
              <a:spcBef>
                <a:spcPts val="0"/>
              </a:spcBef>
              <a:spcAft>
                <a:spcPts val="0"/>
              </a:spcAft>
            </a:pPr>
            <a:r>
              <a:rPr lang="fr-FR" sz="1800" b="1" i="0" u="none" strike="noStrike" dirty="0">
                <a:solidFill>
                  <a:srgbClr val="000000"/>
                </a:solidFill>
                <a:effectLst/>
                <a:latin typeface="Calibri" panose="020F0502020204030204" pitchFamily="34" charset="0"/>
              </a:rPr>
              <a:t>La facilité d’utilisation</a:t>
            </a:r>
            <a:r>
              <a:rPr lang="fr-FR" sz="1800" b="0" i="0" u="none" strike="noStrike" dirty="0">
                <a:solidFill>
                  <a:srgbClr val="000000"/>
                </a:solidFill>
                <a:effectLst/>
                <a:latin typeface="Calibri" panose="020F0502020204030204" pitchFamily="34" charset="0"/>
              </a:rPr>
              <a:t> est assurée grâce à une interface intuitive et une navigation simple.</a:t>
            </a:r>
            <a:endParaRPr lang="fr-FR" b="0" dirty="0">
              <a:effectLst/>
            </a:endParaRPr>
          </a:p>
          <a:p>
            <a:pPr rtl="0">
              <a:spcBef>
                <a:spcPts val="0"/>
              </a:spcBef>
              <a:spcAft>
                <a:spcPts val="0"/>
              </a:spcAft>
            </a:pPr>
            <a:r>
              <a:rPr lang="fr-FR" sz="1800" b="1" i="0" u="none" strike="noStrike" dirty="0">
                <a:solidFill>
                  <a:srgbClr val="000000"/>
                </a:solidFill>
                <a:effectLst/>
                <a:latin typeface="Calibri" panose="020F0502020204030204" pitchFamily="34" charset="0"/>
              </a:rPr>
              <a:t>Enfin, nous avons optimise la vitesse d’</a:t>
            </a:r>
            <a:r>
              <a:rPr lang="fr-FR" sz="1800" b="1" i="0" u="none" strike="noStrike" dirty="0" err="1">
                <a:solidFill>
                  <a:srgbClr val="000000"/>
                </a:solidFill>
                <a:effectLst/>
                <a:latin typeface="Calibri" panose="020F0502020204030204" pitchFamily="34" charset="0"/>
              </a:rPr>
              <a:t>execution</a:t>
            </a:r>
            <a:r>
              <a:rPr lang="fr-FR" sz="1800" b="1" i="0" u="none" strike="noStrike" dirty="0">
                <a:solidFill>
                  <a:srgbClr val="000000"/>
                </a:solidFill>
                <a:effectLst/>
                <a:latin typeface="Calibri" panose="020F0502020204030204" pitchFamily="34" charset="0"/>
              </a:rPr>
              <a:t> ainsi que les délais de chargement afin de garantir une meilleure performance</a:t>
            </a:r>
            <a:endParaRPr lang="fr-FR" b="0" dirty="0">
              <a:effectLst/>
            </a:endParaRPr>
          </a:p>
          <a:p>
            <a:br>
              <a:rPr lang="fr-FR" b="0" dirty="0">
                <a:effectLst/>
              </a:rPr>
            </a:br>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12</a:t>
            </a:fld>
            <a:endParaRPr lang="en-US"/>
          </a:p>
        </p:txBody>
      </p:sp>
    </p:spTree>
    <p:extLst>
      <p:ext uri="{BB962C8B-B14F-4D97-AF65-F5344CB8AC3E}">
        <p14:creationId xmlns:p14="http://schemas.microsoft.com/office/powerpoint/2010/main" val="2784535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4000" dirty="0"/>
              <a:t>Notre solution repose sur une architecture N-Tier composée de quatre couches principales.</a:t>
            </a:r>
          </a:p>
          <a:p>
            <a:r>
              <a:rPr lang="fr-FR" sz="4000" dirty="0"/>
              <a:t>La couche présentation, développée avec Next.js, permet une interaction fluide via le navigateur. </a:t>
            </a:r>
          </a:p>
          <a:p>
            <a:r>
              <a:rPr lang="fr-FR" sz="4000" dirty="0"/>
              <a:t>La couche métier centralise la logique applicative et orchestre les échanges via des API REST sécurisées.</a:t>
            </a:r>
          </a:p>
          <a:p>
            <a:r>
              <a:rPr lang="fr-FR" sz="4000" dirty="0"/>
              <a:t>La couche de persistance gère les données avec MongoDB Atlas. </a:t>
            </a:r>
          </a:p>
          <a:p>
            <a:r>
              <a:rPr lang="fr-FR" sz="4000" dirty="0"/>
              <a:t>Enfin, la couche IA, développée avec </a:t>
            </a:r>
            <a:r>
              <a:rPr lang="fr-FR" sz="4000" dirty="0" err="1"/>
              <a:t>FastAPI</a:t>
            </a:r>
            <a:r>
              <a:rPr lang="fr-FR" sz="4000" dirty="0"/>
              <a:t> et intégrant des services NLP et un modèle </a:t>
            </a:r>
            <a:r>
              <a:rPr lang="fr-FR" sz="4000" dirty="0" err="1"/>
              <a:t>LLaMA</a:t>
            </a:r>
            <a:r>
              <a:rPr lang="fr-FR" sz="4000" dirty="0"/>
              <a:t> via </a:t>
            </a:r>
            <a:r>
              <a:rPr lang="fr-FR" sz="4000" dirty="0" err="1"/>
              <a:t>Groq</a:t>
            </a:r>
            <a:r>
              <a:rPr lang="fr-FR" sz="4000" dirty="0"/>
              <a:t>, assure les traitements intelligents. </a:t>
            </a:r>
          </a:p>
          <a:p>
            <a:r>
              <a:rPr lang="fr-FR" sz="4000" dirty="0"/>
              <a:t>L’ensemble est complété par des services externes tels que </a:t>
            </a:r>
            <a:r>
              <a:rPr lang="fr-FR" sz="4000" dirty="0" err="1"/>
              <a:t>smtp</a:t>
            </a:r>
            <a:r>
              <a:rPr lang="fr-FR" sz="4000" dirty="0"/>
              <a:t> pour envoi d’email, google </a:t>
            </a:r>
            <a:r>
              <a:rPr lang="fr-FR" sz="4000" dirty="0" err="1"/>
              <a:t>calendar</a:t>
            </a:r>
            <a:r>
              <a:rPr lang="fr-FR" sz="4000" dirty="0"/>
              <a:t> pour planification des entretiens et api </a:t>
            </a:r>
            <a:r>
              <a:rPr lang="fr-FR" sz="4000" dirty="0" err="1"/>
              <a:t>linkedin</a:t>
            </a:r>
            <a:r>
              <a:rPr lang="fr-FR" sz="4000" dirty="0"/>
              <a:t> pour publication des offres</a:t>
            </a:r>
          </a:p>
          <a:p>
            <a:r>
              <a:rPr lang="fr-FR" sz="4000" dirty="0"/>
              <a:t>Cette </a:t>
            </a:r>
            <a:r>
              <a:rPr lang="fr-FR" sz="4000" dirty="0" err="1"/>
              <a:t>arch</a:t>
            </a:r>
            <a:r>
              <a:rPr lang="fr-FR" sz="4000" dirty="0"/>
              <a:t> </a:t>
            </a:r>
            <a:r>
              <a:rPr lang="fr-FR" sz="4000" dirty="0" err="1"/>
              <a:t>grantit</a:t>
            </a:r>
            <a:r>
              <a:rPr lang="fr-FR" sz="4000" dirty="0"/>
              <a:t> une sol scalable maintenable et intelligente.</a:t>
            </a:r>
            <a:endParaRPr lang="fr-FR" sz="2800" dirty="0"/>
          </a:p>
        </p:txBody>
      </p:sp>
      <p:sp>
        <p:nvSpPr>
          <p:cNvPr id="4" name="Slide Number Placeholder 3"/>
          <p:cNvSpPr>
            <a:spLocks noGrp="1"/>
          </p:cNvSpPr>
          <p:nvPr>
            <p:ph type="sldNum" sz="quarter" idx="5"/>
          </p:nvPr>
        </p:nvSpPr>
        <p:spPr/>
        <p:txBody>
          <a:bodyPr/>
          <a:lstStyle/>
          <a:p>
            <a:fld id="{1314E7CB-87E4-4199-8150-09E7DA4D2D52}" type="slidenum">
              <a:rPr lang="en-US" smtClean="0"/>
              <a:t>15</a:t>
            </a:fld>
            <a:endParaRPr lang="en-US"/>
          </a:p>
        </p:txBody>
      </p:sp>
    </p:spTree>
    <p:extLst>
      <p:ext uri="{BB962C8B-B14F-4D97-AF65-F5344CB8AC3E}">
        <p14:creationId xmlns:p14="http://schemas.microsoft.com/office/powerpoint/2010/main" val="2605543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4000" dirty="0"/>
              <a:t>Nous avons déployé et hébergé notre solution sur un serveur de l’entreprise. Chaque composant de l’application est isolé dans un conteneur Docker, ce qui améliore la modularité et la maintenance. </a:t>
            </a:r>
            <a:r>
              <a:rPr lang="fr-FR" sz="4000"/>
              <a:t>Enfin, Docker Compose nous permet de lancer et de gérer l’ensemble de l’application facilement à partir d’une seule commande.</a:t>
            </a:r>
            <a:endParaRPr lang="fr-FR" sz="2800" dirty="0"/>
          </a:p>
        </p:txBody>
      </p:sp>
      <p:sp>
        <p:nvSpPr>
          <p:cNvPr id="4" name="Slide Number Placeholder 3"/>
          <p:cNvSpPr>
            <a:spLocks noGrp="1"/>
          </p:cNvSpPr>
          <p:nvPr>
            <p:ph type="sldNum" sz="quarter" idx="5"/>
          </p:nvPr>
        </p:nvSpPr>
        <p:spPr/>
        <p:txBody>
          <a:bodyPr/>
          <a:lstStyle/>
          <a:p>
            <a:fld id="{1314E7CB-87E4-4199-8150-09E7DA4D2D52}" type="slidenum">
              <a:rPr lang="en-US" smtClean="0"/>
              <a:t>16</a:t>
            </a:fld>
            <a:endParaRPr lang="en-US"/>
          </a:p>
        </p:txBody>
      </p:sp>
    </p:spTree>
    <p:extLst>
      <p:ext uri="{BB962C8B-B14F-4D97-AF65-F5344CB8AC3E}">
        <p14:creationId xmlns:p14="http://schemas.microsoft.com/office/powerpoint/2010/main" val="2071095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Afin de développer cette plateforme, nous avons adopté un ensemble d’outils et de technologies adaptés aux besoins du projet. </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43B65C8C-C5B9-471E-8A15-A915298FF92F}" type="slidenum">
              <a:rPr lang="fr-FR" smtClean="0"/>
              <a:t>17</a:t>
            </a:fld>
            <a:endParaRPr lang="fr-FR"/>
          </a:p>
        </p:txBody>
      </p:sp>
    </p:spTree>
    <p:extLst>
      <p:ext uri="{BB962C8B-B14F-4D97-AF65-F5344CB8AC3E}">
        <p14:creationId xmlns:p14="http://schemas.microsoft.com/office/powerpoint/2010/main" val="1791099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nous avons adopté </a:t>
            </a:r>
            <a:r>
              <a:rPr lang="fr-FR" sz="1800" b="1" i="0" u="none" strike="noStrike" dirty="0">
                <a:solidFill>
                  <a:srgbClr val="000000"/>
                </a:solidFill>
                <a:effectLst/>
                <a:latin typeface="Calibri" panose="020F0502020204030204" pitchFamily="34" charset="0"/>
              </a:rPr>
              <a:t>Next.js</a:t>
            </a:r>
            <a:r>
              <a:rPr lang="fr-FR" sz="1800" b="0" i="0" u="none" strike="noStrike" dirty="0">
                <a:solidFill>
                  <a:srgbClr val="000000"/>
                </a:solidFill>
                <a:effectLst/>
                <a:latin typeface="Calibri" panose="020F0502020204030204" pitchFamily="34" charset="0"/>
              </a:rPr>
              <a:t> pour le développement de l’interface utilisateur ainsi que </a:t>
            </a:r>
            <a:r>
              <a:rPr lang="fr-FR" sz="1800" b="1" i="0" u="none" strike="noStrike" dirty="0" err="1">
                <a:solidFill>
                  <a:srgbClr val="000000"/>
                </a:solidFill>
                <a:effectLst/>
                <a:latin typeface="Calibri" panose="020F0502020204030204" pitchFamily="34" charset="0"/>
              </a:rPr>
              <a:t>Tailwind</a:t>
            </a:r>
            <a:r>
              <a:rPr lang="fr-FR" sz="1800" b="1" i="0" u="none" strike="noStrike" dirty="0">
                <a:solidFill>
                  <a:srgbClr val="000000"/>
                </a:solidFill>
                <a:effectLst/>
                <a:latin typeface="Calibri" panose="020F0502020204030204" pitchFamily="34" charset="0"/>
              </a:rPr>
              <a:t> CSS</a:t>
            </a:r>
            <a:r>
              <a:rPr lang="fr-FR" sz="1800" b="0" i="0" u="none" strike="noStrike" dirty="0">
                <a:solidFill>
                  <a:srgbClr val="000000"/>
                </a:solidFill>
                <a:effectLst/>
                <a:latin typeface="Calibri" panose="020F0502020204030204" pitchFamily="34" charset="0"/>
              </a:rPr>
              <a:t> pour le style de l’application.</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43B65C8C-C5B9-471E-8A15-A915298FF92F}" type="slidenum">
              <a:rPr lang="fr-FR" smtClean="0"/>
              <a:t>18</a:t>
            </a:fld>
            <a:endParaRPr lang="fr-FR"/>
          </a:p>
        </p:txBody>
      </p:sp>
    </p:spTree>
    <p:extLst>
      <p:ext uri="{BB962C8B-B14F-4D97-AF65-F5344CB8AC3E}">
        <p14:creationId xmlns:p14="http://schemas.microsoft.com/office/powerpoint/2010/main" val="2174079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1" i="0" u="none" strike="noStrike" dirty="0">
                <a:solidFill>
                  <a:srgbClr val="000000"/>
                </a:solidFill>
                <a:effectLst/>
                <a:latin typeface="Calibri" panose="020F0502020204030204" pitchFamily="34" charset="0"/>
              </a:rPr>
              <a:t>Concernant le Backend</a:t>
            </a:r>
            <a:r>
              <a:rPr lang="fr-FR" sz="1800" b="0" i="0" u="none" strike="noStrike" dirty="0">
                <a:solidFill>
                  <a:srgbClr val="000000"/>
                </a:solidFill>
                <a:effectLst/>
                <a:latin typeface="Calibri" panose="020F0502020204030204" pitchFamily="34" charset="0"/>
              </a:rPr>
              <a:t>, nous avons utilisé </a:t>
            </a:r>
            <a:r>
              <a:rPr lang="fr-FR" sz="1800" b="1" i="0" u="none" strike="noStrike" dirty="0">
                <a:solidFill>
                  <a:srgbClr val="000000"/>
                </a:solidFill>
                <a:effectLst/>
                <a:latin typeface="Calibri" panose="020F0502020204030204" pitchFamily="34" charset="0"/>
              </a:rPr>
              <a:t>Node.js</a:t>
            </a:r>
            <a:r>
              <a:rPr lang="fr-FR" sz="1800" b="0" i="0" u="none" strike="noStrike" dirty="0">
                <a:solidFill>
                  <a:srgbClr val="000000"/>
                </a:solidFill>
                <a:effectLst/>
                <a:latin typeface="Calibri" panose="020F0502020204030204" pitchFamily="34" charset="0"/>
              </a:rPr>
              <a:t> avec le </a:t>
            </a:r>
            <a:r>
              <a:rPr lang="fr-FR" sz="1800" b="0" i="0" u="none" strike="noStrike" dirty="0" err="1">
                <a:solidFill>
                  <a:srgbClr val="000000"/>
                </a:solidFill>
                <a:effectLst/>
                <a:latin typeface="Calibri" panose="020F0502020204030204" pitchFamily="34" charset="0"/>
              </a:rPr>
              <a:t>framework</a:t>
            </a:r>
            <a:r>
              <a:rPr lang="fr-FR" sz="1800" b="0" i="0" u="none" strike="noStrike" dirty="0">
                <a:solidFill>
                  <a:srgbClr val="000000"/>
                </a:solidFill>
                <a:effectLst/>
                <a:latin typeface="Calibri" panose="020F0502020204030204" pitchFamily="34" charset="0"/>
              </a:rPr>
              <a:t> </a:t>
            </a:r>
            <a:r>
              <a:rPr lang="fr-FR" sz="1800" b="1" i="0" u="none" strike="noStrike" dirty="0" err="1">
                <a:solidFill>
                  <a:srgbClr val="000000"/>
                </a:solidFill>
                <a:effectLst/>
                <a:latin typeface="Calibri" panose="020F0502020204030204" pitchFamily="34" charset="0"/>
              </a:rPr>
              <a:t>Hono</a:t>
            </a:r>
            <a:r>
              <a:rPr lang="fr-FR" sz="1800" b="0" i="0" u="none" strike="noStrike" dirty="0">
                <a:solidFill>
                  <a:srgbClr val="000000"/>
                </a:solidFill>
                <a:effectLst/>
                <a:latin typeface="Calibri" panose="020F0502020204030204" pitchFamily="34" charset="0"/>
              </a:rPr>
              <a:t> pour gérer le logique métier.</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43B65C8C-C5B9-471E-8A15-A915298FF92F}" type="slidenum">
              <a:rPr lang="fr-FR" smtClean="0"/>
              <a:t>19</a:t>
            </a:fld>
            <a:endParaRPr lang="fr-FR"/>
          </a:p>
        </p:txBody>
      </p:sp>
    </p:spTree>
    <p:extLst>
      <p:ext uri="{BB962C8B-B14F-4D97-AF65-F5344CB8AC3E}">
        <p14:creationId xmlns:p14="http://schemas.microsoft.com/office/powerpoint/2010/main" val="3713738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1" i="0" u="none" strike="noStrike" dirty="0">
                <a:solidFill>
                  <a:srgbClr val="000000"/>
                </a:solidFill>
                <a:effectLst/>
                <a:latin typeface="Calibri" panose="020F0502020204030204" pitchFamily="34" charset="0"/>
              </a:rPr>
              <a:t>Pour couvrir notre stratégie de tests, nous avons utilisé six outils spécialisés.</a:t>
            </a:r>
            <a:endParaRPr lang="fr-FR" b="0" dirty="0">
              <a:effectLst/>
            </a:endParaRPr>
          </a:p>
          <a:p>
            <a:pPr rtl="0">
              <a:spcBef>
                <a:spcPts val="0"/>
              </a:spcBef>
              <a:spcAft>
                <a:spcPts val="0"/>
              </a:spcAft>
            </a:pPr>
            <a:r>
              <a:rPr lang="fr-FR" sz="1800" b="1" i="0" u="none" strike="noStrike" dirty="0" err="1">
                <a:solidFill>
                  <a:srgbClr val="000000"/>
                </a:solidFill>
                <a:effectLst/>
                <a:latin typeface="Calibri" panose="020F0502020204030204" pitchFamily="34" charset="0"/>
              </a:rPr>
              <a:t>Cypress</a:t>
            </a:r>
            <a:r>
              <a:rPr lang="fr-FR" sz="1800" b="0" i="0" u="none" strike="noStrike" dirty="0">
                <a:solidFill>
                  <a:srgbClr val="000000"/>
                </a:solidFill>
                <a:effectLst/>
                <a:latin typeface="Calibri" panose="020F0502020204030204" pitchFamily="34" charset="0"/>
              </a:rPr>
              <a:t> pour les tests automatisés end-to-end et de composants côté Frontend, </a:t>
            </a:r>
            <a:r>
              <a:rPr lang="fr-FR" sz="1800" b="1" i="0" u="none" strike="noStrike" dirty="0" err="1">
                <a:solidFill>
                  <a:srgbClr val="000000"/>
                </a:solidFill>
                <a:effectLst/>
                <a:latin typeface="Calibri" panose="020F0502020204030204" pitchFamily="34" charset="0"/>
              </a:rPr>
              <a:t>Pytest</a:t>
            </a:r>
            <a:r>
              <a:rPr lang="fr-FR" sz="1800" b="0" i="0" u="none" strike="noStrike" dirty="0">
                <a:solidFill>
                  <a:srgbClr val="000000"/>
                </a:solidFill>
                <a:effectLst/>
                <a:latin typeface="Calibri" panose="020F0502020204030204" pitchFamily="34" charset="0"/>
              </a:rPr>
              <a:t> pour les tests unitaires côté service IA, et </a:t>
            </a:r>
            <a:r>
              <a:rPr lang="fr-FR" sz="1800" b="1" i="0" u="none" strike="noStrike" dirty="0" err="1">
                <a:solidFill>
                  <a:srgbClr val="000000"/>
                </a:solidFill>
                <a:effectLst/>
                <a:latin typeface="Calibri" panose="020F0502020204030204" pitchFamily="34" charset="0"/>
              </a:rPr>
              <a:t>Vitest</a:t>
            </a:r>
            <a:r>
              <a:rPr lang="fr-FR" sz="1800" b="0" i="0" u="none" strike="noStrike" dirty="0">
                <a:solidFill>
                  <a:srgbClr val="000000"/>
                </a:solidFill>
                <a:effectLst/>
                <a:latin typeface="Calibri" panose="020F0502020204030204" pitchFamily="34" charset="0"/>
              </a:rPr>
              <a:t> pour les tests unitaires, tests fonctionnels et tests d’intégration côté Backend.</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Pour la sécurité, </a:t>
            </a:r>
            <a:r>
              <a:rPr lang="fr-FR" sz="1800" b="1" i="0" u="none" strike="noStrike" dirty="0" err="1">
                <a:solidFill>
                  <a:srgbClr val="000000"/>
                </a:solidFill>
                <a:effectLst/>
                <a:latin typeface="Calibri" panose="020F0502020204030204" pitchFamily="34" charset="0"/>
              </a:rPr>
              <a:t>Pentest</a:t>
            </a:r>
            <a:r>
              <a:rPr lang="fr-FR" sz="1800" b="1" i="0" u="none" strike="noStrike" dirty="0">
                <a:solidFill>
                  <a:srgbClr val="000000"/>
                </a:solidFill>
                <a:effectLst/>
                <a:latin typeface="Calibri" panose="020F0502020204030204" pitchFamily="34" charset="0"/>
              </a:rPr>
              <a:t> Tools</a:t>
            </a:r>
            <a:r>
              <a:rPr lang="fr-FR" sz="1800" b="0" i="0" u="none" strike="noStrike" dirty="0">
                <a:solidFill>
                  <a:srgbClr val="000000"/>
                </a:solidFill>
                <a:effectLst/>
                <a:latin typeface="Calibri" panose="020F0502020204030204" pitchFamily="34" charset="0"/>
              </a:rPr>
              <a:t> et </a:t>
            </a:r>
            <a:r>
              <a:rPr lang="fr-FR" sz="1800" b="1" i="0" u="none" strike="noStrike" dirty="0">
                <a:solidFill>
                  <a:srgbClr val="000000"/>
                </a:solidFill>
                <a:effectLst/>
                <a:latin typeface="Calibri" panose="020F0502020204030204" pitchFamily="34" charset="0"/>
              </a:rPr>
              <a:t>Qualys SSL </a:t>
            </a:r>
            <a:r>
              <a:rPr lang="fr-FR" sz="1800" b="1" i="0" u="none" strike="noStrike" dirty="0" err="1">
                <a:solidFill>
                  <a:srgbClr val="000000"/>
                </a:solidFill>
                <a:effectLst/>
                <a:latin typeface="Calibri" panose="020F0502020204030204" pitchFamily="34" charset="0"/>
              </a:rPr>
              <a:t>Labs</a:t>
            </a:r>
            <a:r>
              <a:rPr lang="fr-FR" sz="1800" b="0" i="0" u="none" strike="noStrike" dirty="0">
                <a:solidFill>
                  <a:srgbClr val="000000"/>
                </a:solidFill>
                <a:effectLst/>
                <a:latin typeface="Calibri" panose="020F0502020204030204" pitchFamily="34" charset="0"/>
              </a:rPr>
              <a:t> ont permis de valider la robustesse et le chiffrement de notre application.</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Enfin, </a:t>
            </a:r>
            <a:r>
              <a:rPr lang="fr-FR" sz="1800" b="1" i="0" u="none" strike="noStrike" dirty="0" err="1">
                <a:solidFill>
                  <a:srgbClr val="000000"/>
                </a:solidFill>
                <a:effectLst/>
                <a:latin typeface="Calibri" panose="020F0502020204030204" pitchFamily="34" charset="0"/>
              </a:rPr>
              <a:t>BlazeMeter</a:t>
            </a:r>
            <a:r>
              <a:rPr lang="fr-FR" sz="1800" b="0" i="0" u="none" strike="noStrike" dirty="0">
                <a:solidFill>
                  <a:srgbClr val="000000"/>
                </a:solidFill>
                <a:effectLst/>
                <a:latin typeface="Calibri" panose="020F0502020204030204" pitchFamily="34" charset="0"/>
              </a:rPr>
              <a:t> a été utilisé pour les tests de performance et de charge.</a:t>
            </a:r>
            <a:endParaRPr lang="fr-FR" b="0" dirty="0">
              <a:effectLst/>
            </a:endParaRPr>
          </a:p>
          <a:p>
            <a:br>
              <a:rPr lang="fr-FR" b="0" dirty="0">
                <a:effectLst/>
              </a:rPr>
            </a:br>
            <a:endParaRPr lang="fr-FR" dirty="0"/>
          </a:p>
        </p:txBody>
      </p:sp>
      <p:sp>
        <p:nvSpPr>
          <p:cNvPr id="4" name="Espace réservé du numéro de diapositive 3"/>
          <p:cNvSpPr>
            <a:spLocks noGrp="1"/>
          </p:cNvSpPr>
          <p:nvPr>
            <p:ph type="sldNum" sz="quarter" idx="5"/>
          </p:nvPr>
        </p:nvSpPr>
        <p:spPr/>
        <p:txBody>
          <a:bodyPr/>
          <a:lstStyle/>
          <a:p>
            <a:fld id="{43B65C8C-C5B9-471E-8A15-A915298FF92F}" type="slidenum">
              <a:rPr lang="fr-FR" smtClean="0"/>
              <a:t>20</a:t>
            </a:fld>
            <a:endParaRPr lang="fr-FR"/>
          </a:p>
        </p:txBody>
      </p:sp>
    </p:spTree>
    <p:extLst>
      <p:ext uri="{BB962C8B-B14F-4D97-AF65-F5344CB8AC3E}">
        <p14:creationId xmlns:p14="http://schemas.microsoft.com/office/powerpoint/2010/main" val="7834342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987E3-B61E-8635-EBF9-D39A11DDD3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656B2C-BC7D-7F50-A655-3909DB4B66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E3B4B6-BA63-C71F-FDD0-4A8FB2EBF7F0}"/>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Passons maintenant à la troisième partie : la </a:t>
            </a:r>
            <a:r>
              <a:rPr lang="fr-FR" sz="1800" b="1" i="0" u="none" strike="noStrike" dirty="0">
                <a:solidFill>
                  <a:srgbClr val="000000"/>
                </a:solidFill>
                <a:effectLst/>
                <a:latin typeface="Calibri" panose="020F0502020204030204" pitchFamily="34" charset="0"/>
              </a:rPr>
              <a:t>méthodologie adaptée</a:t>
            </a:r>
            <a:endParaRPr lang="fr-FR" b="0" dirty="0">
              <a:effectLst/>
            </a:endParaRPr>
          </a:p>
          <a:p>
            <a:br>
              <a:rPr lang="fr-FR" dirty="0"/>
            </a:br>
            <a:endParaRPr lang="fr-FR" dirty="0"/>
          </a:p>
        </p:txBody>
      </p:sp>
    </p:spTree>
    <p:extLst>
      <p:ext uri="{BB962C8B-B14F-4D97-AF65-F5344CB8AC3E}">
        <p14:creationId xmlns:p14="http://schemas.microsoft.com/office/powerpoint/2010/main" val="4204866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50601-AD34-F26E-A9A0-8026363BD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BC69B-AC3F-337F-480C-5690F8A7D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E87DE-D278-F2CF-D44C-C436ECF8CEBC}"/>
              </a:ext>
            </a:extLst>
          </p:cNvPr>
          <p:cNvSpPr>
            <a:spLocks noGrp="1"/>
          </p:cNvSpPr>
          <p:nvPr>
            <p:ph type="body" idx="1"/>
          </p:nvPr>
        </p:nvSpPr>
        <p:spPr/>
        <p:txBody>
          <a:bodyPr/>
          <a:lstStyle/>
          <a:p>
            <a:pPr rtl="0">
              <a:spcBef>
                <a:spcPts val="0"/>
              </a:spcBef>
              <a:spcAft>
                <a:spcPts val="0"/>
              </a:spcAft>
            </a:pPr>
            <a:r>
              <a:rPr lang="fr-FR" sz="1800" b="1" i="0" u="none" strike="noStrike" dirty="0">
                <a:solidFill>
                  <a:srgbClr val="000000"/>
                </a:solidFill>
                <a:effectLst/>
                <a:latin typeface="Calibri" panose="020F0502020204030204" pitchFamily="34" charset="0"/>
              </a:rPr>
              <a:t>Pour gérer ce projet, nous avons adopté la méthodologie SCRUM.</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Ce choix s'explique par trois avantages clés :</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D'abord, une </a:t>
            </a:r>
            <a:r>
              <a:rPr lang="fr-FR" sz="1800" b="1" i="0" u="none" strike="noStrike" dirty="0">
                <a:solidFill>
                  <a:srgbClr val="000000"/>
                </a:solidFill>
                <a:effectLst/>
                <a:latin typeface="Calibri" panose="020F0502020204030204" pitchFamily="34" charset="0"/>
              </a:rPr>
              <a:t>adaptation facile aux changements</a:t>
            </a:r>
            <a:r>
              <a:rPr lang="fr-FR" sz="1800" b="0" i="0" u="none" strike="noStrike" dirty="0">
                <a:solidFill>
                  <a:srgbClr val="000000"/>
                </a:solidFill>
                <a:effectLst/>
                <a:latin typeface="Calibri" panose="020F0502020204030204" pitchFamily="34" charset="0"/>
              </a:rPr>
              <a:t> — SCRUM nous a permis de faire évoluer les besoins au fil du projet sans tout remettre en cause.</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Ensuite, des </a:t>
            </a:r>
            <a:r>
              <a:rPr lang="fr-FR" sz="1800" b="1" i="0" u="none" strike="noStrike" dirty="0">
                <a:solidFill>
                  <a:srgbClr val="000000"/>
                </a:solidFill>
                <a:effectLst/>
                <a:latin typeface="Calibri" panose="020F0502020204030204" pitchFamily="34" charset="0"/>
              </a:rPr>
              <a:t>livraisons incrémentales vérifiables</a:t>
            </a:r>
            <a:r>
              <a:rPr lang="fr-FR" sz="1800" b="0" i="0" u="none" strike="noStrike" dirty="0">
                <a:solidFill>
                  <a:srgbClr val="000000"/>
                </a:solidFill>
                <a:effectLst/>
                <a:latin typeface="Calibri" panose="020F0502020204030204" pitchFamily="34" charset="0"/>
              </a:rPr>
              <a:t> — chaque sprint produisait une version testable, ce qui nous a permis de valider régulièrement l'avancement.</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Enfin, </a:t>
            </a:r>
            <a:r>
              <a:rPr lang="fr-FR" sz="1800" b="1" i="0" u="none" strike="noStrike" dirty="0">
                <a:solidFill>
                  <a:srgbClr val="000000"/>
                </a:solidFill>
                <a:effectLst/>
                <a:latin typeface="Calibri" panose="020F0502020204030204" pitchFamily="34" charset="0"/>
              </a:rPr>
              <a:t>flexibilité et communication en équipe</a:t>
            </a:r>
            <a:r>
              <a:rPr lang="fr-FR" sz="1800" b="0" i="0" u="none" strike="noStrike" dirty="0">
                <a:solidFill>
                  <a:srgbClr val="000000"/>
                </a:solidFill>
                <a:effectLst/>
                <a:latin typeface="Calibri" panose="020F0502020204030204" pitchFamily="34" charset="0"/>
              </a:rPr>
              <a:t> — les cérémonies SCRUM ont favorisé la coordination et la transparence entre les membres</a:t>
            </a:r>
            <a:endParaRPr lang="fr-FR" b="0" dirty="0">
              <a:effectLst/>
            </a:endParaRPr>
          </a:p>
          <a:p>
            <a:br>
              <a:rPr lang="fr-FR" b="0" dirty="0">
                <a:effectLst/>
              </a:rPr>
            </a:br>
            <a:endParaRPr lang="en-US" dirty="0"/>
          </a:p>
        </p:txBody>
      </p:sp>
      <p:sp>
        <p:nvSpPr>
          <p:cNvPr id="4" name="Slide Number Placeholder 3">
            <a:extLst>
              <a:ext uri="{FF2B5EF4-FFF2-40B4-BE49-F238E27FC236}">
                <a16:creationId xmlns:a16="http://schemas.microsoft.com/office/drawing/2014/main" id="{71D4C8CC-403D-47EA-47DF-3CE862725E7D}"/>
              </a:ext>
            </a:extLst>
          </p:cNvPr>
          <p:cNvSpPr>
            <a:spLocks noGrp="1"/>
          </p:cNvSpPr>
          <p:nvPr>
            <p:ph type="sldNum" sz="quarter" idx="5"/>
          </p:nvPr>
        </p:nvSpPr>
        <p:spPr/>
        <p:txBody>
          <a:bodyPr/>
          <a:lstStyle/>
          <a:p>
            <a:fld id="{1314E7CB-87E4-4199-8150-09E7DA4D2D52}" type="slidenum">
              <a:rPr lang="en-US" smtClean="0"/>
              <a:t>22</a:t>
            </a:fld>
            <a:endParaRPr lang="en-US"/>
          </a:p>
        </p:txBody>
      </p:sp>
    </p:spTree>
    <p:extLst>
      <p:ext uri="{BB962C8B-B14F-4D97-AF65-F5344CB8AC3E}">
        <p14:creationId xmlns:p14="http://schemas.microsoft.com/office/powerpoint/2010/main" val="4094386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Notre projet s'est déroulé en </a:t>
            </a:r>
            <a:r>
              <a:rPr lang="fr-FR" sz="1800" b="1" i="0" u="none" strike="noStrike" dirty="0">
                <a:solidFill>
                  <a:srgbClr val="000000"/>
                </a:solidFill>
                <a:effectLst/>
                <a:latin typeface="Calibri" panose="020F0502020204030204" pitchFamily="34" charset="0"/>
              </a:rPr>
              <a:t>cinq sprints</a:t>
            </a:r>
            <a:r>
              <a:rPr lang="fr-FR" sz="1800" b="0" i="0" u="none" strike="noStrike" dirty="0">
                <a:solidFill>
                  <a:srgbClr val="000000"/>
                </a:solidFill>
                <a:effectLst/>
                <a:latin typeface="Calibri" panose="020F0502020204030204" pitchFamily="34" charset="0"/>
              </a:rPr>
              <a:t> successifs. Notre premier sprint était consacré aux </a:t>
            </a:r>
            <a:r>
              <a:rPr lang="fr-FR" sz="1800" b="1" i="0" u="none" strike="noStrike" dirty="0">
                <a:solidFill>
                  <a:srgbClr val="000000"/>
                </a:solidFill>
                <a:effectLst/>
                <a:latin typeface="Calibri" panose="020F0502020204030204" pitchFamily="34" charset="0"/>
              </a:rPr>
              <a:t>fondations du système</a:t>
            </a:r>
            <a:r>
              <a:rPr lang="fr-FR" sz="1800" b="0" i="0" u="none" strike="noStrike" dirty="0">
                <a:solidFill>
                  <a:srgbClr val="000000"/>
                </a:solidFill>
                <a:effectLst/>
                <a:latin typeface="Calibri" panose="020F0502020204030204" pitchFamily="34" charset="0"/>
              </a:rPr>
              <a:t> : la mise en place de l'authentification, la gestion des rôles utilisateurs et la gestion des employés. </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1314E7CB-87E4-4199-8150-09E7DA4D2D52}" type="slidenum">
              <a:rPr lang="en-US" smtClean="0"/>
              <a:t>23</a:t>
            </a:fld>
            <a:endParaRPr lang="en-US"/>
          </a:p>
        </p:txBody>
      </p:sp>
    </p:spTree>
    <p:extLst>
      <p:ext uri="{BB962C8B-B14F-4D97-AF65-F5344CB8AC3E}">
        <p14:creationId xmlns:p14="http://schemas.microsoft.com/office/powerpoint/2010/main" val="10152933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Le deuxième sprint a introduit le </a:t>
            </a:r>
            <a:r>
              <a:rPr lang="fr-FR" sz="1800" b="1" i="0" u="none" strike="noStrike" dirty="0">
                <a:solidFill>
                  <a:srgbClr val="000000"/>
                </a:solidFill>
                <a:effectLst/>
                <a:latin typeface="Calibri" panose="020F0502020204030204" pitchFamily="34" charset="0"/>
              </a:rPr>
              <a:t>cœur métier de l'application</a:t>
            </a:r>
            <a:r>
              <a:rPr lang="fr-FR" sz="1800" b="0" i="0" u="none" strike="noStrike" dirty="0">
                <a:solidFill>
                  <a:srgbClr val="000000"/>
                </a:solidFill>
                <a:effectLst/>
                <a:latin typeface="Calibri" panose="020F0502020204030204" pitchFamily="34" charset="0"/>
              </a:rPr>
              <a:t> : la gestion des offres d'emploi et de stages, ainsi que la possibilité pour les candidats de soumettre des candidatures spontanées.</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1314E7CB-87E4-4199-8150-09E7DA4D2D52}" type="slidenum">
              <a:rPr lang="en-US" smtClean="0"/>
              <a:t>24</a:t>
            </a:fld>
            <a:endParaRPr lang="en-US"/>
          </a:p>
        </p:txBody>
      </p:sp>
    </p:spTree>
    <p:extLst>
      <p:ext uri="{BB962C8B-B14F-4D97-AF65-F5344CB8AC3E}">
        <p14:creationId xmlns:p14="http://schemas.microsoft.com/office/powerpoint/2010/main" val="771591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Le troisième sprint marque l'intégration de </a:t>
            </a:r>
            <a:r>
              <a:rPr lang="fr-FR" sz="1800" b="1" i="0" u="none" strike="noStrike" dirty="0">
                <a:solidFill>
                  <a:srgbClr val="000000"/>
                </a:solidFill>
                <a:effectLst/>
                <a:latin typeface="Calibri" panose="020F0502020204030204" pitchFamily="34" charset="0"/>
              </a:rPr>
              <a:t>l'intelligence artificielle</a:t>
            </a:r>
            <a:r>
              <a:rPr lang="fr-FR" sz="1800" b="0" i="0" u="none" strike="noStrike" dirty="0">
                <a:solidFill>
                  <a:srgbClr val="000000"/>
                </a:solidFill>
                <a:effectLst/>
                <a:latin typeface="Calibri" panose="020F0502020204030204" pitchFamily="34" charset="0"/>
              </a:rPr>
              <a:t> : analyse automatique des profils candidats, </a:t>
            </a:r>
            <a:r>
              <a:rPr lang="fr-FR" sz="1800" b="0" i="0" u="none" strike="noStrike" dirty="0" err="1">
                <a:solidFill>
                  <a:srgbClr val="000000"/>
                </a:solidFill>
                <a:effectLst/>
                <a:latin typeface="Calibri" panose="020F0502020204030204" pitchFamily="34" charset="0"/>
              </a:rPr>
              <a:t>scoring</a:t>
            </a:r>
            <a:r>
              <a:rPr lang="fr-FR" sz="1800" b="0" i="0" u="none" strike="noStrike" dirty="0">
                <a:solidFill>
                  <a:srgbClr val="000000"/>
                </a:solidFill>
                <a:effectLst/>
                <a:latin typeface="Calibri" panose="020F0502020204030204" pitchFamily="34" charset="0"/>
              </a:rPr>
              <a:t> et </a:t>
            </a:r>
            <a:r>
              <a:rPr lang="fr-FR" sz="1800" b="0" i="0" u="none" strike="noStrike" dirty="0" err="1">
                <a:solidFill>
                  <a:srgbClr val="000000"/>
                </a:solidFill>
                <a:effectLst/>
                <a:latin typeface="Calibri" panose="020F0502020204030204" pitchFamily="34" charset="0"/>
              </a:rPr>
              <a:t>matching</a:t>
            </a:r>
            <a:r>
              <a:rPr lang="fr-FR" sz="1800" b="0" i="0" u="none" strike="noStrike" dirty="0">
                <a:solidFill>
                  <a:srgbClr val="000000"/>
                </a:solidFill>
                <a:effectLst/>
                <a:latin typeface="Calibri" panose="020F0502020204030204" pitchFamily="34" charset="0"/>
              </a:rPr>
              <a:t> avec les offres, et génération de quiz techniques personnalisés. </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1314E7CB-87E4-4199-8150-09E7DA4D2D52}" type="slidenum">
              <a:rPr lang="en-US" smtClean="0"/>
              <a:t>25</a:t>
            </a:fld>
            <a:endParaRPr lang="en-US"/>
          </a:p>
        </p:txBody>
      </p:sp>
    </p:spTree>
    <p:extLst>
      <p:ext uri="{BB962C8B-B14F-4D97-AF65-F5344CB8AC3E}">
        <p14:creationId xmlns:p14="http://schemas.microsoft.com/office/powerpoint/2010/main" val="2959750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 Le quatrième sprint a complété le </a:t>
            </a:r>
            <a:r>
              <a:rPr lang="fr-FR" sz="1800" b="1" i="0" u="none" strike="noStrike" dirty="0">
                <a:solidFill>
                  <a:srgbClr val="000000"/>
                </a:solidFill>
                <a:effectLst/>
                <a:latin typeface="Calibri" panose="020F0502020204030204" pitchFamily="34" charset="0"/>
              </a:rPr>
              <a:t>cycle de recrutement</a:t>
            </a:r>
            <a:r>
              <a:rPr lang="fr-FR" sz="1800" b="0" i="0" u="none" strike="noStrike" dirty="0">
                <a:solidFill>
                  <a:srgbClr val="000000"/>
                </a:solidFill>
                <a:effectLst/>
                <a:latin typeface="Calibri" panose="020F0502020204030204" pitchFamily="34" charset="0"/>
              </a:rPr>
              <a:t> : planification des entretiens, gestion des événements via le calendrier, comparaison intelligente des candidats et aide à la prise de décision.</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1314E7CB-87E4-4199-8150-09E7DA4D2D52}" type="slidenum">
              <a:rPr lang="en-US" smtClean="0"/>
              <a:t>26</a:t>
            </a:fld>
            <a:endParaRPr lang="en-US"/>
          </a:p>
        </p:txBody>
      </p:sp>
    </p:spTree>
    <p:extLst>
      <p:ext uri="{BB962C8B-B14F-4D97-AF65-F5344CB8AC3E}">
        <p14:creationId xmlns:p14="http://schemas.microsoft.com/office/powerpoint/2010/main" val="2233246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8D000-A4E7-6C40-10FD-EDAD71C687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4CFC4F-F79E-3D04-DB4E-D0D0C1A957B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E82926-4D01-BC86-68C7-90391F42A750}"/>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Passons maintenant à la quatrième partie : la </a:t>
            </a:r>
            <a:r>
              <a:rPr lang="fr-FR" sz="1800" b="1" i="0" u="none" strike="noStrike" dirty="0">
                <a:solidFill>
                  <a:srgbClr val="000000"/>
                </a:solidFill>
                <a:effectLst/>
                <a:latin typeface="Calibri" panose="020F0502020204030204" pitchFamily="34" charset="0"/>
              </a:rPr>
              <a:t>réalisation</a:t>
            </a:r>
            <a:endParaRPr lang="fr-FR" b="0" dirty="0">
              <a:effectLst/>
            </a:endParaRPr>
          </a:p>
          <a:p>
            <a:br>
              <a:rPr lang="fr-FR" dirty="0"/>
            </a:br>
            <a:endParaRPr lang="fr-FR" dirty="0"/>
          </a:p>
        </p:txBody>
      </p:sp>
    </p:spTree>
    <p:extLst>
      <p:ext uri="{BB962C8B-B14F-4D97-AF65-F5344CB8AC3E}">
        <p14:creationId xmlns:p14="http://schemas.microsoft.com/office/powerpoint/2010/main" val="7363418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9CD0-6DD6-4F03-5CC6-E1473030A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DF7AF-FBFD-D877-2ACF-B13C97E71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6DD3C-80A7-0231-413E-9A56EB393091}"/>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Notre choix final s'est porté sur les </a:t>
            </a:r>
            <a:r>
              <a:rPr lang="fr-FR" sz="1800" b="1" i="0" u="none" strike="noStrike" dirty="0" err="1">
                <a:solidFill>
                  <a:srgbClr val="000000"/>
                </a:solidFill>
                <a:effectLst/>
                <a:latin typeface="Calibri" panose="020F0502020204030204" pitchFamily="34" charset="0"/>
              </a:rPr>
              <a:t>LLMs</a:t>
            </a:r>
            <a:r>
              <a:rPr lang="fr-FR" sz="1800" b="1" i="0" u="none" strike="noStrike" dirty="0">
                <a:solidFill>
                  <a:srgbClr val="000000"/>
                </a:solidFill>
                <a:effectLst/>
                <a:latin typeface="Calibri" panose="020F0502020204030204" pitchFamily="34" charset="0"/>
              </a:rPr>
              <a:t> via </a:t>
            </a:r>
            <a:r>
              <a:rPr lang="fr-FR" sz="1800" b="1" i="0" u="none" strike="noStrike" dirty="0" err="1">
                <a:solidFill>
                  <a:srgbClr val="000000"/>
                </a:solidFill>
                <a:effectLst/>
                <a:latin typeface="Calibri" panose="020F0502020204030204" pitchFamily="34" charset="0"/>
              </a:rPr>
              <a:t>Groq</a:t>
            </a:r>
            <a:r>
              <a:rPr lang="fr-FR" sz="1800" b="1" i="0" u="none" strike="noStrike" dirty="0">
                <a:solidFill>
                  <a:srgbClr val="000000"/>
                </a:solidFill>
                <a:effectLst/>
                <a:latin typeface="Calibri" panose="020F0502020204030204" pitchFamily="34" charset="0"/>
              </a:rPr>
              <a:t> et </a:t>
            </a:r>
            <a:r>
              <a:rPr lang="fr-FR" sz="1800" b="1" i="0" u="none" strike="noStrike" dirty="0" err="1">
                <a:solidFill>
                  <a:srgbClr val="000000"/>
                </a:solidFill>
                <a:effectLst/>
                <a:latin typeface="Calibri" panose="020F0502020204030204" pitchFamily="34" charset="0"/>
              </a:rPr>
              <a:t>LLaMA</a:t>
            </a:r>
            <a:r>
              <a:rPr lang="fr-FR" sz="1800" b="1" i="0" u="none" strike="noStrike" dirty="0">
                <a:solidFill>
                  <a:srgbClr val="000000"/>
                </a:solidFill>
                <a:effectLst/>
                <a:latin typeface="Calibri" panose="020F0502020204030204" pitchFamily="34" charset="0"/>
              </a:rPr>
              <a:t> 3</a:t>
            </a:r>
            <a:r>
              <a:rPr lang="fr-FR" sz="1800" b="0" i="0" u="none" strike="noStrike" dirty="0">
                <a:solidFill>
                  <a:srgbClr val="000000"/>
                </a:solidFill>
                <a:effectLst/>
                <a:latin typeface="Calibri" panose="020F0502020204030204" pitchFamily="34" charset="0"/>
              </a:rPr>
              <a:t>. Cette solution est contextuelle, flexible et prompt-</a:t>
            </a:r>
            <a:r>
              <a:rPr lang="fr-FR" sz="1800" b="0" i="0" u="none" strike="noStrike" dirty="0" err="1">
                <a:solidFill>
                  <a:srgbClr val="000000"/>
                </a:solidFill>
                <a:effectLst/>
                <a:latin typeface="Calibri" panose="020F0502020204030204" pitchFamily="34" charset="0"/>
              </a:rPr>
              <a:t>driven</a:t>
            </a:r>
            <a:r>
              <a:rPr lang="fr-FR" sz="1800" b="0" i="0" u="none" strike="noStrike" dirty="0">
                <a:solidFill>
                  <a:srgbClr val="000000"/>
                </a:solidFill>
                <a:effectLst/>
                <a:latin typeface="Calibri" panose="020F0502020204030204" pitchFamily="34" charset="0"/>
              </a:rPr>
              <a:t>, ce qui réduit considérablement le besoin en code. Elle s'adapte aux formats hétérogènes et offre une excellente compréhension globale. Ses inconvénients — coût et latence — sont compensés par ses performances supérieures pour notre cas d'usage.</a:t>
            </a:r>
            <a:endParaRPr lang="fr-FR" b="0" dirty="0">
              <a:effectLst/>
            </a:endParaRPr>
          </a:p>
          <a:p>
            <a:br>
              <a:rPr lang="fr-FR" dirty="0"/>
            </a:br>
            <a:endParaRPr lang="en-US" dirty="0"/>
          </a:p>
        </p:txBody>
      </p:sp>
      <p:sp>
        <p:nvSpPr>
          <p:cNvPr id="4" name="Slide Number Placeholder 3">
            <a:extLst>
              <a:ext uri="{FF2B5EF4-FFF2-40B4-BE49-F238E27FC236}">
                <a16:creationId xmlns:a16="http://schemas.microsoft.com/office/drawing/2014/main" id="{EE135E4C-0A68-94AE-928F-64949942AE06}"/>
              </a:ext>
            </a:extLst>
          </p:cNvPr>
          <p:cNvSpPr>
            <a:spLocks noGrp="1"/>
          </p:cNvSpPr>
          <p:nvPr>
            <p:ph type="sldNum" sz="quarter" idx="5"/>
          </p:nvPr>
        </p:nvSpPr>
        <p:spPr/>
        <p:txBody>
          <a:bodyPr/>
          <a:lstStyle/>
          <a:p>
            <a:fld id="{1314E7CB-87E4-4199-8150-09E7DA4D2D52}" type="slidenum">
              <a:rPr lang="en-US" smtClean="0"/>
              <a:t>28</a:t>
            </a:fld>
            <a:endParaRPr lang="en-US"/>
          </a:p>
        </p:txBody>
      </p:sp>
    </p:spTree>
    <p:extLst>
      <p:ext uri="{BB962C8B-B14F-4D97-AF65-F5344CB8AC3E}">
        <p14:creationId xmlns:p14="http://schemas.microsoft.com/office/powerpoint/2010/main" val="4259280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B4B11-B712-7400-1492-B2E895844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57B05-3974-A457-86AA-CD3ED204E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689AE-BD76-692D-6C51-501F36207EA0}"/>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Notre choix final s'est porté sur les </a:t>
            </a:r>
            <a:r>
              <a:rPr lang="fr-FR" sz="1800" b="1" i="0" u="none" strike="noStrike" dirty="0" err="1">
                <a:solidFill>
                  <a:srgbClr val="000000"/>
                </a:solidFill>
                <a:effectLst/>
                <a:latin typeface="Calibri" panose="020F0502020204030204" pitchFamily="34" charset="0"/>
              </a:rPr>
              <a:t>LLMs</a:t>
            </a:r>
            <a:r>
              <a:rPr lang="fr-FR" sz="1800" b="1" i="0" u="none" strike="noStrike" dirty="0">
                <a:solidFill>
                  <a:srgbClr val="000000"/>
                </a:solidFill>
                <a:effectLst/>
                <a:latin typeface="Calibri" panose="020F0502020204030204" pitchFamily="34" charset="0"/>
              </a:rPr>
              <a:t> via </a:t>
            </a:r>
            <a:r>
              <a:rPr lang="fr-FR" sz="1800" b="1" i="0" u="none" strike="noStrike" dirty="0" err="1">
                <a:solidFill>
                  <a:srgbClr val="000000"/>
                </a:solidFill>
                <a:effectLst/>
                <a:latin typeface="Calibri" panose="020F0502020204030204" pitchFamily="34" charset="0"/>
              </a:rPr>
              <a:t>Groq</a:t>
            </a:r>
            <a:r>
              <a:rPr lang="fr-FR" sz="1800" b="1" i="0" u="none" strike="noStrike" dirty="0">
                <a:solidFill>
                  <a:srgbClr val="000000"/>
                </a:solidFill>
                <a:effectLst/>
                <a:latin typeface="Calibri" panose="020F0502020204030204" pitchFamily="34" charset="0"/>
              </a:rPr>
              <a:t> et </a:t>
            </a:r>
            <a:r>
              <a:rPr lang="fr-FR" sz="1800" b="1" i="0" u="none" strike="noStrike" dirty="0" err="1">
                <a:solidFill>
                  <a:srgbClr val="000000"/>
                </a:solidFill>
                <a:effectLst/>
                <a:latin typeface="Calibri" panose="020F0502020204030204" pitchFamily="34" charset="0"/>
              </a:rPr>
              <a:t>LLaMA</a:t>
            </a:r>
            <a:r>
              <a:rPr lang="fr-FR" sz="1800" b="1" i="0" u="none" strike="noStrike" dirty="0">
                <a:solidFill>
                  <a:srgbClr val="000000"/>
                </a:solidFill>
                <a:effectLst/>
                <a:latin typeface="Calibri" panose="020F0502020204030204" pitchFamily="34" charset="0"/>
              </a:rPr>
              <a:t> 3</a:t>
            </a:r>
            <a:r>
              <a:rPr lang="fr-FR" sz="1800" b="0" i="0" u="none" strike="noStrike" dirty="0">
                <a:solidFill>
                  <a:srgbClr val="000000"/>
                </a:solidFill>
                <a:effectLst/>
                <a:latin typeface="Calibri" panose="020F0502020204030204" pitchFamily="34" charset="0"/>
              </a:rPr>
              <a:t>. Cette solution est contextuelle, flexible et prompt-</a:t>
            </a:r>
            <a:r>
              <a:rPr lang="fr-FR" sz="1800" b="0" i="0" u="none" strike="noStrike" dirty="0" err="1">
                <a:solidFill>
                  <a:srgbClr val="000000"/>
                </a:solidFill>
                <a:effectLst/>
                <a:latin typeface="Calibri" panose="020F0502020204030204" pitchFamily="34" charset="0"/>
              </a:rPr>
              <a:t>driven</a:t>
            </a:r>
            <a:r>
              <a:rPr lang="fr-FR" sz="1800" b="0" i="0" u="none" strike="noStrike" dirty="0">
                <a:solidFill>
                  <a:srgbClr val="000000"/>
                </a:solidFill>
                <a:effectLst/>
                <a:latin typeface="Calibri" panose="020F0502020204030204" pitchFamily="34" charset="0"/>
              </a:rPr>
              <a:t>, ce qui réduit considérablement le besoin en code. Elle s'adapte aux formats hétérogènes et offre une excellente compréhension globale. Ses inconvénients — coût et latence — sont compensés par ses performances supérieures pour notre cas d'usage.</a:t>
            </a:r>
            <a:endParaRPr lang="fr-FR" b="0" dirty="0">
              <a:effectLst/>
            </a:endParaRPr>
          </a:p>
          <a:p>
            <a:br>
              <a:rPr lang="fr-FR" dirty="0"/>
            </a:br>
            <a:endParaRPr lang="en-US" dirty="0"/>
          </a:p>
        </p:txBody>
      </p:sp>
      <p:sp>
        <p:nvSpPr>
          <p:cNvPr id="4" name="Slide Number Placeholder 3">
            <a:extLst>
              <a:ext uri="{FF2B5EF4-FFF2-40B4-BE49-F238E27FC236}">
                <a16:creationId xmlns:a16="http://schemas.microsoft.com/office/drawing/2014/main" id="{F2DC2589-16C3-D2E0-31B8-2F5693173B43}"/>
              </a:ext>
            </a:extLst>
          </p:cNvPr>
          <p:cNvSpPr>
            <a:spLocks noGrp="1"/>
          </p:cNvSpPr>
          <p:nvPr>
            <p:ph type="sldNum" sz="quarter" idx="5"/>
          </p:nvPr>
        </p:nvSpPr>
        <p:spPr/>
        <p:txBody>
          <a:bodyPr/>
          <a:lstStyle/>
          <a:p>
            <a:fld id="{1314E7CB-87E4-4199-8150-09E7DA4D2D52}" type="slidenum">
              <a:rPr lang="en-US" smtClean="0"/>
              <a:t>29</a:t>
            </a:fld>
            <a:endParaRPr lang="en-US"/>
          </a:p>
        </p:txBody>
      </p:sp>
    </p:spTree>
    <p:extLst>
      <p:ext uri="{BB962C8B-B14F-4D97-AF65-F5344CB8AC3E}">
        <p14:creationId xmlns:p14="http://schemas.microsoft.com/office/powerpoint/2010/main" val="24633829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846DA-ECDE-570C-045F-9606466B7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4CCE7-C2C7-3E71-8543-EDCBE5883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A3911-22AC-6918-731E-DB1A67B1BDA2}"/>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Ce graphique compare les trois approches sur 5 échantillons de </a:t>
            </a:r>
            <a:r>
              <a:rPr lang="fr-FR" sz="1800" b="0" i="0" u="none" strike="noStrike" dirty="0" err="1">
                <a:solidFill>
                  <a:srgbClr val="000000"/>
                </a:solidFill>
                <a:effectLst/>
                <a:latin typeface="Calibri" panose="020F0502020204030204" pitchFamily="34" charset="0"/>
              </a:rPr>
              <a:t>CVs</a:t>
            </a:r>
            <a:r>
              <a:rPr lang="fr-FR" sz="1800" b="0" i="0" u="none" strike="noStrike" dirty="0">
                <a:solidFill>
                  <a:srgbClr val="000000"/>
                </a:solidFill>
                <a:effectLst/>
                <a:latin typeface="Calibri" panose="020F0502020204030204" pitchFamily="34" charset="0"/>
              </a:rPr>
              <a:t>. On constate clairement que </a:t>
            </a:r>
            <a:r>
              <a:rPr lang="fr-FR" sz="1800" b="1" i="0" u="none" strike="noStrike" dirty="0" err="1">
                <a:solidFill>
                  <a:srgbClr val="000000"/>
                </a:solidFill>
                <a:effectLst/>
                <a:latin typeface="Calibri" panose="020F0502020204030204" pitchFamily="34" charset="0"/>
              </a:rPr>
              <a:t>Groq</a:t>
            </a:r>
            <a:r>
              <a:rPr lang="fr-FR" sz="1800" b="1" i="0" u="none" strike="noStrike" dirty="0">
                <a:solidFill>
                  <a:srgbClr val="000000"/>
                </a:solidFill>
                <a:effectLst/>
                <a:latin typeface="Calibri" panose="020F0502020204030204" pitchFamily="34" charset="0"/>
              </a:rPr>
              <a:t> + LLaMA3</a:t>
            </a:r>
            <a:r>
              <a:rPr lang="fr-FR" sz="1800" b="0" i="0" u="none" strike="noStrike" dirty="0">
                <a:solidFill>
                  <a:srgbClr val="000000"/>
                </a:solidFill>
                <a:effectLst/>
                <a:latin typeface="Calibri" panose="020F0502020204030204" pitchFamily="34" charset="0"/>
              </a:rPr>
              <a:t> obtient un rappel, une précision et un F1 score de </a:t>
            </a:r>
            <a:r>
              <a:rPr lang="fr-FR" sz="1800" b="1" i="0" u="none" strike="noStrike" dirty="0">
                <a:solidFill>
                  <a:srgbClr val="000000"/>
                </a:solidFill>
                <a:effectLst/>
                <a:latin typeface="Calibri" panose="020F0502020204030204" pitchFamily="34" charset="0"/>
              </a:rPr>
              <a:t>1</a:t>
            </a:r>
            <a:r>
              <a:rPr lang="fr-FR" sz="1800" b="0" i="0" u="none" strike="noStrike" dirty="0">
                <a:solidFill>
                  <a:srgbClr val="000000"/>
                </a:solidFill>
                <a:effectLst/>
                <a:latin typeface="Calibri" panose="020F0502020204030204" pitchFamily="34" charset="0"/>
              </a:rPr>
              <a:t>, soit un score parfait. En contrepartie, sa latence est plus élevée à 5 secondes. </a:t>
            </a:r>
            <a:r>
              <a:rPr lang="fr-FR" sz="1800" b="0" i="0" u="none" strike="noStrike" dirty="0" err="1">
                <a:solidFill>
                  <a:srgbClr val="000000"/>
                </a:solidFill>
                <a:effectLst/>
                <a:latin typeface="Calibri" panose="020F0502020204030204" pitchFamily="34" charset="0"/>
              </a:rPr>
              <a:t>spaCy</a:t>
            </a:r>
            <a:r>
              <a:rPr lang="fr-FR" sz="1800" b="0" i="0" u="none" strike="noStrike" dirty="0">
                <a:solidFill>
                  <a:srgbClr val="000000"/>
                </a:solidFill>
                <a:effectLst/>
                <a:latin typeface="Calibri" panose="020F0502020204030204" pitchFamily="34" charset="0"/>
              </a:rPr>
              <a:t> et BERT restent nettement en dessous en termes de qualité d'extraction.</a:t>
            </a:r>
            <a:endParaRPr lang="fr-FR" b="0" dirty="0">
              <a:effectLst/>
            </a:endParaRPr>
          </a:p>
          <a:p>
            <a:br>
              <a:rPr lang="fr-FR" dirty="0"/>
            </a:br>
            <a:endParaRPr lang="en-US" dirty="0"/>
          </a:p>
        </p:txBody>
      </p:sp>
      <p:sp>
        <p:nvSpPr>
          <p:cNvPr id="4" name="Slide Number Placeholder 3">
            <a:extLst>
              <a:ext uri="{FF2B5EF4-FFF2-40B4-BE49-F238E27FC236}">
                <a16:creationId xmlns:a16="http://schemas.microsoft.com/office/drawing/2014/main" id="{819C5919-0955-5B66-E14F-059913D6ABAF}"/>
              </a:ext>
            </a:extLst>
          </p:cNvPr>
          <p:cNvSpPr>
            <a:spLocks noGrp="1"/>
          </p:cNvSpPr>
          <p:nvPr>
            <p:ph type="sldNum" sz="quarter" idx="5"/>
          </p:nvPr>
        </p:nvSpPr>
        <p:spPr/>
        <p:txBody>
          <a:bodyPr/>
          <a:lstStyle/>
          <a:p>
            <a:fld id="{1314E7CB-87E4-4199-8150-09E7DA4D2D52}" type="slidenum">
              <a:rPr lang="en-US" smtClean="0"/>
              <a:t>30</a:t>
            </a:fld>
            <a:endParaRPr lang="en-US"/>
          </a:p>
        </p:txBody>
      </p:sp>
    </p:spTree>
    <p:extLst>
      <p:ext uri="{BB962C8B-B14F-4D97-AF65-F5344CB8AC3E}">
        <p14:creationId xmlns:p14="http://schemas.microsoft.com/office/powerpoint/2010/main" val="39365358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9CD0-6DD6-4F03-5CC6-E1473030A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DF7AF-FBFD-D877-2ACF-B13C97E71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6DD3C-80A7-0231-413E-9A56EB393091}"/>
              </a:ext>
            </a:extLst>
          </p:cNvPr>
          <p:cNvSpPr>
            <a:spLocks noGrp="1"/>
          </p:cNvSpPr>
          <p:nvPr>
            <p:ph type="body" idx="1"/>
          </p:nvPr>
        </p:nvSpPr>
        <p:spPr/>
        <p:txBody>
          <a:bodyPr/>
          <a:lstStyle/>
          <a:p>
            <a:r>
              <a:rPr lang="fr-FR" b="1" dirty="0"/>
              <a:t>"Cette fonctionnalité permet de comparer plusieurs candidats en même temps.</a:t>
            </a:r>
            <a:endParaRPr lang="fr-FR" dirty="0"/>
          </a:p>
          <a:p>
            <a:r>
              <a:rPr lang="fr-FR" dirty="0"/>
              <a:t>Le recruteur les sélectionne et lance la comparaison en un clic.</a:t>
            </a:r>
          </a:p>
          <a:p>
            <a:r>
              <a:rPr lang="fr-FR" dirty="0" err="1"/>
              <a:t>Llama</a:t>
            </a:r>
            <a:r>
              <a:rPr lang="fr-FR" dirty="0"/>
              <a:t> 3 analyse les compétences, l'expérience et les résultats de chaque profil.</a:t>
            </a:r>
          </a:p>
          <a:p>
            <a:r>
              <a:rPr lang="fr-FR" dirty="0"/>
              <a:t>Il génère ensuite un classement avec les points forts, points faible, tableau comparative et une recommandation finale.</a:t>
            </a:r>
          </a:p>
          <a:p>
            <a:r>
              <a:rPr lang="fr-FR" dirty="0"/>
              <a:t>Ici, le Candidat A arrive premier avec 88% — recommandé pour l'entretien."**</a:t>
            </a:r>
          </a:p>
          <a:p>
            <a:pPr rtl="0">
              <a:spcBef>
                <a:spcPts val="0"/>
              </a:spcBef>
              <a:spcAft>
                <a:spcPts val="0"/>
              </a:spcAft>
            </a:pPr>
            <a:endParaRPr lang="en-US" dirty="0"/>
          </a:p>
        </p:txBody>
      </p:sp>
      <p:sp>
        <p:nvSpPr>
          <p:cNvPr id="4" name="Slide Number Placeholder 3">
            <a:extLst>
              <a:ext uri="{FF2B5EF4-FFF2-40B4-BE49-F238E27FC236}">
                <a16:creationId xmlns:a16="http://schemas.microsoft.com/office/drawing/2014/main" id="{EE135E4C-0A68-94AE-928F-64949942AE06}"/>
              </a:ext>
            </a:extLst>
          </p:cNvPr>
          <p:cNvSpPr>
            <a:spLocks noGrp="1"/>
          </p:cNvSpPr>
          <p:nvPr>
            <p:ph type="sldNum" sz="quarter" idx="5"/>
          </p:nvPr>
        </p:nvSpPr>
        <p:spPr/>
        <p:txBody>
          <a:bodyPr/>
          <a:lstStyle/>
          <a:p>
            <a:fld id="{1314E7CB-87E4-4199-8150-09E7DA4D2D52}" type="slidenum">
              <a:rPr lang="en-US" smtClean="0"/>
              <a:t>31</a:t>
            </a:fld>
            <a:endParaRPr lang="en-US"/>
          </a:p>
        </p:txBody>
      </p:sp>
    </p:spTree>
    <p:extLst>
      <p:ext uri="{BB962C8B-B14F-4D97-AF65-F5344CB8AC3E}">
        <p14:creationId xmlns:p14="http://schemas.microsoft.com/office/powerpoint/2010/main" val="41621120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CF2DC-3C60-9D8F-9ACE-06B05288F9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E5EA4F1-6120-4102-DDF7-B65F95E0D8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28DF2E-AF4F-A9CB-24F0-71DFF6E3B94B}"/>
              </a:ext>
            </a:extLst>
          </p:cNvPr>
          <p:cNvSpPr>
            <a:spLocks noGrp="1"/>
          </p:cNvSpPr>
          <p:nvPr>
            <p:ph type="body" idx="1"/>
          </p:nvPr>
        </p:nvSpPr>
        <p:spPr/>
        <p:txBody>
          <a:bodyPr/>
          <a:lstStyle/>
          <a:p>
            <a:pPr rtl="0">
              <a:spcBef>
                <a:spcPts val="0"/>
              </a:spcBef>
              <a:spcAft>
                <a:spcPts val="0"/>
              </a:spcAft>
            </a:pPr>
            <a:r>
              <a:rPr lang="fr-FR" sz="1800" b="0" i="0" u="none" strike="noStrike" dirty="0">
                <a:solidFill>
                  <a:srgbClr val="000000"/>
                </a:solidFill>
                <a:effectLst/>
                <a:latin typeface="Calibri" panose="020F0502020204030204" pitchFamily="34" charset="0"/>
              </a:rPr>
              <a:t>Passons enfin à la cinquième et dernière partie : </a:t>
            </a:r>
            <a:r>
              <a:rPr lang="fr-FR" sz="1800" b="1" i="0" u="none" strike="noStrike" dirty="0">
                <a:solidFill>
                  <a:srgbClr val="000000"/>
                </a:solidFill>
                <a:effectLst/>
                <a:latin typeface="Calibri" panose="020F0502020204030204" pitchFamily="34" charset="0"/>
              </a:rPr>
              <a:t>Conclusion et Perspectives</a:t>
            </a:r>
            <a:r>
              <a:rPr lang="fr-FR" sz="1800" b="0" i="0" u="none" strike="noStrike" dirty="0">
                <a:solidFill>
                  <a:srgbClr val="000000"/>
                </a:solidFill>
                <a:effectLst/>
                <a:latin typeface="Calibri" panose="020F0502020204030204" pitchFamily="34" charset="0"/>
              </a:rPr>
              <a:t>.</a:t>
            </a:r>
            <a:endParaRPr lang="fr-FR" b="0" dirty="0">
              <a:effectLst/>
            </a:endParaRPr>
          </a:p>
          <a:p>
            <a:br>
              <a:rPr lang="fr-FR" dirty="0"/>
            </a:br>
            <a:endParaRPr lang="fr-FR" dirty="0"/>
          </a:p>
        </p:txBody>
      </p:sp>
    </p:spTree>
    <p:extLst>
      <p:ext uri="{BB962C8B-B14F-4D97-AF65-F5344CB8AC3E}">
        <p14:creationId xmlns:p14="http://schemas.microsoft.com/office/powerpoint/2010/main" val="4960610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33</a:t>
            </a:fld>
            <a:endParaRPr lang="en-US"/>
          </a:p>
        </p:txBody>
      </p:sp>
    </p:spTree>
    <p:extLst>
      <p:ext uri="{BB962C8B-B14F-4D97-AF65-F5344CB8AC3E}">
        <p14:creationId xmlns:p14="http://schemas.microsoft.com/office/powerpoint/2010/main" val="33575712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dirty="0"/>
              <a:t>Pour conclure, ce projet nous a permis de développer et de déployer une application complète couvrant l’ensemble du processus de recrutement. Nous avons ainsi automatisé le processus RH de bout en bout en intégrant l’intelligence artificielle comme un assistant d’aide à la décision pour les recruteurs.</a:t>
            </a:r>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34</a:t>
            </a:fld>
            <a:endParaRPr lang="en-US"/>
          </a:p>
        </p:txBody>
      </p:sp>
    </p:spTree>
    <p:extLst>
      <p:ext uri="{BB962C8B-B14F-4D97-AF65-F5344CB8AC3E}">
        <p14:creationId xmlns:p14="http://schemas.microsoft.com/office/powerpoint/2010/main" val="41062963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2800" b="1" dirty="0"/>
              <a:t>Ce projet ouvre également des perspectives d’évolution intéressantes.</a:t>
            </a:r>
            <a:endParaRPr lang="fr-FR" sz="2800" dirty="0"/>
          </a:p>
          <a:p>
            <a:r>
              <a:rPr lang="fr-FR" sz="5400" dirty="0"/>
              <a:t>À court terme, nous envisageons d’améliorer les services d’intelligence artificielle en ajoutant de nouvelles fonctionnalités, telles que la détection des fautes d’orthographe dans les CV et l’attribution d’un score de qualité du contenu. Nous souhaitons également évaluer la structure et la lisibilité du CV afin de vérifier sa compatibilité avec les systèmes de recrutement automatisés (ATS).</a:t>
            </a:r>
          </a:p>
          <a:p>
            <a:r>
              <a:rPr lang="fr-FR" sz="2800" b="1" dirty="0"/>
              <a:t>À moyen terme</a:t>
            </a:r>
            <a:r>
              <a:rPr lang="fr-FR" sz="2800" dirty="0"/>
              <a:t>, nous souhaitons mettre en place un système de notifications multicanal afin d’améliorer la qualité de la </a:t>
            </a:r>
          </a:p>
          <a:p>
            <a:r>
              <a:rPr lang="fr-FR" sz="2800" dirty="0"/>
              <a:t>Communication entre les différents acteurs du processus de recrutement.</a:t>
            </a:r>
          </a:p>
          <a:p>
            <a:r>
              <a:rPr lang="fr-FR" sz="2800" dirty="0"/>
              <a:t> </a:t>
            </a:r>
            <a:r>
              <a:rPr lang="fr-FR" sz="4000" dirty="0"/>
              <a:t>À long terme, nous prévoyons d’intégrer un système d’</a:t>
            </a:r>
            <a:r>
              <a:rPr lang="fr-FR" sz="4000" dirty="0" err="1"/>
              <a:t>onboarding</a:t>
            </a:r>
            <a:r>
              <a:rPr lang="fr-FR" sz="4000" dirty="0"/>
              <a:t> pour suivre l’intégration des nouveaux employés. Nous souhaitons également ajouter des fonctionnalités d’analyse prédictive basées sur les données de recrutement afin d’anticiper les besoins en ressources humaines de l’entreprise.</a:t>
            </a:r>
          </a:p>
          <a:p>
            <a:r>
              <a:rPr lang="fr-FR" sz="2800" b="1" dirty="0"/>
              <a:t>Ces évolutions permettront de transformer notre plateforme en un outil RH complet, couvrant l’ensemble du cycle de vie du recrutement et de l’intégration des collaborateurs.</a:t>
            </a:r>
            <a:endParaRPr lang="fr-FR" sz="2800" dirty="0"/>
          </a:p>
        </p:txBody>
      </p:sp>
      <p:sp>
        <p:nvSpPr>
          <p:cNvPr id="4" name="Slide Number Placeholder 3"/>
          <p:cNvSpPr>
            <a:spLocks noGrp="1"/>
          </p:cNvSpPr>
          <p:nvPr>
            <p:ph type="sldNum" sz="quarter" idx="5"/>
          </p:nvPr>
        </p:nvSpPr>
        <p:spPr/>
        <p:txBody>
          <a:bodyPr/>
          <a:lstStyle/>
          <a:p>
            <a:fld id="{1314E7CB-87E4-4199-8150-09E7DA4D2D52}" type="slidenum">
              <a:rPr lang="en-US" smtClean="0"/>
              <a:t>35</a:t>
            </a:fld>
            <a:endParaRPr lang="en-US"/>
          </a:p>
        </p:txBody>
      </p:sp>
    </p:spTree>
    <p:extLst>
      <p:ext uri="{BB962C8B-B14F-4D97-AF65-F5344CB8AC3E}">
        <p14:creationId xmlns:p14="http://schemas.microsoft.com/office/powerpoint/2010/main" val="2740054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1" i="0" u="none" strike="noStrike" dirty="0">
                <a:solidFill>
                  <a:srgbClr val="000000"/>
                </a:solidFill>
                <a:effectLst/>
                <a:latin typeface="Calibri" panose="020F0502020204030204" pitchFamily="34" charset="0"/>
              </a:rPr>
              <a:t>Ce projet ouvre également des perspectives d'évolution intéressantes.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Nous envisageons d'abord une </a:t>
            </a:r>
            <a:r>
              <a:rPr lang="fr-FR" sz="1800" b="1" i="0" u="none" strike="noStrike" dirty="0">
                <a:solidFill>
                  <a:srgbClr val="000000"/>
                </a:solidFill>
                <a:effectLst/>
                <a:latin typeface="Calibri" panose="020F0502020204030204" pitchFamily="34" charset="0"/>
              </a:rPr>
              <a:t>amélioration continue des services IA</a:t>
            </a:r>
            <a:r>
              <a:rPr lang="fr-FR" sz="1800" b="0" i="0" u="none" strike="noStrike" dirty="0">
                <a:solidFill>
                  <a:srgbClr val="000000"/>
                </a:solidFill>
                <a:effectLst/>
                <a:latin typeface="Calibri" panose="020F0502020204030204" pitchFamily="34" charset="0"/>
              </a:rPr>
              <a:t>, notamment en affinant les modèles de </a:t>
            </a:r>
            <a:r>
              <a:rPr lang="fr-FR" sz="1800" b="0" i="0" u="none" strike="noStrike" dirty="0" err="1">
                <a:solidFill>
                  <a:srgbClr val="000000"/>
                </a:solidFill>
                <a:effectLst/>
                <a:latin typeface="Calibri" panose="020F0502020204030204" pitchFamily="34" charset="0"/>
              </a:rPr>
              <a:t>scoring</a:t>
            </a:r>
            <a:r>
              <a:rPr lang="fr-FR" sz="1800" b="0" i="0" u="none" strike="noStrike" dirty="0">
                <a:solidFill>
                  <a:srgbClr val="000000"/>
                </a:solidFill>
                <a:effectLst/>
                <a:latin typeface="Calibri" panose="020F0502020204030204" pitchFamily="34" charset="0"/>
              </a:rPr>
              <a:t> et de </a:t>
            </a:r>
            <a:r>
              <a:rPr lang="fr-FR" sz="1800" b="0" i="0" u="none" strike="noStrike" dirty="0" err="1">
                <a:solidFill>
                  <a:srgbClr val="000000"/>
                </a:solidFill>
                <a:effectLst/>
                <a:latin typeface="Calibri" panose="020F0502020204030204" pitchFamily="34" charset="0"/>
              </a:rPr>
              <a:t>matching</a:t>
            </a:r>
            <a:r>
              <a:rPr lang="fr-FR" sz="1800" b="0" i="0" u="none" strike="noStrike" dirty="0">
                <a:solidFill>
                  <a:srgbClr val="000000"/>
                </a:solidFill>
                <a:effectLst/>
                <a:latin typeface="Calibri" panose="020F0502020204030204" pitchFamily="34" charset="0"/>
              </a:rPr>
              <a:t> pour gagner encore en précision.</a:t>
            </a:r>
            <a:endParaRPr lang="fr-FR" b="0" dirty="0">
              <a:effectLst/>
            </a:endParaRPr>
          </a:p>
          <a:p>
            <a:br>
              <a:rPr lang="fr-FR" b="0" dirty="0">
                <a:effectLst/>
              </a:rPr>
            </a:br>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36</a:t>
            </a:fld>
            <a:endParaRPr lang="en-US"/>
          </a:p>
        </p:txBody>
      </p:sp>
    </p:spTree>
    <p:extLst>
      <p:ext uri="{BB962C8B-B14F-4D97-AF65-F5344CB8AC3E}">
        <p14:creationId xmlns:p14="http://schemas.microsoft.com/office/powerpoint/2010/main" val="26397172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fr-FR" sz="1800" b="1" i="0" u="none" strike="noStrike" dirty="0">
                <a:solidFill>
                  <a:srgbClr val="000000"/>
                </a:solidFill>
                <a:effectLst/>
                <a:latin typeface="Calibri" panose="020F0502020204030204" pitchFamily="34" charset="0"/>
              </a:rPr>
              <a:t>Ce projet ouvre également des perspectives d'évolution intéressantes.</a:t>
            </a:r>
            <a:endParaRPr lang="fr-FR" b="0" dirty="0">
              <a:effectLst/>
            </a:endParaRPr>
          </a:p>
          <a:p>
            <a:pPr rtl="0">
              <a:spcBef>
                <a:spcPts val="0"/>
              </a:spcBef>
              <a:spcAft>
                <a:spcPts val="0"/>
              </a:spcAft>
            </a:pPr>
            <a:r>
              <a:rPr lang="fr-FR" sz="1800" b="0" i="0" u="none" strike="noStrike" dirty="0">
                <a:solidFill>
                  <a:srgbClr val="000000"/>
                </a:solidFill>
                <a:effectLst/>
                <a:latin typeface="Calibri" panose="020F0502020204030204" pitchFamily="34" charset="0"/>
              </a:rPr>
              <a:t>Nous envisageons d'abord une </a:t>
            </a:r>
            <a:r>
              <a:rPr lang="fr-FR" sz="1800" b="1" i="0" u="none" strike="noStrike" dirty="0">
                <a:solidFill>
                  <a:srgbClr val="000000"/>
                </a:solidFill>
                <a:effectLst/>
                <a:latin typeface="Calibri" panose="020F0502020204030204" pitchFamily="34" charset="0"/>
              </a:rPr>
              <a:t>amélioration continue des services IA</a:t>
            </a:r>
            <a:r>
              <a:rPr lang="fr-FR" sz="1800" b="0" i="0" u="none" strike="noStrike" dirty="0">
                <a:solidFill>
                  <a:srgbClr val="000000"/>
                </a:solidFill>
                <a:effectLst/>
                <a:latin typeface="Calibri" panose="020F0502020204030204" pitchFamily="34" charset="0"/>
              </a:rPr>
              <a:t>, notamment en affinant les modèles de </a:t>
            </a:r>
            <a:r>
              <a:rPr lang="fr-FR" sz="1800" b="0" i="0" u="none" strike="noStrike" dirty="0" err="1">
                <a:solidFill>
                  <a:srgbClr val="000000"/>
                </a:solidFill>
                <a:effectLst/>
                <a:latin typeface="Calibri" panose="020F0502020204030204" pitchFamily="34" charset="0"/>
              </a:rPr>
              <a:t>scoring</a:t>
            </a:r>
            <a:r>
              <a:rPr lang="fr-FR" sz="1800" b="0" i="0" u="none" strike="noStrike" dirty="0">
                <a:solidFill>
                  <a:srgbClr val="000000"/>
                </a:solidFill>
                <a:effectLst/>
                <a:latin typeface="Calibri" panose="020F0502020204030204" pitchFamily="34" charset="0"/>
              </a:rPr>
              <a:t> et de </a:t>
            </a:r>
            <a:r>
              <a:rPr lang="fr-FR" sz="1800" b="0" i="0" u="none" strike="noStrike" dirty="0" err="1">
                <a:solidFill>
                  <a:srgbClr val="000000"/>
                </a:solidFill>
                <a:effectLst/>
                <a:latin typeface="Calibri" panose="020F0502020204030204" pitchFamily="34" charset="0"/>
              </a:rPr>
              <a:t>matching</a:t>
            </a:r>
            <a:r>
              <a:rPr lang="fr-FR" sz="1800" b="0" i="0" u="none" strike="noStrike" dirty="0">
                <a:solidFill>
                  <a:srgbClr val="000000"/>
                </a:solidFill>
                <a:effectLst/>
                <a:latin typeface="Calibri" panose="020F0502020204030204" pitchFamily="34" charset="0"/>
              </a:rPr>
              <a:t> pour gagner encore en précision.</a:t>
            </a:r>
            <a:endParaRPr lang="fr-FR" b="0" dirty="0">
              <a:effectLst/>
            </a:endParaRPr>
          </a:p>
          <a:p>
            <a:br>
              <a:rPr lang="fr-FR" b="0" dirty="0">
                <a:effectLst/>
              </a:rPr>
            </a:br>
            <a:endParaRPr lang="en-US" dirty="0"/>
          </a:p>
        </p:txBody>
      </p:sp>
      <p:sp>
        <p:nvSpPr>
          <p:cNvPr id="4" name="Slide Number Placeholder 3"/>
          <p:cNvSpPr>
            <a:spLocks noGrp="1"/>
          </p:cNvSpPr>
          <p:nvPr>
            <p:ph type="sldNum" sz="quarter" idx="5"/>
          </p:nvPr>
        </p:nvSpPr>
        <p:spPr/>
        <p:txBody>
          <a:bodyPr/>
          <a:lstStyle/>
          <a:p>
            <a:fld id="{1314E7CB-87E4-4199-8150-09E7DA4D2D52}" type="slidenum">
              <a:rPr lang="en-US" smtClean="0"/>
              <a:t>37</a:t>
            </a:fld>
            <a:endParaRPr lang="en-US"/>
          </a:p>
        </p:txBody>
      </p:sp>
    </p:spTree>
    <p:extLst>
      <p:ext uri="{BB962C8B-B14F-4D97-AF65-F5344CB8AC3E}">
        <p14:creationId xmlns:p14="http://schemas.microsoft.com/office/powerpoint/2010/main" val="37352280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314E7CB-87E4-4199-8150-09E7DA4D2D52}" type="slidenum">
              <a:rPr lang="en-US" smtClean="0"/>
              <a:t>38</a:t>
            </a:fld>
            <a:endParaRPr lang="en-US"/>
          </a:p>
        </p:txBody>
      </p:sp>
    </p:spTree>
    <p:extLst>
      <p:ext uri="{BB962C8B-B14F-4D97-AF65-F5344CB8AC3E}">
        <p14:creationId xmlns:p14="http://schemas.microsoft.com/office/powerpoint/2010/main" val="2597089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poweredtemplate.com/"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poweredtemplate.com/membership/"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poweredtemplate.com/"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hyperlink" Target="https://support.poweredtemplates.com/" TargetMode="Externa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hyperlink" Target="https://support.poweredtemplates.com/" TargetMode="Externa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poweredtemplate.com/membership/" TargetMode="External"/><Relationship Id="rId2" Type="http://schemas.openxmlformats.org/officeDocument/2006/relationships/hyperlink" Target="https://poweredtemplate.com/"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2FCF0-520B-4A52-B473-BE16456FB292}"/>
              </a:ext>
            </a:extLst>
          </p:cNvPr>
          <p:cNvSpPr>
            <a:spLocks noGrp="1"/>
          </p:cNvSpPr>
          <p:nvPr>
            <p:ph type="ctrTitle"/>
          </p:nvPr>
        </p:nvSpPr>
        <p:spPr>
          <a:xfrm>
            <a:off x="1524000" y="1122363"/>
            <a:ext cx="9144000" cy="2387600"/>
          </a:xfrm>
          <a:prstGeom prst="rect">
            <a:avLst/>
          </a:prstGeom>
        </p:spPr>
        <p:txBody>
          <a:bodyPr anchor="b"/>
          <a:lstStyle>
            <a:lvl1pPr algn="ctr">
              <a:defRPr sz="6000">
                <a:solidFill>
                  <a:schemeClr val="bg1">
                    <a:lumMod val="50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2AC8A513-36AD-4E70-A187-E592EBC4D1FE}"/>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50000"/>
                  </a:schemeClr>
                </a:solidFill>
              </a:defRPr>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219486-0569-4030-85B3-2DA7CACD022E}"/>
              </a:ext>
            </a:extLst>
          </p:cNvPr>
          <p:cNvSpPr>
            <a:spLocks noGrp="1"/>
          </p:cNvSpPr>
          <p:nvPr>
            <p:ph type="dt" sz="half" idx="10"/>
          </p:nvPr>
        </p:nvSpPr>
        <p:spPr/>
        <p:txBody>
          <a:bodyPr/>
          <a:lstStyle/>
          <a:p>
            <a:fld id="{A08A89E4-D00E-4618-BE4D-03035A2F693C}" type="datetime1">
              <a:rPr lang="en-US" smtClean="0"/>
              <a:t>6/14/2026</a:t>
            </a:fld>
            <a:endParaRPr lang="en-US"/>
          </a:p>
        </p:txBody>
      </p:sp>
      <p:sp>
        <p:nvSpPr>
          <p:cNvPr id="5" name="Footer Placeholder 4">
            <a:extLst>
              <a:ext uri="{FF2B5EF4-FFF2-40B4-BE49-F238E27FC236}">
                <a16:creationId xmlns:a16="http://schemas.microsoft.com/office/drawing/2014/main" id="{98134E95-3093-48D7-9A44-16A8A10E5FA6}"/>
              </a:ext>
            </a:extLst>
          </p:cNvPr>
          <p:cNvSpPr>
            <a:spLocks noGrp="1"/>
          </p:cNvSpPr>
          <p:nvPr>
            <p:ph type="ftr" sz="quarter" idx="11"/>
          </p:nvPr>
        </p:nvSpPr>
        <p:spPr/>
        <p:txBody>
          <a:bodyPr/>
          <a:lstStyle/>
          <a:p>
            <a:r>
              <a:rPr lang="en-US"/>
              <a:t>Designed by PoweredTemplate</a:t>
            </a:r>
          </a:p>
        </p:txBody>
      </p:sp>
      <p:sp>
        <p:nvSpPr>
          <p:cNvPr id="6" name="Slide Number Placeholder 5">
            <a:extLst>
              <a:ext uri="{FF2B5EF4-FFF2-40B4-BE49-F238E27FC236}">
                <a16:creationId xmlns:a16="http://schemas.microsoft.com/office/drawing/2014/main" id="{0ACBBDAD-9190-4926-B3E0-29B3C571CD83}"/>
              </a:ext>
            </a:extLst>
          </p:cNvPr>
          <p:cNvSpPr>
            <a:spLocks noGrp="1"/>
          </p:cNvSpPr>
          <p:nvPr>
            <p:ph type="sldNum" sz="quarter" idx="12"/>
          </p:nvPr>
        </p:nvSpPr>
        <p:spPr/>
        <p:txBody>
          <a:bodyPr/>
          <a:lstStyle/>
          <a:p>
            <a:fld id="{5F294920-2F4F-4D88-AD0A-053AE5A679D0}" type="slidenum">
              <a:rPr lang="en-US" smtClean="0"/>
              <a:t>‹N°›</a:t>
            </a:fld>
            <a:endParaRPr lang="en-US"/>
          </a:p>
        </p:txBody>
      </p:sp>
    </p:spTree>
    <p:extLst>
      <p:ext uri="{BB962C8B-B14F-4D97-AF65-F5344CB8AC3E}">
        <p14:creationId xmlns:p14="http://schemas.microsoft.com/office/powerpoint/2010/main" val="3869805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4229-FDA3-419F-948E-EC3B542AED00}"/>
              </a:ext>
            </a:extLst>
          </p:cNvPr>
          <p:cNvSpPr>
            <a:spLocks noGrp="1"/>
          </p:cNvSpPr>
          <p:nvPr>
            <p:ph type="title"/>
          </p:nvPr>
        </p:nvSpPr>
        <p:spPr>
          <a:xfrm>
            <a:off x="838202" y="136526"/>
            <a:ext cx="10515600" cy="768096"/>
          </a:xfrm>
          <a:prstGeom prst="rect">
            <a:avLst/>
          </a:prstGeom>
        </p:spPr>
        <p:txBody>
          <a:bodyPr/>
          <a:lstStyle>
            <a:lvl1pPr algn="ctr">
              <a:defRPr>
                <a:solidFill>
                  <a:schemeClr val="bg1">
                    <a:lumMod val="50000"/>
                  </a:schemeClr>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D5E140-8BC8-449A-8EB6-5236A46899C7}"/>
              </a:ext>
            </a:extLst>
          </p:cNvPr>
          <p:cNvSpPr>
            <a:spLocks noGrp="1"/>
          </p:cNvSpPr>
          <p:nvPr>
            <p:ph type="dt" sz="half" idx="10"/>
          </p:nvPr>
        </p:nvSpPr>
        <p:spPr/>
        <p:txBody>
          <a:bodyPr/>
          <a:lstStyle/>
          <a:p>
            <a:fld id="{A04D5C2E-AF49-4B3E-833F-5946220A398E}" type="datetime1">
              <a:rPr lang="en-US" smtClean="0"/>
              <a:t>6/14/2026</a:t>
            </a:fld>
            <a:endParaRPr lang="en-US"/>
          </a:p>
        </p:txBody>
      </p:sp>
      <p:sp>
        <p:nvSpPr>
          <p:cNvPr id="5" name="Footer Placeholder 4">
            <a:extLst>
              <a:ext uri="{FF2B5EF4-FFF2-40B4-BE49-F238E27FC236}">
                <a16:creationId xmlns:a16="http://schemas.microsoft.com/office/drawing/2014/main" id="{DAC3E766-E3A6-4451-8208-02143C37EB9C}"/>
              </a:ext>
            </a:extLst>
          </p:cNvPr>
          <p:cNvSpPr>
            <a:spLocks noGrp="1"/>
          </p:cNvSpPr>
          <p:nvPr>
            <p:ph type="ftr" sz="quarter" idx="11"/>
          </p:nvPr>
        </p:nvSpPr>
        <p:spPr/>
        <p:txBody>
          <a:bodyPr/>
          <a:lstStyle/>
          <a:p>
            <a:r>
              <a:rPr lang="en-US"/>
              <a:t>Designed by PoweredTemplate</a:t>
            </a:r>
          </a:p>
        </p:txBody>
      </p:sp>
      <p:sp>
        <p:nvSpPr>
          <p:cNvPr id="6" name="Slide Number Placeholder 5">
            <a:extLst>
              <a:ext uri="{FF2B5EF4-FFF2-40B4-BE49-F238E27FC236}">
                <a16:creationId xmlns:a16="http://schemas.microsoft.com/office/drawing/2014/main" id="{BEF041C4-DDAB-4C12-865A-AD93CBA2AE10}"/>
              </a:ext>
            </a:extLst>
          </p:cNvPr>
          <p:cNvSpPr>
            <a:spLocks noGrp="1"/>
          </p:cNvSpPr>
          <p:nvPr>
            <p:ph type="sldNum" sz="quarter" idx="12"/>
          </p:nvPr>
        </p:nvSpPr>
        <p:spPr/>
        <p:txBody>
          <a:bodyPr/>
          <a:lstStyle/>
          <a:p>
            <a:fld id="{5F294920-2F4F-4D88-AD0A-053AE5A679D0}" type="slidenum">
              <a:rPr lang="en-US" smtClean="0"/>
              <a:t>‹N°›</a:t>
            </a:fld>
            <a:endParaRPr lang="en-US"/>
          </a:p>
        </p:txBody>
      </p:sp>
    </p:spTree>
    <p:extLst>
      <p:ext uri="{BB962C8B-B14F-4D97-AF65-F5344CB8AC3E}">
        <p14:creationId xmlns:p14="http://schemas.microsoft.com/office/powerpoint/2010/main" val="3173353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Dark">
    <p:bg>
      <p:bgPr>
        <a:solidFill>
          <a:srgbClr val="48484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4229-FDA3-419F-948E-EC3B542AED00}"/>
              </a:ext>
            </a:extLst>
          </p:cNvPr>
          <p:cNvSpPr>
            <a:spLocks noGrp="1"/>
          </p:cNvSpPr>
          <p:nvPr>
            <p:ph type="title"/>
          </p:nvPr>
        </p:nvSpPr>
        <p:spPr>
          <a:xfrm>
            <a:off x="838202" y="136526"/>
            <a:ext cx="10515600" cy="768096"/>
          </a:xfrm>
          <a:prstGeom prst="rect">
            <a:avLst/>
          </a:prstGeom>
        </p:spPr>
        <p:txBody>
          <a:bodyPr/>
          <a:lstStyle>
            <a:lvl1pPr algn="ctr">
              <a:defRPr>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D5E140-8BC8-449A-8EB6-5236A46899C7}"/>
              </a:ext>
            </a:extLst>
          </p:cNvPr>
          <p:cNvSpPr>
            <a:spLocks noGrp="1"/>
          </p:cNvSpPr>
          <p:nvPr>
            <p:ph type="dt" sz="half" idx="10"/>
          </p:nvPr>
        </p:nvSpPr>
        <p:spPr/>
        <p:txBody>
          <a:bodyPr/>
          <a:lstStyle>
            <a:lvl1pPr>
              <a:defRPr>
                <a:solidFill>
                  <a:schemeClr val="bg1">
                    <a:lumMod val="85000"/>
                  </a:schemeClr>
                </a:solidFill>
              </a:defRPr>
            </a:lvl1pPr>
          </a:lstStyle>
          <a:p>
            <a:fld id="{A04D5C2E-AF49-4B3E-833F-5946220A398E}" type="datetime1">
              <a:rPr lang="en-US" smtClean="0"/>
              <a:pPr/>
              <a:t>6/14/2026</a:t>
            </a:fld>
            <a:endParaRPr lang="en-US"/>
          </a:p>
        </p:txBody>
      </p:sp>
      <p:sp>
        <p:nvSpPr>
          <p:cNvPr id="5" name="Footer Placeholder 4">
            <a:extLst>
              <a:ext uri="{FF2B5EF4-FFF2-40B4-BE49-F238E27FC236}">
                <a16:creationId xmlns:a16="http://schemas.microsoft.com/office/drawing/2014/main" id="{DAC3E766-E3A6-4451-8208-02143C37EB9C}"/>
              </a:ext>
            </a:extLst>
          </p:cNvPr>
          <p:cNvSpPr>
            <a:spLocks noGrp="1"/>
          </p:cNvSpPr>
          <p:nvPr>
            <p:ph type="ftr" sz="quarter" idx="11"/>
          </p:nvPr>
        </p:nvSpPr>
        <p:spPr/>
        <p:txBody>
          <a:bodyPr/>
          <a:lstStyle>
            <a:lvl1pPr>
              <a:defRPr>
                <a:solidFill>
                  <a:schemeClr val="bg1">
                    <a:lumMod val="85000"/>
                  </a:schemeClr>
                </a:solidFill>
              </a:defRPr>
            </a:lvl1pPr>
          </a:lstStyle>
          <a:p>
            <a:r>
              <a:rPr lang="en-US"/>
              <a:t>Designed by PoweredTemplate</a:t>
            </a:r>
          </a:p>
        </p:txBody>
      </p:sp>
      <p:sp>
        <p:nvSpPr>
          <p:cNvPr id="6" name="Slide Number Placeholder 5">
            <a:extLst>
              <a:ext uri="{FF2B5EF4-FFF2-40B4-BE49-F238E27FC236}">
                <a16:creationId xmlns:a16="http://schemas.microsoft.com/office/drawing/2014/main" id="{BEF041C4-DDAB-4C12-865A-AD93CBA2AE10}"/>
              </a:ext>
            </a:extLst>
          </p:cNvPr>
          <p:cNvSpPr>
            <a:spLocks noGrp="1"/>
          </p:cNvSpPr>
          <p:nvPr>
            <p:ph type="sldNum" sz="quarter" idx="12"/>
          </p:nvPr>
        </p:nvSpPr>
        <p:spPr/>
        <p:txBody>
          <a:bodyPr/>
          <a:lstStyle>
            <a:lvl1pPr>
              <a:defRPr>
                <a:solidFill>
                  <a:schemeClr val="bg1">
                    <a:lumMod val="85000"/>
                  </a:schemeClr>
                </a:solidFill>
              </a:defRPr>
            </a:lvl1pPr>
          </a:lstStyle>
          <a:p>
            <a:fld id="{5F294920-2F4F-4D88-AD0A-053AE5A679D0}" type="slidenum">
              <a:rPr lang="en-US" smtClean="0"/>
              <a:pPr/>
              <a:t>‹N°›</a:t>
            </a:fld>
            <a:endParaRPr lang="en-US"/>
          </a:p>
        </p:txBody>
      </p:sp>
    </p:spTree>
    <p:extLst>
      <p:ext uri="{BB962C8B-B14F-4D97-AF65-F5344CB8AC3E}">
        <p14:creationId xmlns:p14="http://schemas.microsoft.com/office/powerpoint/2010/main" val="40347355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redi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2D02A9-CE40-D305-5E4F-7A8659049934}"/>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직사각형 3">
            <a:extLst>
              <a:ext uri="{FF2B5EF4-FFF2-40B4-BE49-F238E27FC236}">
                <a16:creationId xmlns:a16="http://schemas.microsoft.com/office/drawing/2014/main" id="{EEDAD5E2-89CF-3694-D3E3-A33435BBA9C0}"/>
              </a:ext>
            </a:extLst>
          </p:cNvPr>
          <p:cNvSpPr/>
          <p:nvPr userDrawn="1"/>
        </p:nvSpPr>
        <p:spPr>
          <a:xfrm>
            <a:off x="1" y="4632661"/>
            <a:ext cx="1015888" cy="1015888"/>
          </a:xfrm>
          <a:prstGeom prst="rect">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9" name="직사각형 5">
            <a:extLst>
              <a:ext uri="{FF2B5EF4-FFF2-40B4-BE49-F238E27FC236}">
                <a16:creationId xmlns:a16="http://schemas.microsoft.com/office/drawing/2014/main" id="{216DD7ED-A2F3-3250-41B5-6F827E0C8154}"/>
              </a:ext>
            </a:extLst>
          </p:cNvPr>
          <p:cNvSpPr/>
          <p:nvPr userDrawn="1"/>
        </p:nvSpPr>
        <p:spPr>
          <a:xfrm>
            <a:off x="1015889" y="4632661"/>
            <a:ext cx="1015888" cy="1015888"/>
          </a:xfrm>
          <a:prstGeom prst="rect">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10" name="직사각형 6">
            <a:extLst>
              <a:ext uri="{FF2B5EF4-FFF2-40B4-BE49-F238E27FC236}">
                <a16:creationId xmlns:a16="http://schemas.microsoft.com/office/drawing/2014/main" id="{4D18873E-872B-A3D8-E67D-05725C66F8BC}"/>
              </a:ext>
            </a:extLst>
          </p:cNvPr>
          <p:cNvSpPr/>
          <p:nvPr userDrawn="1"/>
        </p:nvSpPr>
        <p:spPr>
          <a:xfrm>
            <a:off x="2031775" y="4632661"/>
            <a:ext cx="1015888" cy="1015888"/>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16" name="직사각형 7">
            <a:extLst>
              <a:ext uri="{FF2B5EF4-FFF2-40B4-BE49-F238E27FC236}">
                <a16:creationId xmlns:a16="http://schemas.microsoft.com/office/drawing/2014/main" id="{BD028639-E116-7F66-08F6-05D301D55E40}"/>
              </a:ext>
            </a:extLst>
          </p:cNvPr>
          <p:cNvSpPr/>
          <p:nvPr userDrawn="1"/>
        </p:nvSpPr>
        <p:spPr>
          <a:xfrm>
            <a:off x="3047663" y="4632661"/>
            <a:ext cx="1015888" cy="1015888"/>
          </a:xfrm>
          <a:prstGeom prst="rect">
            <a:avLst/>
          </a:prstGeom>
          <a:solidFill>
            <a:schemeClr val="bg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17" name="직사각형 8">
            <a:extLst>
              <a:ext uri="{FF2B5EF4-FFF2-40B4-BE49-F238E27FC236}">
                <a16:creationId xmlns:a16="http://schemas.microsoft.com/office/drawing/2014/main" id="{65DE3F64-6628-DD04-22DB-9EE0D1CD8CBB}"/>
              </a:ext>
            </a:extLst>
          </p:cNvPr>
          <p:cNvSpPr/>
          <p:nvPr userDrawn="1"/>
        </p:nvSpPr>
        <p:spPr>
          <a:xfrm>
            <a:off x="4063551" y="4632661"/>
            <a:ext cx="1015888" cy="1015888"/>
          </a:xfrm>
          <a:prstGeom prst="rect">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18" name="직사각형 9">
            <a:extLst>
              <a:ext uri="{FF2B5EF4-FFF2-40B4-BE49-F238E27FC236}">
                <a16:creationId xmlns:a16="http://schemas.microsoft.com/office/drawing/2014/main" id="{ECD90E6B-AD4D-042A-B4B5-1E34B429CD0D}"/>
              </a:ext>
            </a:extLst>
          </p:cNvPr>
          <p:cNvSpPr/>
          <p:nvPr userDrawn="1"/>
        </p:nvSpPr>
        <p:spPr>
          <a:xfrm>
            <a:off x="5079437" y="4632661"/>
            <a:ext cx="1015888" cy="1015888"/>
          </a:xfrm>
          <a:prstGeom prst="rect">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19" name="직사각형 10">
            <a:extLst>
              <a:ext uri="{FF2B5EF4-FFF2-40B4-BE49-F238E27FC236}">
                <a16:creationId xmlns:a16="http://schemas.microsoft.com/office/drawing/2014/main" id="{12A04ED7-126C-B47B-1400-2829A03D9017}"/>
              </a:ext>
            </a:extLst>
          </p:cNvPr>
          <p:cNvSpPr/>
          <p:nvPr userDrawn="1"/>
        </p:nvSpPr>
        <p:spPr>
          <a:xfrm>
            <a:off x="6095325" y="4632661"/>
            <a:ext cx="1015888" cy="1015888"/>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20" name="직사각형 11">
            <a:extLst>
              <a:ext uri="{FF2B5EF4-FFF2-40B4-BE49-F238E27FC236}">
                <a16:creationId xmlns:a16="http://schemas.microsoft.com/office/drawing/2014/main" id="{6B74DAFC-BE12-1212-9FBD-86D305658A4A}"/>
              </a:ext>
            </a:extLst>
          </p:cNvPr>
          <p:cNvSpPr/>
          <p:nvPr userDrawn="1"/>
        </p:nvSpPr>
        <p:spPr>
          <a:xfrm>
            <a:off x="7111212" y="4632661"/>
            <a:ext cx="1015888" cy="1015888"/>
          </a:xfrm>
          <a:prstGeom prst="rect">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21" name="직사각형 12">
            <a:extLst>
              <a:ext uri="{FF2B5EF4-FFF2-40B4-BE49-F238E27FC236}">
                <a16:creationId xmlns:a16="http://schemas.microsoft.com/office/drawing/2014/main" id="{BCDDDB71-608D-F48C-628F-05B5B6928DFD}"/>
              </a:ext>
            </a:extLst>
          </p:cNvPr>
          <p:cNvSpPr/>
          <p:nvPr userDrawn="1"/>
        </p:nvSpPr>
        <p:spPr>
          <a:xfrm>
            <a:off x="8127100" y="4632661"/>
            <a:ext cx="1015888" cy="1015888"/>
          </a:xfrm>
          <a:prstGeom prst="rect">
            <a:avLst/>
          </a:prstGeom>
          <a:solidFill>
            <a:schemeClr val="bg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22" name="직사각형 13">
            <a:extLst>
              <a:ext uri="{FF2B5EF4-FFF2-40B4-BE49-F238E27FC236}">
                <a16:creationId xmlns:a16="http://schemas.microsoft.com/office/drawing/2014/main" id="{BBCA1E8E-8261-2C26-5423-D8EA53FF935E}"/>
              </a:ext>
            </a:extLst>
          </p:cNvPr>
          <p:cNvSpPr/>
          <p:nvPr userDrawn="1"/>
        </p:nvSpPr>
        <p:spPr>
          <a:xfrm>
            <a:off x="9142988" y="4632661"/>
            <a:ext cx="1015888" cy="1015888"/>
          </a:xfrm>
          <a:prstGeom prst="rect">
            <a:avLst/>
          </a:prstGeom>
          <a:solidFill>
            <a:schemeClr val="bg1">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23" name="직사각형 15">
            <a:extLst>
              <a:ext uri="{FF2B5EF4-FFF2-40B4-BE49-F238E27FC236}">
                <a16:creationId xmlns:a16="http://schemas.microsoft.com/office/drawing/2014/main" id="{21982A50-4A17-88A4-4625-61373977BE33}"/>
              </a:ext>
            </a:extLst>
          </p:cNvPr>
          <p:cNvSpPr/>
          <p:nvPr userDrawn="1"/>
        </p:nvSpPr>
        <p:spPr>
          <a:xfrm>
            <a:off x="10160227" y="4632661"/>
            <a:ext cx="1015888" cy="1015888"/>
          </a:xfrm>
          <a:prstGeom prst="rect">
            <a:avLst/>
          </a:pr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24" name="직사각형 16">
            <a:extLst>
              <a:ext uri="{FF2B5EF4-FFF2-40B4-BE49-F238E27FC236}">
                <a16:creationId xmlns:a16="http://schemas.microsoft.com/office/drawing/2014/main" id="{AD6A5A72-78AE-97DA-B373-05F391D9D074}"/>
              </a:ext>
            </a:extLst>
          </p:cNvPr>
          <p:cNvSpPr/>
          <p:nvPr userDrawn="1"/>
        </p:nvSpPr>
        <p:spPr>
          <a:xfrm>
            <a:off x="11176113" y="4632661"/>
            <a:ext cx="1015888" cy="1015888"/>
          </a:xfrm>
          <a:prstGeom prst="rect">
            <a:avLst/>
          </a:prstGeom>
          <a:solidFill>
            <a:schemeClr val="bg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25" name="직사각형 18">
            <a:extLst>
              <a:ext uri="{FF2B5EF4-FFF2-40B4-BE49-F238E27FC236}">
                <a16:creationId xmlns:a16="http://schemas.microsoft.com/office/drawing/2014/main" id="{D083ADD1-ED70-2429-9962-6AA58F96C9C3}"/>
              </a:ext>
            </a:extLst>
          </p:cNvPr>
          <p:cNvSpPr/>
          <p:nvPr userDrawn="1"/>
        </p:nvSpPr>
        <p:spPr>
          <a:xfrm>
            <a:off x="1" y="3621525"/>
            <a:ext cx="1015888" cy="1015888"/>
          </a:xfrm>
          <a:prstGeom prst="rect">
            <a:avLst/>
          </a:prstGeom>
          <a:solidFill>
            <a:schemeClr val="bg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26" name="직사각형 19">
            <a:extLst>
              <a:ext uri="{FF2B5EF4-FFF2-40B4-BE49-F238E27FC236}">
                <a16:creationId xmlns:a16="http://schemas.microsoft.com/office/drawing/2014/main" id="{E19783A9-BE4C-F693-C875-7107E533B657}"/>
              </a:ext>
            </a:extLst>
          </p:cNvPr>
          <p:cNvSpPr/>
          <p:nvPr userDrawn="1"/>
        </p:nvSpPr>
        <p:spPr>
          <a:xfrm>
            <a:off x="1015889" y="3621525"/>
            <a:ext cx="1015888" cy="1015888"/>
          </a:xfrm>
          <a:prstGeom prst="rect">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27" name="직사각형 20">
            <a:extLst>
              <a:ext uri="{FF2B5EF4-FFF2-40B4-BE49-F238E27FC236}">
                <a16:creationId xmlns:a16="http://schemas.microsoft.com/office/drawing/2014/main" id="{5FA62B7E-018B-6AD3-6124-AE9A8A54536F}"/>
              </a:ext>
            </a:extLst>
          </p:cNvPr>
          <p:cNvSpPr/>
          <p:nvPr userDrawn="1"/>
        </p:nvSpPr>
        <p:spPr>
          <a:xfrm>
            <a:off x="2031775" y="3621525"/>
            <a:ext cx="1015888" cy="1015888"/>
          </a:xfrm>
          <a:prstGeom prst="rect">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28" name="직사각형 21">
            <a:extLst>
              <a:ext uri="{FF2B5EF4-FFF2-40B4-BE49-F238E27FC236}">
                <a16:creationId xmlns:a16="http://schemas.microsoft.com/office/drawing/2014/main" id="{88E2851B-140B-71CD-0239-C24DE57F3ECF}"/>
              </a:ext>
            </a:extLst>
          </p:cNvPr>
          <p:cNvSpPr/>
          <p:nvPr userDrawn="1"/>
        </p:nvSpPr>
        <p:spPr>
          <a:xfrm>
            <a:off x="3047663" y="3621525"/>
            <a:ext cx="1015888" cy="1015888"/>
          </a:xfrm>
          <a:prstGeom prst="rect">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29" name="직사각형 22">
            <a:extLst>
              <a:ext uri="{FF2B5EF4-FFF2-40B4-BE49-F238E27FC236}">
                <a16:creationId xmlns:a16="http://schemas.microsoft.com/office/drawing/2014/main" id="{62E9282E-9E9D-0249-B93B-0DFAF91961D9}"/>
              </a:ext>
            </a:extLst>
          </p:cNvPr>
          <p:cNvSpPr/>
          <p:nvPr userDrawn="1"/>
        </p:nvSpPr>
        <p:spPr>
          <a:xfrm>
            <a:off x="4063551" y="3621525"/>
            <a:ext cx="1015888" cy="1015888"/>
          </a:xfrm>
          <a:prstGeom prst="rect">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0" name="직사각형 23">
            <a:extLst>
              <a:ext uri="{FF2B5EF4-FFF2-40B4-BE49-F238E27FC236}">
                <a16:creationId xmlns:a16="http://schemas.microsoft.com/office/drawing/2014/main" id="{C3E41786-62C1-659C-D9B3-5FAA7A1BE5BE}"/>
              </a:ext>
            </a:extLst>
          </p:cNvPr>
          <p:cNvSpPr/>
          <p:nvPr userDrawn="1"/>
        </p:nvSpPr>
        <p:spPr>
          <a:xfrm>
            <a:off x="5079437" y="3621525"/>
            <a:ext cx="1015888" cy="1015888"/>
          </a:xfrm>
          <a:prstGeom prst="rect">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1" name="직사각형 24">
            <a:extLst>
              <a:ext uri="{FF2B5EF4-FFF2-40B4-BE49-F238E27FC236}">
                <a16:creationId xmlns:a16="http://schemas.microsoft.com/office/drawing/2014/main" id="{752562BC-0ADF-2E7F-E6E5-C6DF2AFFE705}"/>
              </a:ext>
            </a:extLst>
          </p:cNvPr>
          <p:cNvSpPr/>
          <p:nvPr userDrawn="1"/>
        </p:nvSpPr>
        <p:spPr>
          <a:xfrm>
            <a:off x="6095325" y="3621525"/>
            <a:ext cx="1015888" cy="1015888"/>
          </a:xfrm>
          <a:prstGeom prst="rect">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2" name="직사각형 25">
            <a:extLst>
              <a:ext uri="{FF2B5EF4-FFF2-40B4-BE49-F238E27FC236}">
                <a16:creationId xmlns:a16="http://schemas.microsoft.com/office/drawing/2014/main" id="{CBA02F44-C2FB-9974-9817-FA7BCFC30769}"/>
              </a:ext>
            </a:extLst>
          </p:cNvPr>
          <p:cNvSpPr/>
          <p:nvPr userDrawn="1"/>
        </p:nvSpPr>
        <p:spPr>
          <a:xfrm>
            <a:off x="7111212" y="3621525"/>
            <a:ext cx="1015888" cy="1015888"/>
          </a:xfrm>
          <a:prstGeom prst="rect">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3" name="직사각형 26">
            <a:extLst>
              <a:ext uri="{FF2B5EF4-FFF2-40B4-BE49-F238E27FC236}">
                <a16:creationId xmlns:a16="http://schemas.microsoft.com/office/drawing/2014/main" id="{3DD3FB03-E5AB-E06C-C437-8F7040A53842}"/>
              </a:ext>
            </a:extLst>
          </p:cNvPr>
          <p:cNvSpPr/>
          <p:nvPr userDrawn="1"/>
        </p:nvSpPr>
        <p:spPr>
          <a:xfrm>
            <a:off x="8127100" y="3621525"/>
            <a:ext cx="1015888" cy="1015888"/>
          </a:xfrm>
          <a:prstGeom prst="rect">
            <a:avLst/>
          </a:prstGeom>
          <a:solidFill>
            <a:schemeClr val="bg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4" name="직사각형 27">
            <a:extLst>
              <a:ext uri="{FF2B5EF4-FFF2-40B4-BE49-F238E27FC236}">
                <a16:creationId xmlns:a16="http://schemas.microsoft.com/office/drawing/2014/main" id="{4380D4C9-C465-79DF-1B3E-E3EF78038188}"/>
              </a:ext>
            </a:extLst>
          </p:cNvPr>
          <p:cNvSpPr/>
          <p:nvPr userDrawn="1"/>
        </p:nvSpPr>
        <p:spPr>
          <a:xfrm>
            <a:off x="9142988" y="3621525"/>
            <a:ext cx="1015888" cy="1015888"/>
          </a:xfrm>
          <a:prstGeom prst="rect">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5" name="직사각형 28">
            <a:extLst>
              <a:ext uri="{FF2B5EF4-FFF2-40B4-BE49-F238E27FC236}">
                <a16:creationId xmlns:a16="http://schemas.microsoft.com/office/drawing/2014/main" id="{10B2D302-FC5F-2EE9-608A-B1B9C8DE4F4D}"/>
              </a:ext>
            </a:extLst>
          </p:cNvPr>
          <p:cNvSpPr/>
          <p:nvPr userDrawn="1"/>
        </p:nvSpPr>
        <p:spPr>
          <a:xfrm>
            <a:off x="10160227" y="3621525"/>
            <a:ext cx="1015888" cy="1015888"/>
          </a:xfrm>
          <a:prstGeom prst="rect">
            <a:avLst/>
          </a:prstGeom>
          <a:solidFill>
            <a:schemeClr val="bg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6" name="직사각형 29">
            <a:extLst>
              <a:ext uri="{FF2B5EF4-FFF2-40B4-BE49-F238E27FC236}">
                <a16:creationId xmlns:a16="http://schemas.microsoft.com/office/drawing/2014/main" id="{63B82D28-7A86-8306-A3F9-8AAF1DA31006}"/>
              </a:ext>
            </a:extLst>
          </p:cNvPr>
          <p:cNvSpPr/>
          <p:nvPr userDrawn="1"/>
        </p:nvSpPr>
        <p:spPr>
          <a:xfrm>
            <a:off x="11176113" y="3621525"/>
            <a:ext cx="1015888" cy="1015888"/>
          </a:xfrm>
          <a:prstGeom prst="rect">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7" name="직사각형 31">
            <a:extLst>
              <a:ext uri="{FF2B5EF4-FFF2-40B4-BE49-F238E27FC236}">
                <a16:creationId xmlns:a16="http://schemas.microsoft.com/office/drawing/2014/main" id="{909D099D-59A1-9CB6-D330-96A82614F75A}"/>
              </a:ext>
            </a:extLst>
          </p:cNvPr>
          <p:cNvSpPr/>
          <p:nvPr userDrawn="1"/>
        </p:nvSpPr>
        <p:spPr>
          <a:xfrm>
            <a:off x="1" y="2615529"/>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38" name="직사각형 32">
            <a:extLst>
              <a:ext uri="{FF2B5EF4-FFF2-40B4-BE49-F238E27FC236}">
                <a16:creationId xmlns:a16="http://schemas.microsoft.com/office/drawing/2014/main" id="{F37891C2-E18E-8358-A8C8-4ED084011F8A}"/>
              </a:ext>
            </a:extLst>
          </p:cNvPr>
          <p:cNvSpPr/>
          <p:nvPr userDrawn="1"/>
        </p:nvSpPr>
        <p:spPr>
          <a:xfrm>
            <a:off x="1015889" y="2615529"/>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39" name="직사각형 33">
            <a:extLst>
              <a:ext uri="{FF2B5EF4-FFF2-40B4-BE49-F238E27FC236}">
                <a16:creationId xmlns:a16="http://schemas.microsoft.com/office/drawing/2014/main" id="{1B3724D8-7D23-FF44-EE64-6FE0546371A4}"/>
              </a:ext>
            </a:extLst>
          </p:cNvPr>
          <p:cNvSpPr/>
          <p:nvPr userDrawn="1"/>
        </p:nvSpPr>
        <p:spPr>
          <a:xfrm>
            <a:off x="2031775" y="2615529"/>
            <a:ext cx="1015888" cy="1015888"/>
          </a:xfrm>
          <a:prstGeom prst="rect">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40" name="직사각형 34">
            <a:extLst>
              <a:ext uri="{FF2B5EF4-FFF2-40B4-BE49-F238E27FC236}">
                <a16:creationId xmlns:a16="http://schemas.microsoft.com/office/drawing/2014/main" id="{0D6C31ED-1453-41AA-E342-65D0F2DE28FB}"/>
              </a:ext>
            </a:extLst>
          </p:cNvPr>
          <p:cNvSpPr/>
          <p:nvPr userDrawn="1"/>
        </p:nvSpPr>
        <p:spPr>
          <a:xfrm>
            <a:off x="3047663" y="2615529"/>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41" name="직사각형 35">
            <a:extLst>
              <a:ext uri="{FF2B5EF4-FFF2-40B4-BE49-F238E27FC236}">
                <a16:creationId xmlns:a16="http://schemas.microsoft.com/office/drawing/2014/main" id="{D5AD95D8-25B7-05A3-10B6-2CB27A44EA9F}"/>
              </a:ext>
            </a:extLst>
          </p:cNvPr>
          <p:cNvSpPr/>
          <p:nvPr userDrawn="1"/>
        </p:nvSpPr>
        <p:spPr>
          <a:xfrm>
            <a:off x="4063551" y="2615529"/>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42" name="직사각형 36">
            <a:extLst>
              <a:ext uri="{FF2B5EF4-FFF2-40B4-BE49-F238E27FC236}">
                <a16:creationId xmlns:a16="http://schemas.microsoft.com/office/drawing/2014/main" id="{2D80CA89-3137-ED1A-3991-009124BA8130}"/>
              </a:ext>
            </a:extLst>
          </p:cNvPr>
          <p:cNvSpPr/>
          <p:nvPr userDrawn="1"/>
        </p:nvSpPr>
        <p:spPr>
          <a:xfrm>
            <a:off x="5079437" y="2615529"/>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43" name="직사각형 37">
            <a:extLst>
              <a:ext uri="{FF2B5EF4-FFF2-40B4-BE49-F238E27FC236}">
                <a16:creationId xmlns:a16="http://schemas.microsoft.com/office/drawing/2014/main" id="{DDE9B05C-A539-BB95-AC4F-D8AE277BE720}"/>
              </a:ext>
            </a:extLst>
          </p:cNvPr>
          <p:cNvSpPr/>
          <p:nvPr userDrawn="1"/>
        </p:nvSpPr>
        <p:spPr>
          <a:xfrm>
            <a:off x="6095325" y="2615529"/>
            <a:ext cx="1015888" cy="1015888"/>
          </a:xfrm>
          <a:prstGeom prst="rect">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44" name="직사각형 38">
            <a:extLst>
              <a:ext uri="{FF2B5EF4-FFF2-40B4-BE49-F238E27FC236}">
                <a16:creationId xmlns:a16="http://schemas.microsoft.com/office/drawing/2014/main" id="{2FB9482E-EA2C-14B1-D023-B89612462CAC}"/>
              </a:ext>
            </a:extLst>
          </p:cNvPr>
          <p:cNvSpPr/>
          <p:nvPr userDrawn="1"/>
        </p:nvSpPr>
        <p:spPr>
          <a:xfrm>
            <a:off x="7111212" y="2615529"/>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45" name="직사각형 39">
            <a:extLst>
              <a:ext uri="{FF2B5EF4-FFF2-40B4-BE49-F238E27FC236}">
                <a16:creationId xmlns:a16="http://schemas.microsoft.com/office/drawing/2014/main" id="{D6DEDD37-D4E0-8E87-D9B6-D8508B7246B3}"/>
              </a:ext>
            </a:extLst>
          </p:cNvPr>
          <p:cNvSpPr/>
          <p:nvPr userDrawn="1"/>
        </p:nvSpPr>
        <p:spPr>
          <a:xfrm>
            <a:off x="8127100" y="2615529"/>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46" name="직사각형 40">
            <a:extLst>
              <a:ext uri="{FF2B5EF4-FFF2-40B4-BE49-F238E27FC236}">
                <a16:creationId xmlns:a16="http://schemas.microsoft.com/office/drawing/2014/main" id="{14F9E191-5722-C9F6-1F4A-46DFEC491AC5}"/>
              </a:ext>
            </a:extLst>
          </p:cNvPr>
          <p:cNvSpPr/>
          <p:nvPr userDrawn="1"/>
        </p:nvSpPr>
        <p:spPr>
          <a:xfrm>
            <a:off x="9142988" y="2615529"/>
            <a:ext cx="1015888" cy="1015888"/>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47" name="직사각형 41">
            <a:extLst>
              <a:ext uri="{FF2B5EF4-FFF2-40B4-BE49-F238E27FC236}">
                <a16:creationId xmlns:a16="http://schemas.microsoft.com/office/drawing/2014/main" id="{662EA679-AA78-3D8D-658B-2D7A54E0709E}"/>
              </a:ext>
            </a:extLst>
          </p:cNvPr>
          <p:cNvSpPr/>
          <p:nvPr userDrawn="1"/>
        </p:nvSpPr>
        <p:spPr>
          <a:xfrm>
            <a:off x="10160227" y="2615529"/>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48" name="직사각형 42">
            <a:extLst>
              <a:ext uri="{FF2B5EF4-FFF2-40B4-BE49-F238E27FC236}">
                <a16:creationId xmlns:a16="http://schemas.microsoft.com/office/drawing/2014/main" id="{8882EBCC-7793-1EF4-2A43-A15AB58FDCE2}"/>
              </a:ext>
            </a:extLst>
          </p:cNvPr>
          <p:cNvSpPr/>
          <p:nvPr userDrawn="1"/>
        </p:nvSpPr>
        <p:spPr>
          <a:xfrm>
            <a:off x="11176113" y="2615529"/>
            <a:ext cx="1015888" cy="1015888"/>
          </a:xfrm>
          <a:prstGeom prst="rect">
            <a:avLst/>
          </a:prstGeom>
          <a:solidFill>
            <a:schemeClr val="bg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49" name="직사각형 44">
            <a:extLst>
              <a:ext uri="{FF2B5EF4-FFF2-40B4-BE49-F238E27FC236}">
                <a16:creationId xmlns:a16="http://schemas.microsoft.com/office/drawing/2014/main" id="{4444E95D-53EB-160B-A769-43CA5B6E2FD9}"/>
              </a:ext>
            </a:extLst>
          </p:cNvPr>
          <p:cNvSpPr/>
          <p:nvPr userDrawn="1"/>
        </p:nvSpPr>
        <p:spPr>
          <a:xfrm>
            <a:off x="1" y="1609356"/>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50" name="직사각형 45">
            <a:extLst>
              <a:ext uri="{FF2B5EF4-FFF2-40B4-BE49-F238E27FC236}">
                <a16:creationId xmlns:a16="http://schemas.microsoft.com/office/drawing/2014/main" id="{EC6293D3-4C36-B8CA-0A0A-CAAD29280622}"/>
              </a:ext>
            </a:extLst>
          </p:cNvPr>
          <p:cNvSpPr/>
          <p:nvPr userDrawn="1"/>
        </p:nvSpPr>
        <p:spPr>
          <a:xfrm>
            <a:off x="1015889" y="1609356"/>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51" name="직사각형 46">
            <a:extLst>
              <a:ext uri="{FF2B5EF4-FFF2-40B4-BE49-F238E27FC236}">
                <a16:creationId xmlns:a16="http://schemas.microsoft.com/office/drawing/2014/main" id="{80175688-71DE-6CAD-1EA3-E98A4D7B569C}"/>
              </a:ext>
            </a:extLst>
          </p:cNvPr>
          <p:cNvSpPr/>
          <p:nvPr userDrawn="1"/>
        </p:nvSpPr>
        <p:spPr>
          <a:xfrm>
            <a:off x="2031775" y="1609356"/>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52" name="직사각형 47">
            <a:extLst>
              <a:ext uri="{FF2B5EF4-FFF2-40B4-BE49-F238E27FC236}">
                <a16:creationId xmlns:a16="http://schemas.microsoft.com/office/drawing/2014/main" id="{A3A9A8AD-E87D-C6F6-523E-02474F7B77A8}"/>
              </a:ext>
            </a:extLst>
          </p:cNvPr>
          <p:cNvSpPr/>
          <p:nvPr userDrawn="1"/>
        </p:nvSpPr>
        <p:spPr>
          <a:xfrm>
            <a:off x="3047663" y="1609356"/>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53" name="직사각형 48">
            <a:extLst>
              <a:ext uri="{FF2B5EF4-FFF2-40B4-BE49-F238E27FC236}">
                <a16:creationId xmlns:a16="http://schemas.microsoft.com/office/drawing/2014/main" id="{55DD1769-A005-F06C-8F7A-F98EBCDA3942}"/>
              </a:ext>
            </a:extLst>
          </p:cNvPr>
          <p:cNvSpPr/>
          <p:nvPr userDrawn="1"/>
        </p:nvSpPr>
        <p:spPr>
          <a:xfrm>
            <a:off x="4063551" y="1609356"/>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54" name="직사각형 49">
            <a:extLst>
              <a:ext uri="{FF2B5EF4-FFF2-40B4-BE49-F238E27FC236}">
                <a16:creationId xmlns:a16="http://schemas.microsoft.com/office/drawing/2014/main" id="{71F8AB3B-7947-8B54-AEF8-4DFB2BD89935}"/>
              </a:ext>
            </a:extLst>
          </p:cNvPr>
          <p:cNvSpPr/>
          <p:nvPr userDrawn="1"/>
        </p:nvSpPr>
        <p:spPr>
          <a:xfrm>
            <a:off x="5079437" y="1609356"/>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55" name="직사각형 50">
            <a:extLst>
              <a:ext uri="{FF2B5EF4-FFF2-40B4-BE49-F238E27FC236}">
                <a16:creationId xmlns:a16="http://schemas.microsoft.com/office/drawing/2014/main" id="{98C3E54D-87E7-98DC-69A9-025FEF24F1B3}"/>
              </a:ext>
            </a:extLst>
          </p:cNvPr>
          <p:cNvSpPr/>
          <p:nvPr userDrawn="1"/>
        </p:nvSpPr>
        <p:spPr>
          <a:xfrm>
            <a:off x="6095325" y="1609356"/>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56" name="직사각형 51">
            <a:extLst>
              <a:ext uri="{FF2B5EF4-FFF2-40B4-BE49-F238E27FC236}">
                <a16:creationId xmlns:a16="http://schemas.microsoft.com/office/drawing/2014/main" id="{8F40B9BE-3242-020B-6B58-51B268E3A58F}"/>
              </a:ext>
            </a:extLst>
          </p:cNvPr>
          <p:cNvSpPr/>
          <p:nvPr userDrawn="1"/>
        </p:nvSpPr>
        <p:spPr>
          <a:xfrm>
            <a:off x="7111212" y="1609356"/>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57" name="직사각형 52">
            <a:extLst>
              <a:ext uri="{FF2B5EF4-FFF2-40B4-BE49-F238E27FC236}">
                <a16:creationId xmlns:a16="http://schemas.microsoft.com/office/drawing/2014/main" id="{A4D8091C-BBB9-ECE8-D3D0-DAC64860DEF7}"/>
              </a:ext>
            </a:extLst>
          </p:cNvPr>
          <p:cNvSpPr/>
          <p:nvPr userDrawn="1"/>
        </p:nvSpPr>
        <p:spPr>
          <a:xfrm>
            <a:off x="8127100" y="1609356"/>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58" name="직사각형 53">
            <a:extLst>
              <a:ext uri="{FF2B5EF4-FFF2-40B4-BE49-F238E27FC236}">
                <a16:creationId xmlns:a16="http://schemas.microsoft.com/office/drawing/2014/main" id="{573A45C3-E3C2-F6C8-F2E5-28305C420391}"/>
              </a:ext>
            </a:extLst>
          </p:cNvPr>
          <p:cNvSpPr/>
          <p:nvPr userDrawn="1"/>
        </p:nvSpPr>
        <p:spPr>
          <a:xfrm>
            <a:off x="9142988" y="1609356"/>
            <a:ext cx="1015888" cy="1015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59" name="직사각형 54">
            <a:extLst>
              <a:ext uri="{FF2B5EF4-FFF2-40B4-BE49-F238E27FC236}">
                <a16:creationId xmlns:a16="http://schemas.microsoft.com/office/drawing/2014/main" id="{7703B392-50DE-3996-F5FA-E6FADF463C96}"/>
              </a:ext>
            </a:extLst>
          </p:cNvPr>
          <p:cNvSpPr/>
          <p:nvPr userDrawn="1"/>
        </p:nvSpPr>
        <p:spPr>
          <a:xfrm>
            <a:off x="10160227" y="1609356"/>
            <a:ext cx="1015888" cy="1015888"/>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60" name="직사각형 55">
            <a:extLst>
              <a:ext uri="{FF2B5EF4-FFF2-40B4-BE49-F238E27FC236}">
                <a16:creationId xmlns:a16="http://schemas.microsoft.com/office/drawing/2014/main" id="{32818C26-0EC8-2F24-4D8B-FCD61BDECDDF}"/>
              </a:ext>
            </a:extLst>
          </p:cNvPr>
          <p:cNvSpPr/>
          <p:nvPr userDrawn="1"/>
        </p:nvSpPr>
        <p:spPr>
          <a:xfrm>
            <a:off x="11176113" y="1609356"/>
            <a:ext cx="1015888" cy="1015888"/>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801" dirty="0">
              <a:solidFill>
                <a:schemeClr val="tx1"/>
              </a:solidFill>
            </a:endParaRPr>
          </a:p>
        </p:txBody>
      </p:sp>
      <p:sp>
        <p:nvSpPr>
          <p:cNvPr id="61" name="직사각형 56">
            <a:extLst>
              <a:ext uri="{FF2B5EF4-FFF2-40B4-BE49-F238E27FC236}">
                <a16:creationId xmlns:a16="http://schemas.microsoft.com/office/drawing/2014/main" id="{A773494E-A00D-79AD-E330-79EB367EDEE9}"/>
              </a:ext>
            </a:extLst>
          </p:cNvPr>
          <p:cNvSpPr/>
          <p:nvPr userDrawn="1"/>
        </p:nvSpPr>
        <p:spPr>
          <a:xfrm>
            <a:off x="0" y="2"/>
            <a:ext cx="12192000" cy="1625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1" dirty="0">
              <a:solidFill>
                <a:schemeClr val="tx1"/>
              </a:solidFill>
            </a:endParaRPr>
          </a:p>
        </p:txBody>
      </p:sp>
      <p:sp>
        <p:nvSpPr>
          <p:cNvPr id="2" name="Title 1">
            <a:extLst>
              <a:ext uri="{FF2B5EF4-FFF2-40B4-BE49-F238E27FC236}">
                <a16:creationId xmlns:a16="http://schemas.microsoft.com/office/drawing/2014/main" id="{66EECD42-50F4-BBCB-A521-0455331C0C4A}"/>
              </a:ext>
            </a:extLst>
          </p:cNvPr>
          <p:cNvSpPr>
            <a:spLocks noGrp="1"/>
          </p:cNvSpPr>
          <p:nvPr>
            <p:ph type="title"/>
          </p:nvPr>
        </p:nvSpPr>
        <p:spPr>
          <a:xfrm>
            <a:off x="838200" y="2670752"/>
            <a:ext cx="7080681" cy="858495"/>
          </a:xfrm>
        </p:spPr>
        <p:txBody>
          <a:bodyPr anchor="t" anchorCtr="0">
            <a:normAutofit/>
          </a:bodyPr>
          <a:lstStyle>
            <a:lvl1pPr algn="l">
              <a:defRPr sz="1600">
                <a:solidFill>
                  <a:schemeClr val="tx1"/>
                </a:solidFill>
                <a:latin typeface="+mj-lt"/>
              </a:defRPr>
            </a:lvl1pPr>
          </a:lstStyle>
          <a:p>
            <a:r>
              <a:rPr lang="en-US" dirty="0"/>
              <a:t>Click to edit Master title style</a:t>
            </a:r>
          </a:p>
        </p:txBody>
      </p:sp>
      <p:sp>
        <p:nvSpPr>
          <p:cNvPr id="3" name="Text Placeholder 2">
            <a:extLst>
              <a:ext uri="{FF2B5EF4-FFF2-40B4-BE49-F238E27FC236}">
                <a16:creationId xmlns:a16="http://schemas.microsoft.com/office/drawing/2014/main" id="{2ADE47B0-3048-625F-74BF-FAC5A69F5BEC}"/>
              </a:ext>
            </a:extLst>
          </p:cNvPr>
          <p:cNvSpPr>
            <a:spLocks noGrp="1"/>
          </p:cNvSpPr>
          <p:nvPr>
            <p:ph type="body" idx="1"/>
          </p:nvPr>
        </p:nvSpPr>
        <p:spPr>
          <a:xfrm>
            <a:off x="838200" y="992213"/>
            <a:ext cx="7080682" cy="1602634"/>
          </a:xfrm>
        </p:spPr>
        <p:txBody>
          <a:bodyPr anchor="b" anchorCtr="0">
            <a:noAutofit/>
          </a:bodyPr>
          <a:lstStyle>
            <a:lvl1pPr marL="0" indent="0" algn="l">
              <a:buNone/>
              <a:defRPr sz="6000" b="1">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BE9D952A-D466-BE59-6B5B-62A80F6C06E1}"/>
              </a:ext>
            </a:extLst>
          </p:cNvPr>
          <p:cNvSpPr>
            <a:spLocks noGrp="1"/>
          </p:cNvSpPr>
          <p:nvPr>
            <p:ph type="dt" sz="half" idx="10"/>
          </p:nvPr>
        </p:nvSpPr>
        <p:spPr/>
        <p:txBody>
          <a:bodyPr/>
          <a:lstStyle>
            <a:lvl1pPr>
              <a:defRPr>
                <a:solidFill>
                  <a:schemeClr val="tx1"/>
                </a:solidFill>
              </a:defRPr>
            </a:lvl1pPr>
          </a:lstStyle>
          <a:p>
            <a:fld id="{03B23A9D-CF55-4737-8A0C-7AB65AF2101A}" type="datetime1">
              <a:rPr lang="en-US" smtClean="0"/>
              <a:pPr/>
              <a:t>6/14/2026</a:t>
            </a:fld>
            <a:endParaRPr lang="en-US"/>
          </a:p>
        </p:txBody>
      </p:sp>
      <p:sp>
        <p:nvSpPr>
          <p:cNvPr id="5" name="Footer Placeholder 4">
            <a:extLst>
              <a:ext uri="{FF2B5EF4-FFF2-40B4-BE49-F238E27FC236}">
                <a16:creationId xmlns:a16="http://schemas.microsoft.com/office/drawing/2014/main" id="{85C3295C-AB1C-095A-2738-49F632B6A805}"/>
              </a:ext>
            </a:extLst>
          </p:cNvPr>
          <p:cNvSpPr>
            <a:spLocks noGrp="1"/>
          </p:cNvSpPr>
          <p:nvPr>
            <p:ph type="ftr" sz="quarter" idx="11"/>
          </p:nvPr>
        </p:nvSpPr>
        <p:spPr/>
        <p:txBody>
          <a:bodyPr/>
          <a:lstStyle>
            <a:lvl1pPr>
              <a:defRPr>
                <a:solidFill>
                  <a:schemeClr val="tx1"/>
                </a:solidFill>
              </a:defRPr>
            </a:lvl1pPr>
          </a:lstStyle>
          <a:p>
            <a:r>
              <a:rPr lang="en-US"/>
              <a:t>Designed by PoweredTemplate</a:t>
            </a:r>
          </a:p>
        </p:txBody>
      </p:sp>
      <p:sp>
        <p:nvSpPr>
          <p:cNvPr id="6" name="Slide Number Placeholder 5">
            <a:extLst>
              <a:ext uri="{FF2B5EF4-FFF2-40B4-BE49-F238E27FC236}">
                <a16:creationId xmlns:a16="http://schemas.microsoft.com/office/drawing/2014/main" id="{D4E089E3-D6F2-FCD7-A54A-C3197136EF8D}"/>
              </a:ext>
            </a:extLst>
          </p:cNvPr>
          <p:cNvSpPr>
            <a:spLocks noGrp="1"/>
          </p:cNvSpPr>
          <p:nvPr>
            <p:ph type="sldNum" sz="quarter" idx="12"/>
          </p:nvPr>
        </p:nvSpPr>
        <p:spPr/>
        <p:txBody>
          <a:bodyPr/>
          <a:lstStyle>
            <a:lvl1pPr>
              <a:defRPr>
                <a:solidFill>
                  <a:schemeClr val="tx1"/>
                </a:solidFill>
              </a:defRPr>
            </a:lvl1pPr>
          </a:lstStyle>
          <a:p>
            <a:fld id="{295767B6-D032-4042-87FE-76990C45825E}" type="slidenum">
              <a:rPr lang="en-US" smtClean="0"/>
              <a:pPr/>
              <a:t>‹N°›</a:t>
            </a:fld>
            <a:endParaRPr lang="en-US"/>
          </a:p>
        </p:txBody>
      </p:sp>
      <p:sp>
        <p:nvSpPr>
          <p:cNvPr id="11" name="Google Shape;202;p25">
            <a:extLst>
              <a:ext uri="{FF2B5EF4-FFF2-40B4-BE49-F238E27FC236}">
                <a16:creationId xmlns:a16="http://schemas.microsoft.com/office/drawing/2014/main" id="{29CBED9B-5C30-C3B9-A0B5-473EC5AD6B74}"/>
              </a:ext>
            </a:extLst>
          </p:cNvPr>
          <p:cNvSpPr txBox="1"/>
          <p:nvPr userDrawn="1"/>
        </p:nvSpPr>
        <p:spPr>
          <a:xfrm>
            <a:off x="835498" y="4640053"/>
            <a:ext cx="5130002" cy="4935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dirty="0">
                <a:solidFill>
                  <a:schemeClr val="tx1"/>
                </a:solidFill>
                <a:latin typeface="+mn-lt"/>
                <a:ea typeface="Commissioner"/>
                <a:cs typeface="Commissioner"/>
                <a:sym typeface="Commissioner"/>
              </a:rPr>
              <a:t>CREDITS: </a:t>
            </a:r>
            <a:r>
              <a:rPr lang="en" sz="1000" dirty="0">
                <a:solidFill>
                  <a:schemeClr val="tx1"/>
                </a:solidFill>
                <a:latin typeface="+mn-lt"/>
                <a:ea typeface="Commissioner"/>
                <a:cs typeface="Commissioner"/>
                <a:sym typeface="Commissioner"/>
              </a:rPr>
              <a:t>This presentation template was created by </a:t>
            </a:r>
            <a:r>
              <a:rPr lang="en" sz="1000" b="1" u="none" dirty="0">
                <a:solidFill>
                  <a:schemeClr val="tx1"/>
                </a:solidFill>
                <a:latin typeface="+mn-lt"/>
                <a:ea typeface="Commissioner"/>
                <a:cs typeface="Commissioner"/>
                <a:sym typeface="Commissioner"/>
                <a:hlinkClick r:id="rId2">
                  <a:extLst>
                    <a:ext uri="{A12FA001-AC4F-418D-AE19-62706E023703}">
                      <ahyp:hlinkClr xmlns:ahyp="http://schemas.microsoft.com/office/drawing/2018/hyperlinkcolor" val="tx"/>
                    </a:ext>
                  </a:extLst>
                </a:hlinkClick>
              </a:rPr>
              <a:t>PoweredTemplate</a:t>
            </a:r>
            <a:r>
              <a:rPr lang="en" sz="1000" dirty="0">
                <a:solidFill>
                  <a:schemeClr val="tx1"/>
                </a:solidFill>
                <a:latin typeface="+mn-lt"/>
                <a:ea typeface="Commissioner"/>
                <a:cs typeface="Commissioner"/>
                <a:sym typeface="Commissioner"/>
              </a:rPr>
              <a:t>, including icons, infographics, images, and content.</a:t>
            </a:r>
            <a:endParaRPr sz="1000" b="1" dirty="0">
              <a:solidFill>
                <a:schemeClr val="tx1"/>
              </a:solidFill>
              <a:latin typeface="+mn-lt"/>
              <a:ea typeface="Commissioner"/>
              <a:cs typeface="Commissioner"/>
              <a:sym typeface="Commissioner"/>
            </a:endParaRPr>
          </a:p>
          <a:p>
            <a:pPr marL="0" lvl="0" indent="0" algn="l" rtl="0">
              <a:spcBef>
                <a:spcPts val="300"/>
              </a:spcBef>
              <a:spcAft>
                <a:spcPts val="0"/>
              </a:spcAft>
              <a:buNone/>
            </a:pPr>
            <a:endParaRPr sz="1000" b="1" dirty="0">
              <a:solidFill>
                <a:schemeClr val="tx1"/>
              </a:solidFill>
              <a:latin typeface="+mn-lt"/>
              <a:ea typeface="Commissioner"/>
              <a:cs typeface="Commissioner"/>
              <a:sym typeface="Commissioner"/>
            </a:endParaRPr>
          </a:p>
        </p:txBody>
      </p:sp>
      <p:sp>
        <p:nvSpPr>
          <p:cNvPr id="15" name="Content Placeholder 14">
            <a:extLst>
              <a:ext uri="{FF2B5EF4-FFF2-40B4-BE49-F238E27FC236}">
                <a16:creationId xmlns:a16="http://schemas.microsoft.com/office/drawing/2014/main" id="{9DA928A6-8A77-68B1-136D-08A57B67187C}"/>
              </a:ext>
            </a:extLst>
          </p:cNvPr>
          <p:cNvSpPr>
            <a:spLocks noGrp="1"/>
          </p:cNvSpPr>
          <p:nvPr>
            <p:ph sz="quarter" idx="13"/>
          </p:nvPr>
        </p:nvSpPr>
        <p:spPr>
          <a:xfrm>
            <a:off x="835025" y="3621088"/>
            <a:ext cx="7081838" cy="1019175"/>
          </a:xfrm>
        </p:spPr>
        <p:txBody>
          <a:bodyPr>
            <a:noAutofit/>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55725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F23CA-59CC-BB56-6BE5-285C296988AE}"/>
              </a:ext>
            </a:extLst>
          </p:cNvPr>
          <p:cNvSpPr>
            <a:spLocks noGrp="1"/>
          </p:cNvSpPr>
          <p:nvPr>
            <p:ph type="title"/>
          </p:nvPr>
        </p:nvSpPr>
        <p:spPr/>
        <p:txBody>
          <a:bodyPr/>
          <a:lstStyle>
            <a:lvl1pPr>
              <a:defRPr>
                <a:solidFill>
                  <a:schemeClr val="bg1"/>
                </a:solidFill>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234FF5C-F0F4-FF0B-5DEE-89B9329BA47A}"/>
              </a:ext>
            </a:extLst>
          </p:cNvPr>
          <p:cNvSpPr>
            <a:spLocks noGrp="1"/>
          </p:cNvSpPr>
          <p:nvPr>
            <p:ph idx="1"/>
          </p:nvPr>
        </p:nvSpPr>
        <p:spPr/>
        <p:txBody>
          <a:bodyPr>
            <a:normAutofit/>
          </a:bodyPr>
          <a:lstStyle>
            <a:lvl1pPr>
              <a:defRPr sz="1600">
                <a:solidFill>
                  <a:schemeClr val="bg1"/>
                </a:solidFill>
                <a:latin typeface="+mj-lt"/>
              </a:defRPr>
            </a:lvl1pPr>
            <a:lvl2pPr>
              <a:defRPr sz="1600">
                <a:solidFill>
                  <a:schemeClr val="bg1"/>
                </a:solidFill>
                <a:latin typeface="+mj-lt"/>
              </a:defRPr>
            </a:lvl2pPr>
            <a:lvl3pPr>
              <a:defRPr sz="1600">
                <a:solidFill>
                  <a:schemeClr val="bg1"/>
                </a:solidFill>
                <a:latin typeface="+mj-lt"/>
              </a:defRPr>
            </a:lvl3pPr>
            <a:lvl4pPr>
              <a:defRPr sz="1600">
                <a:solidFill>
                  <a:schemeClr val="bg1"/>
                </a:solidFill>
                <a:latin typeface="+mj-lt"/>
              </a:defRPr>
            </a:lvl4pPr>
            <a:lvl5pPr>
              <a:defRPr sz="16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D5DD6-69FE-59F7-5419-355B4AD5F846}"/>
              </a:ext>
            </a:extLst>
          </p:cNvPr>
          <p:cNvSpPr>
            <a:spLocks noGrp="1"/>
          </p:cNvSpPr>
          <p:nvPr>
            <p:ph type="dt" sz="half" idx="10"/>
          </p:nvPr>
        </p:nvSpPr>
        <p:spPr/>
        <p:txBody>
          <a:bodyPr/>
          <a:lstStyle/>
          <a:p>
            <a:fld id="{535441E3-0886-4086-B844-9098C12EB5A9}" type="datetime1">
              <a:rPr lang="en-US" smtClean="0"/>
              <a:t>6/14/2026</a:t>
            </a:fld>
            <a:endParaRPr lang="en-US"/>
          </a:p>
        </p:txBody>
      </p:sp>
      <p:sp>
        <p:nvSpPr>
          <p:cNvPr id="5" name="Footer Placeholder 4">
            <a:extLst>
              <a:ext uri="{FF2B5EF4-FFF2-40B4-BE49-F238E27FC236}">
                <a16:creationId xmlns:a16="http://schemas.microsoft.com/office/drawing/2014/main" id="{F6925176-2F66-7D98-5CE9-13DE1C2C156E}"/>
              </a:ext>
            </a:extLst>
          </p:cNvPr>
          <p:cNvSpPr>
            <a:spLocks noGrp="1"/>
          </p:cNvSpPr>
          <p:nvPr>
            <p:ph type="ftr" sz="quarter" idx="11"/>
          </p:nvPr>
        </p:nvSpPr>
        <p:spPr/>
        <p:txBody>
          <a:bodyPr/>
          <a:lstStyle/>
          <a:p>
            <a:r>
              <a:rPr lang="en-US" dirty="0"/>
              <a:t>Designed by PoweredTemplate</a:t>
            </a:r>
          </a:p>
        </p:txBody>
      </p:sp>
      <p:sp>
        <p:nvSpPr>
          <p:cNvPr id="6" name="Slide Number Placeholder 5">
            <a:extLst>
              <a:ext uri="{FF2B5EF4-FFF2-40B4-BE49-F238E27FC236}">
                <a16:creationId xmlns:a16="http://schemas.microsoft.com/office/drawing/2014/main" id="{796F88CA-623B-1E76-1818-9549AEA8C5DD}"/>
              </a:ext>
            </a:extLst>
          </p:cNvPr>
          <p:cNvSpPr>
            <a:spLocks noGrp="1"/>
          </p:cNvSpPr>
          <p:nvPr>
            <p:ph type="sldNum" sz="quarter" idx="12"/>
          </p:nvPr>
        </p:nvSpPr>
        <p:spPr/>
        <p:txBody>
          <a:bodyPr/>
          <a:lstStyle/>
          <a:p>
            <a:fld id="{295767B6-D032-4042-87FE-76990C45825E}" type="slidenum">
              <a:rPr lang="en-US" smtClean="0"/>
              <a:t>‹N°›</a:t>
            </a:fld>
            <a:endParaRPr lang="en-US"/>
          </a:p>
        </p:txBody>
      </p:sp>
    </p:spTree>
    <p:extLst>
      <p:ext uri="{BB962C8B-B14F-4D97-AF65-F5344CB8AC3E}">
        <p14:creationId xmlns:p14="http://schemas.microsoft.com/office/powerpoint/2010/main" val="37853658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ount Code">
    <p:bg>
      <p:bgPr>
        <a:solidFill>
          <a:srgbClr val="7358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63508C5-CD40-43FC-91BE-AE315C82C53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r="22394" b="31562"/>
          <a:stretch/>
        </p:blipFill>
        <p:spPr>
          <a:xfrm>
            <a:off x="1219973" y="9053"/>
            <a:ext cx="10972800" cy="6858000"/>
          </a:xfrm>
          <a:prstGeom prst="rect">
            <a:avLst/>
          </a:prstGeom>
          <a:effectLst>
            <a:outerShdw blurRad="50800" dist="127000" dir="5580000" algn="tl" rotWithShape="0">
              <a:prstClr val="black">
                <a:alpha val="40000"/>
              </a:prstClr>
            </a:outerShdw>
          </a:effectLst>
        </p:spPr>
      </p:pic>
      <p:sp>
        <p:nvSpPr>
          <p:cNvPr id="8" name="TextBox 7">
            <a:extLst>
              <a:ext uri="{FF2B5EF4-FFF2-40B4-BE49-F238E27FC236}">
                <a16:creationId xmlns:a16="http://schemas.microsoft.com/office/drawing/2014/main" id="{91A12868-18C3-45CE-913C-2324ED135B3E}"/>
              </a:ext>
            </a:extLst>
          </p:cNvPr>
          <p:cNvSpPr txBox="1"/>
          <p:nvPr userDrawn="1"/>
        </p:nvSpPr>
        <p:spPr>
          <a:xfrm>
            <a:off x="365761" y="640606"/>
            <a:ext cx="4233851" cy="1569660"/>
          </a:xfrm>
          <a:prstGeom prst="rect">
            <a:avLst/>
          </a:prstGeom>
          <a:noFill/>
        </p:spPr>
        <p:txBody>
          <a:bodyPr wrap="none" rtlCol="0">
            <a:spAutoFit/>
          </a:bodyPr>
          <a:lstStyle/>
          <a:p>
            <a:r>
              <a:rPr lang="en-US" sz="9600" b="1" dirty="0">
                <a:solidFill>
                  <a:schemeClr val="bg1"/>
                </a:solidFill>
              </a:rPr>
              <a:t>75,000+</a:t>
            </a:r>
          </a:p>
        </p:txBody>
      </p:sp>
      <p:sp>
        <p:nvSpPr>
          <p:cNvPr id="9" name="TextBox 8">
            <a:extLst>
              <a:ext uri="{FF2B5EF4-FFF2-40B4-BE49-F238E27FC236}">
                <a16:creationId xmlns:a16="http://schemas.microsoft.com/office/drawing/2014/main" id="{84FA829D-C768-4344-8C78-0DA322860027}"/>
              </a:ext>
            </a:extLst>
          </p:cNvPr>
          <p:cNvSpPr txBox="1"/>
          <p:nvPr userDrawn="1"/>
        </p:nvSpPr>
        <p:spPr>
          <a:xfrm>
            <a:off x="365760" y="2054811"/>
            <a:ext cx="6454588" cy="846386"/>
          </a:xfrm>
          <a:prstGeom prst="rect">
            <a:avLst/>
          </a:prstGeom>
          <a:noFill/>
        </p:spPr>
        <p:txBody>
          <a:bodyPr wrap="square" rtlCol="0">
            <a:spAutoFit/>
          </a:bodyPr>
          <a:lstStyle/>
          <a:p>
            <a:r>
              <a:rPr lang="en-US" sz="1650" b="1" dirty="0">
                <a:solidFill>
                  <a:schemeClr val="bg1"/>
                </a:solidFill>
              </a:rPr>
              <a:t>Eye-Catching Preformatted Editable Templates. </a:t>
            </a:r>
          </a:p>
          <a:p>
            <a:r>
              <a:rPr lang="en-US" sz="1600" b="1" dirty="0">
                <a:solidFill>
                  <a:schemeClr val="bg1"/>
                </a:solidFill>
              </a:rPr>
              <a:t>Download and save hours of work!</a:t>
            </a:r>
          </a:p>
          <a:p>
            <a:endParaRPr lang="en-US" sz="1650" b="1" dirty="0">
              <a:solidFill>
                <a:schemeClr val="bg1"/>
              </a:solidFill>
            </a:endParaRPr>
          </a:p>
        </p:txBody>
      </p:sp>
      <p:sp>
        <p:nvSpPr>
          <p:cNvPr id="11" name="Rectangle: Rounded Corners 10">
            <a:hlinkClick r:id="rId3"/>
            <a:extLst>
              <a:ext uri="{FF2B5EF4-FFF2-40B4-BE49-F238E27FC236}">
                <a16:creationId xmlns:a16="http://schemas.microsoft.com/office/drawing/2014/main" id="{4F7B3ABA-9806-4D2F-A4D8-60034F4423DC}"/>
              </a:ext>
            </a:extLst>
          </p:cNvPr>
          <p:cNvSpPr/>
          <p:nvPr userDrawn="1"/>
        </p:nvSpPr>
        <p:spPr>
          <a:xfrm>
            <a:off x="462583" y="4838931"/>
            <a:ext cx="1990165" cy="666974"/>
          </a:xfrm>
          <a:prstGeom prst="roundRect">
            <a:avLst/>
          </a:prstGeom>
          <a:noFill/>
          <a:ln w="9525"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801" dirty="0">
                <a:solidFill>
                  <a:schemeClr val="bg1"/>
                </a:solidFill>
              </a:rPr>
              <a:t>CODE: </a:t>
            </a:r>
            <a:r>
              <a:rPr lang="en-US" sz="1801" b="1" dirty="0">
                <a:solidFill>
                  <a:schemeClr val="bg1"/>
                </a:solidFill>
              </a:rPr>
              <a:t>ANNUAL30</a:t>
            </a:r>
          </a:p>
        </p:txBody>
      </p:sp>
      <p:sp>
        <p:nvSpPr>
          <p:cNvPr id="12" name="TextBox 11">
            <a:extLst>
              <a:ext uri="{FF2B5EF4-FFF2-40B4-BE49-F238E27FC236}">
                <a16:creationId xmlns:a16="http://schemas.microsoft.com/office/drawing/2014/main" id="{B51BC1C8-4637-49A2-9CE4-11B4417003C5}"/>
              </a:ext>
            </a:extLst>
          </p:cNvPr>
          <p:cNvSpPr txBox="1"/>
          <p:nvPr userDrawn="1"/>
        </p:nvSpPr>
        <p:spPr>
          <a:xfrm>
            <a:off x="365761" y="4018150"/>
            <a:ext cx="4233851" cy="1077218"/>
          </a:xfrm>
          <a:prstGeom prst="rect">
            <a:avLst/>
          </a:prstGeom>
          <a:noFill/>
        </p:spPr>
        <p:txBody>
          <a:bodyPr wrap="square" rtlCol="0">
            <a:spAutoFit/>
          </a:bodyPr>
          <a:lstStyle/>
          <a:p>
            <a:r>
              <a:rPr lang="en-US" sz="2400" b="1" dirty="0">
                <a:solidFill>
                  <a:schemeClr val="bg1"/>
                </a:solidFill>
              </a:rPr>
              <a:t>30% OFF</a:t>
            </a:r>
          </a:p>
          <a:p>
            <a:r>
              <a:rPr lang="en-US" sz="2000" b="1" dirty="0">
                <a:solidFill>
                  <a:schemeClr val="bg1"/>
                </a:solidFill>
              </a:rPr>
              <a:t>Your Annual Membership Plan</a:t>
            </a:r>
          </a:p>
          <a:p>
            <a:endParaRPr lang="en-US" sz="2000" b="1" dirty="0">
              <a:solidFill>
                <a:schemeClr val="bg1"/>
              </a:solidFill>
            </a:endParaRPr>
          </a:p>
        </p:txBody>
      </p:sp>
      <p:pic>
        <p:nvPicPr>
          <p:cNvPr id="13" name="Picture 12" descr="A picture containing drawing&#10;&#10;Description automatically generated">
            <a:hlinkClick r:id="rId4"/>
            <a:extLst>
              <a:ext uri="{FF2B5EF4-FFF2-40B4-BE49-F238E27FC236}">
                <a16:creationId xmlns:a16="http://schemas.microsoft.com/office/drawing/2014/main" id="{4A46969A-FFB5-4780-B760-9DA8346DC08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62584" y="311254"/>
            <a:ext cx="3469676" cy="446356"/>
          </a:xfrm>
          <a:prstGeom prst="rect">
            <a:avLst/>
          </a:prstGeom>
        </p:spPr>
      </p:pic>
      <p:sp>
        <p:nvSpPr>
          <p:cNvPr id="14" name="TextBox 13">
            <a:extLst>
              <a:ext uri="{FF2B5EF4-FFF2-40B4-BE49-F238E27FC236}">
                <a16:creationId xmlns:a16="http://schemas.microsoft.com/office/drawing/2014/main" id="{F7AF0BAD-AA16-4E7B-9A2E-B9B65B8C5148}"/>
              </a:ext>
            </a:extLst>
          </p:cNvPr>
          <p:cNvSpPr txBox="1"/>
          <p:nvPr userDrawn="1"/>
        </p:nvSpPr>
        <p:spPr>
          <a:xfrm>
            <a:off x="365761" y="5582373"/>
            <a:ext cx="1926105" cy="276999"/>
          </a:xfrm>
          <a:prstGeom prst="rect">
            <a:avLst/>
          </a:prstGeom>
          <a:noFill/>
        </p:spPr>
        <p:txBody>
          <a:bodyPr wrap="none" rtlCol="0">
            <a:spAutoFit/>
          </a:bodyPr>
          <a:lstStyle/>
          <a:p>
            <a:r>
              <a:rPr lang="en-US" sz="1200" dirty="0">
                <a:solidFill>
                  <a:schemeClr val="bg1"/>
                </a:solidFill>
                <a:hlinkClick r:id="rId4">
                  <a:extLst>
                    <a:ext uri="{A12FA001-AC4F-418D-AE19-62706E023703}">
                      <ahyp:hlinkClr xmlns:ahyp="http://schemas.microsoft.com/office/drawing/2018/hyperlinkcolor" val="tx"/>
                    </a:ext>
                  </a:extLst>
                </a:hlinkClick>
              </a:rPr>
              <a:t>Visit PoweredTemplate.com</a:t>
            </a:r>
            <a:endParaRPr lang="en-US" sz="1200" dirty="0">
              <a:solidFill>
                <a:schemeClr val="bg1"/>
              </a:solidFill>
            </a:endParaRPr>
          </a:p>
        </p:txBody>
      </p:sp>
      <p:sp>
        <p:nvSpPr>
          <p:cNvPr id="16" name="TextBox 15">
            <a:extLst>
              <a:ext uri="{FF2B5EF4-FFF2-40B4-BE49-F238E27FC236}">
                <a16:creationId xmlns:a16="http://schemas.microsoft.com/office/drawing/2014/main" id="{30B8F122-6416-4D76-994E-2100532D83F2}"/>
              </a:ext>
            </a:extLst>
          </p:cNvPr>
          <p:cNvSpPr txBox="1"/>
          <p:nvPr userDrawn="1"/>
        </p:nvSpPr>
        <p:spPr>
          <a:xfrm>
            <a:off x="560227" y="2839852"/>
            <a:ext cx="6260123" cy="923714"/>
          </a:xfrm>
          <a:prstGeom prst="rect">
            <a:avLst/>
          </a:prstGeom>
          <a:noFill/>
        </p:spPr>
        <p:txBody>
          <a:bodyPr wrap="square">
            <a:spAutoFit/>
          </a:bodyPr>
          <a:lstStyle/>
          <a:p>
            <a:pPr marL="285753" indent="-285753">
              <a:buFont typeface="Arial" panose="020B0604020202020204" pitchFamily="34" charset="0"/>
              <a:buChar char="•"/>
            </a:pPr>
            <a:r>
              <a:rPr lang="en-US" sz="1801" b="1" dirty="0">
                <a:solidFill>
                  <a:schemeClr val="bg1"/>
                </a:solidFill>
              </a:rPr>
              <a:t>Easy to use</a:t>
            </a:r>
          </a:p>
          <a:p>
            <a:pPr marL="285753" indent="-285753">
              <a:buFont typeface="Arial" panose="020B0604020202020204" pitchFamily="34" charset="0"/>
              <a:buChar char="•"/>
            </a:pPr>
            <a:r>
              <a:rPr lang="en-US" sz="1801" b="1" dirty="0">
                <a:solidFill>
                  <a:schemeClr val="bg1"/>
                </a:solidFill>
              </a:rPr>
              <a:t>Fully customizable</a:t>
            </a:r>
          </a:p>
          <a:p>
            <a:pPr marL="285753" indent="-285753">
              <a:buFont typeface="Arial" panose="020B0604020202020204" pitchFamily="34" charset="0"/>
              <a:buChar char="•"/>
            </a:pPr>
            <a:r>
              <a:rPr lang="en-US" sz="1801" b="1" dirty="0">
                <a:solidFill>
                  <a:schemeClr val="bg1"/>
                </a:solidFill>
              </a:rPr>
              <a:t>Cutting edge designs</a:t>
            </a:r>
          </a:p>
        </p:txBody>
      </p:sp>
    </p:spTree>
    <p:extLst>
      <p:ext uri="{BB962C8B-B14F-4D97-AF65-F5344CB8AC3E}">
        <p14:creationId xmlns:p14="http://schemas.microsoft.com/office/powerpoint/2010/main" val="2676491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nge Shape Color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4574659-E987-4DF2-B5E8-595FCA84C804}"/>
              </a:ext>
            </a:extLst>
          </p:cNvPr>
          <p:cNvSpPr>
            <a:spLocks noGrp="1"/>
          </p:cNvSpPr>
          <p:nvPr>
            <p:ph type="dt" sz="half" idx="10"/>
          </p:nvPr>
        </p:nvSpPr>
        <p:spPr/>
        <p:txBody>
          <a:bodyPr/>
          <a:lstStyle/>
          <a:p>
            <a:fld id="{A1ACEE5C-337C-40CA-959B-6F3EBBDE2995}" type="datetime1">
              <a:rPr lang="en-US" smtClean="0"/>
              <a:t>6/14/2026</a:t>
            </a:fld>
            <a:endParaRPr lang="en-US"/>
          </a:p>
        </p:txBody>
      </p:sp>
      <p:sp>
        <p:nvSpPr>
          <p:cNvPr id="4" name="Footer Placeholder 3">
            <a:extLst>
              <a:ext uri="{FF2B5EF4-FFF2-40B4-BE49-F238E27FC236}">
                <a16:creationId xmlns:a16="http://schemas.microsoft.com/office/drawing/2014/main" id="{B7F951F1-731E-4292-AE86-5B4C0EF93D88}"/>
              </a:ext>
            </a:extLst>
          </p:cNvPr>
          <p:cNvSpPr>
            <a:spLocks noGrp="1"/>
          </p:cNvSpPr>
          <p:nvPr>
            <p:ph type="ftr" sz="quarter" idx="11"/>
          </p:nvPr>
        </p:nvSpPr>
        <p:spPr/>
        <p:txBody>
          <a:bodyPr/>
          <a:lstStyle/>
          <a:p>
            <a:r>
              <a:rPr lang="en-US"/>
              <a:t>Designed by PoweredTemplate</a:t>
            </a:r>
          </a:p>
        </p:txBody>
      </p:sp>
      <p:sp>
        <p:nvSpPr>
          <p:cNvPr id="5" name="Slide Number Placeholder 4">
            <a:extLst>
              <a:ext uri="{FF2B5EF4-FFF2-40B4-BE49-F238E27FC236}">
                <a16:creationId xmlns:a16="http://schemas.microsoft.com/office/drawing/2014/main" id="{2CD72513-79A3-4467-A0A6-9515BD85E927}"/>
              </a:ext>
            </a:extLst>
          </p:cNvPr>
          <p:cNvSpPr>
            <a:spLocks noGrp="1"/>
          </p:cNvSpPr>
          <p:nvPr>
            <p:ph type="sldNum" sz="quarter" idx="12"/>
          </p:nvPr>
        </p:nvSpPr>
        <p:spPr/>
        <p:txBody>
          <a:bodyPr/>
          <a:lstStyle/>
          <a:p>
            <a:fld id="{5F294920-2F4F-4D88-AD0A-053AE5A679D0}" type="slidenum">
              <a:rPr lang="en-US" smtClean="0"/>
              <a:t>‹N°›</a:t>
            </a:fld>
            <a:endParaRPr lang="en-US"/>
          </a:p>
        </p:txBody>
      </p:sp>
      <p:pic>
        <p:nvPicPr>
          <p:cNvPr id="7" name="Picture 6">
            <a:extLst>
              <a:ext uri="{FF2B5EF4-FFF2-40B4-BE49-F238E27FC236}">
                <a16:creationId xmlns:a16="http://schemas.microsoft.com/office/drawing/2014/main" id="{54AEF03F-034D-4215-A273-A01F5F2D75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41989" y="2860070"/>
            <a:ext cx="2499399" cy="2600325"/>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5D7DED3E-3991-416F-84A5-540CFD3EDE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73749" y="2348151"/>
            <a:ext cx="1305764" cy="3674627"/>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7A03580F-A44C-4A92-81E6-CA80F5A976D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630255" y="2426975"/>
            <a:ext cx="2598494" cy="3595803"/>
          </a:xfrm>
          <a:prstGeom prst="rect">
            <a:avLst/>
          </a:prstGeom>
        </p:spPr>
      </p:pic>
      <p:sp>
        <p:nvSpPr>
          <p:cNvPr id="10" name="Content Placeholder 2">
            <a:extLst>
              <a:ext uri="{FF2B5EF4-FFF2-40B4-BE49-F238E27FC236}">
                <a16:creationId xmlns:a16="http://schemas.microsoft.com/office/drawing/2014/main" id="{344A8CE7-EEE7-4CD6-B48D-A8C8E93A95BA}"/>
              </a:ext>
            </a:extLst>
          </p:cNvPr>
          <p:cNvSpPr txBox="1">
            <a:spLocks/>
          </p:cNvSpPr>
          <p:nvPr userDrawn="1"/>
        </p:nvSpPr>
        <p:spPr>
          <a:xfrm>
            <a:off x="838200" y="2536215"/>
            <a:ext cx="3524251" cy="3674627"/>
          </a:xfrm>
          <a:prstGeom prst="rect">
            <a:avLst/>
          </a:prstGeom>
        </p:spPr>
        <p:txBody>
          <a:bodyPr vert="horz" lIns="91440" tIns="45721" rIns="91440" bIns="4572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6" indent="-457206"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Right click on the object you want to change the color of.</a:t>
            </a:r>
          </a:p>
          <a:p>
            <a:pPr marL="457206" indent="-457206"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Choose Format Shape in drop down menu.</a:t>
            </a:r>
          </a:p>
          <a:p>
            <a:pPr marL="457206" indent="-457206"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Choose "Fill" in the Format Shape box then "Solid" or "Gradient" depending on the appearance of the object. Click on a new color.</a:t>
            </a:r>
          </a:p>
        </p:txBody>
      </p:sp>
      <p:sp>
        <p:nvSpPr>
          <p:cNvPr id="13" name="TextBox 12">
            <a:extLst>
              <a:ext uri="{FF2B5EF4-FFF2-40B4-BE49-F238E27FC236}">
                <a16:creationId xmlns:a16="http://schemas.microsoft.com/office/drawing/2014/main" id="{961C337C-A9C1-4644-976F-50B8D83D4D92}"/>
              </a:ext>
            </a:extLst>
          </p:cNvPr>
          <p:cNvSpPr txBox="1"/>
          <p:nvPr userDrawn="1"/>
        </p:nvSpPr>
        <p:spPr>
          <a:xfrm>
            <a:off x="838199" y="1279312"/>
            <a:ext cx="10515598" cy="923714"/>
          </a:xfrm>
          <a:prstGeom prst="rect">
            <a:avLst/>
          </a:prstGeom>
          <a:noFill/>
        </p:spPr>
        <p:txBody>
          <a:bodyPr wrap="square">
            <a:spAutoFit/>
          </a:bodyPr>
          <a:lstStyle/>
          <a:p>
            <a:pPr marL="0" indent="0" fontAlgn="base">
              <a:buNone/>
            </a:pPr>
            <a:r>
              <a:rPr lang="en-US" sz="1801" dirty="0">
                <a:solidFill>
                  <a:schemeClr val="bg1">
                    <a:lumMod val="50000"/>
                  </a:schemeClr>
                </a:solidFill>
              </a:rPr>
              <a:t>The presentation template has been made in PowerPoint itself, and you can edit the color of any component in this graphics. To change the color, just right click the object to highlight it, and then follow the instructions. In case on any questions please visit our </a:t>
            </a:r>
            <a:r>
              <a:rPr lang="en-US" sz="1801" dirty="0">
                <a:solidFill>
                  <a:srgbClr val="0070C0"/>
                </a:solidFill>
                <a:hlinkClick r:id="rId5">
                  <a:extLst>
                    <a:ext uri="{A12FA001-AC4F-418D-AE19-62706E023703}">
                      <ahyp:hlinkClr xmlns:ahyp="http://schemas.microsoft.com/office/drawing/2018/hyperlinkcolor" val="tx"/>
                    </a:ext>
                  </a:extLst>
                </a:hlinkClick>
              </a:rPr>
              <a:t>Help Center</a:t>
            </a:r>
            <a:r>
              <a:rPr lang="en-US" sz="1801" dirty="0">
                <a:solidFill>
                  <a:schemeClr val="bg1">
                    <a:lumMod val="50000"/>
                  </a:schemeClr>
                </a:solidFill>
              </a:rPr>
              <a:t>.</a:t>
            </a:r>
          </a:p>
        </p:txBody>
      </p:sp>
      <p:sp>
        <p:nvSpPr>
          <p:cNvPr id="15" name="TextBox 14">
            <a:extLst>
              <a:ext uri="{FF2B5EF4-FFF2-40B4-BE49-F238E27FC236}">
                <a16:creationId xmlns:a16="http://schemas.microsoft.com/office/drawing/2014/main" id="{0C7D635A-46E2-4AB8-A258-5E0FAB112680}"/>
              </a:ext>
            </a:extLst>
          </p:cNvPr>
          <p:cNvSpPr txBox="1"/>
          <p:nvPr userDrawn="1"/>
        </p:nvSpPr>
        <p:spPr>
          <a:xfrm>
            <a:off x="838199" y="136525"/>
            <a:ext cx="10390549" cy="769441"/>
          </a:xfrm>
          <a:prstGeom prst="rect">
            <a:avLst/>
          </a:prstGeom>
          <a:noFill/>
        </p:spPr>
        <p:txBody>
          <a:bodyPr wrap="square">
            <a:spAutoFit/>
          </a:bodyPr>
          <a:lstStyle/>
          <a:p>
            <a:r>
              <a:rPr lang="en-US" sz="4400" dirty="0">
                <a:solidFill>
                  <a:schemeClr val="bg1">
                    <a:lumMod val="50000"/>
                  </a:schemeClr>
                </a:solidFill>
                <a:latin typeface="Calibri Light (Headings)"/>
              </a:rPr>
              <a:t>Change Shapes Colors</a:t>
            </a:r>
          </a:p>
        </p:txBody>
      </p:sp>
    </p:spTree>
    <p:extLst>
      <p:ext uri="{BB962C8B-B14F-4D97-AF65-F5344CB8AC3E}">
        <p14:creationId xmlns:p14="http://schemas.microsoft.com/office/powerpoint/2010/main" val="739843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dit Shape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520F4BD-C5A8-4F1F-A0D9-19D60284BD9C}"/>
              </a:ext>
            </a:extLst>
          </p:cNvPr>
          <p:cNvSpPr>
            <a:spLocks noGrp="1"/>
          </p:cNvSpPr>
          <p:nvPr>
            <p:ph type="dt" sz="half" idx="10"/>
          </p:nvPr>
        </p:nvSpPr>
        <p:spPr/>
        <p:txBody>
          <a:bodyPr/>
          <a:lstStyle/>
          <a:p>
            <a:fld id="{A1ACEE5C-337C-40CA-959B-6F3EBBDE2995}" type="datetime1">
              <a:rPr lang="en-US" smtClean="0"/>
              <a:t>6/14/2026</a:t>
            </a:fld>
            <a:endParaRPr lang="en-US"/>
          </a:p>
        </p:txBody>
      </p:sp>
      <p:sp>
        <p:nvSpPr>
          <p:cNvPr id="4" name="Footer Placeholder 3">
            <a:extLst>
              <a:ext uri="{FF2B5EF4-FFF2-40B4-BE49-F238E27FC236}">
                <a16:creationId xmlns:a16="http://schemas.microsoft.com/office/drawing/2014/main" id="{6008166A-4A7E-4790-920B-78B04E9C5026}"/>
              </a:ext>
            </a:extLst>
          </p:cNvPr>
          <p:cNvSpPr>
            <a:spLocks noGrp="1"/>
          </p:cNvSpPr>
          <p:nvPr>
            <p:ph type="ftr" sz="quarter" idx="11"/>
          </p:nvPr>
        </p:nvSpPr>
        <p:spPr/>
        <p:txBody>
          <a:bodyPr/>
          <a:lstStyle/>
          <a:p>
            <a:r>
              <a:rPr lang="en-US"/>
              <a:t>Designed by PoweredTemplate</a:t>
            </a:r>
          </a:p>
        </p:txBody>
      </p:sp>
      <p:sp>
        <p:nvSpPr>
          <p:cNvPr id="5" name="Slide Number Placeholder 4">
            <a:extLst>
              <a:ext uri="{FF2B5EF4-FFF2-40B4-BE49-F238E27FC236}">
                <a16:creationId xmlns:a16="http://schemas.microsoft.com/office/drawing/2014/main" id="{37DFCCF7-6B3D-4C2E-8267-011D9046F168}"/>
              </a:ext>
            </a:extLst>
          </p:cNvPr>
          <p:cNvSpPr>
            <a:spLocks noGrp="1"/>
          </p:cNvSpPr>
          <p:nvPr>
            <p:ph type="sldNum" sz="quarter" idx="12"/>
          </p:nvPr>
        </p:nvSpPr>
        <p:spPr/>
        <p:txBody>
          <a:bodyPr/>
          <a:lstStyle/>
          <a:p>
            <a:fld id="{5F294920-2F4F-4D88-AD0A-053AE5A679D0}" type="slidenum">
              <a:rPr lang="en-US" smtClean="0"/>
              <a:t>‹N°›</a:t>
            </a:fld>
            <a:endParaRPr lang="en-US"/>
          </a:p>
        </p:txBody>
      </p:sp>
      <p:pic>
        <p:nvPicPr>
          <p:cNvPr id="7" name="Picture 6">
            <a:extLst>
              <a:ext uri="{FF2B5EF4-FFF2-40B4-BE49-F238E27FC236}">
                <a16:creationId xmlns:a16="http://schemas.microsoft.com/office/drawing/2014/main" id="{D40618CB-03AE-4EC1-AA56-38735DB798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03099" y="2855356"/>
            <a:ext cx="2499399" cy="2600325"/>
          </a:xfrm>
          <a:prstGeom prst="rect">
            <a:avLst/>
          </a:prstGeom>
        </p:spPr>
      </p:pic>
      <p:pic>
        <p:nvPicPr>
          <p:cNvPr id="8" name="Picture 7" descr="A close up of a sign&#10;&#10;Description automatically generated">
            <a:extLst>
              <a:ext uri="{FF2B5EF4-FFF2-40B4-BE49-F238E27FC236}">
                <a16:creationId xmlns:a16="http://schemas.microsoft.com/office/drawing/2014/main" id="{C648B40F-D186-4772-A1C2-55774966B1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01582" y="2797832"/>
            <a:ext cx="2499399" cy="2600325"/>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B0A31E51-6593-4B6F-916A-BBF0646CAFE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03701" y="1924972"/>
            <a:ext cx="2499399" cy="4075817"/>
          </a:xfrm>
          <a:prstGeom prst="rect">
            <a:avLst/>
          </a:prstGeom>
        </p:spPr>
      </p:pic>
      <p:sp>
        <p:nvSpPr>
          <p:cNvPr id="10" name="Content Placeholder 2">
            <a:extLst>
              <a:ext uri="{FF2B5EF4-FFF2-40B4-BE49-F238E27FC236}">
                <a16:creationId xmlns:a16="http://schemas.microsoft.com/office/drawing/2014/main" id="{32E9F2D2-EAF0-428B-AA83-2F90E2526315}"/>
              </a:ext>
            </a:extLst>
          </p:cNvPr>
          <p:cNvSpPr txBox="1">
            <a:spLocks/>
          </p:cNvSpPr>
          <p:nvPr userDrawn="1"/>
        </p:nvSpPr>
        <p:spPr>
          <a:xfrm>
            <a:off x="838200" y="2536215"/>
            <a:ext cx="3524251" cy="3674627"/>
          </a:xfrm>
          <a:prstGeom prst="rect">
            <a:avLst/>
          </a:prstGeom>
        </p:spPr>
        <p:txBody>
          <a:bodyPr vert="horz" lIns="91440" tIns="45721" rIns="91440" bIns="4572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6" indent="-457206"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Right click on the object you want to modify.</a:t>
            </a:r>
          </a:p>
          <a:p>
            <a:pPr marL="457206" indent="-457206"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Choose Group -&gt; Ungroup in drop down menu.</a:t>
            </a:r>
          </a:p>
          <a:p>
            <a:pPr marL="457206" indent="-457206"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Click on any objects and shapes to start working with it.</a:t>
            </a:r>
          </a:p>
          <a:p>
            <a:pPr marL="457206" indent="-457206" fontAlgn="base">
              <a:buFont typeface="+mj-lt"/>
              <a:buAutoNum type="arabicPeriod"/>
            </a:pPr>
            <a:r>
              <a:rPr lang="en-US" sz="2000" dirty="0">
                <a:solidFill>
                  <a:schemeClr val="bg1">
                    <a:lumMod val="50000"/>
                  </a:schemeClr>
                </a:solidFill>
                <a:latin typeface="Calibri" panose="020F0502020204030204" pitchFamily="34" charset="0"/>
                <a:cs typeface="Calibri" panose="020F0502020204030204" pitchFamily="34" charset="0"/>
              </a:rPr>
              <a:t>When you finish, select all objects you want to group and choose Group -&gt; Group in the menu.</a:t>
            </a:r>
          </a:p>
        </p:txBody>
      </p:sp>
      <p:sp>
        <p:nvSpPr>
          <p:cNvPr id="13" name="TextBox 12">
            <a:extLst>
              <a:ext uri="{FF2B5EF4-FFF2-40B4-BE49-F238E27FC236}">
                <a16:creationId xmlns:a16="http://schemas.microsoft.com/office/drawing/2014/main" id="{1D558D59-02BD-4D4D-9F02-47EAB9C54D8E}"/>
              </a:ext>
            </a:extLst>
          </p:cNvPr>
          <p:cNvSpPr txBox="1"/>
          <p:nvPr userDrawn="1"/>
        </p:nvSpPr>
        <p:spPr>
          <a:xfrm>
            <a:off x="838202" y="1318161"/>
            <a:ext cx="10515600" cy="646587"/>
          </a:xfrm>
          <a:prstGeom prst="rect">
            <a:avLst/>
          </a:prstGeom>
          <a:noFill/>
        </p:spPr>
        <p:txBody>
          <a:bodyPr wrap="square">
            <a:spAutoFit/>
          </a:bodyPr>
          <a:lstStyle/>
          <a:p>
            <a:pPr marL="0" indent="0" fontAlgn="base">
              <a:buNone/>
            </a:pPr>
            <a:r>
              <a:rPr lang="en-US" sz="1801" dirty="0">
                <a:solidFill>
                  <a:schemeClr val="bg1">
                    <a:lumMod val="50000"/>
                  </a:schemeClr>
                </a:solidFill>
              </a:rPr>
              <a:t>You may edit the shapes in your own: remove, resize, rotate, and copy to a new slide. In case on any questions please visit our </a:t>
            </a:r>
            <a:r>
              <a:rPr lang="en-US" sz="1801" dirty="0">
                <a:solidFill>
                  <a:srgbClr val="0070C0"/>
                </a:solidFill>
                <a:hlinkClick r:id="rId5">
                  <a:extLst>
                    <a:ext uri="{A12FA001-AC4F-418D-AE19-62706E023703}">
                      <ahyp:hlinkClr xmlns:ahyp="http://schemas.microsoft.com/office/drawing/2018/hyperlinkcolor" val="tx"/>
                    </a:ext>
                  </a:extLst>
                </a:hlinkClick>
              </a:rPr>
              <a:t>Help Center</a:t>
            </a:r>
            <a:r>
              <a:rPr lang="en-US" sz="1801" dirty="0">
                <a:solidFill>
                  <a:schemeClr val="bg1">
                    <a:lumMod val="50000"/>
                  </a:schemeClr>
                </a:solidFill>
              </a:rPr>
              <a:t>.</a:t>
            </a:r>
          </a:p>
        </p:txBody>
      </p:sp>
      <p:sp>
        <p:nvSpPr>
          <p:cNvPr id="14" name="TextBox 13">
            <a:extLst>
              <a:ext uri="{FF2B5EF4-FFF2-40B4-BE49-F238E27FC236}">
                <a16:creationId xmlns:a16="http://schemas.microsoft.com/office/drawing/2014/main" id="{C58E6621-792A-478B-9846-879013E51B1A}"/>
              </a:ext>
            </a:extLst>
          </p:cNvPr>
          <p:cNvSpPr txBox="1"/>
          <p:nvPr userDrawn="1"/>
        </p:nvSpPr>
        <p:spPr>
          <a:xfrm>
            <a:off x="838199" y="136525"/>
            <a:ext cx="10390549" cy="769441"/>
          </a:xfrm>
          <a:prstGeom prst="rect">
            <a:avLst/>
          </a:prstGeom>
          <a:noFill/>
        </p:spPr>
        <p:txBody>
          <a:bodyPr wrap="square">
            <a:spAutoFit/>
          </a:bodyPr>
          <a:lstStyle/>
          <a:p>
            <a:r>
              <a:rPr lang="en-US" sz="4400" dirty="0">
                <a:solidFill>
                  <a:schemeClr val="bg1">
                    <a:lumMod val="50000"/>
                  </a:schemeClr>
                </a:solidFill>
                <a:latin typeface="Calibri Light (Headings)"/>
              </a:rPr>
              <a:t>Edit Shapes</a:t>
            </a:r>
          </a:p>
        </p:txBody>
      </p:sp>
    </p:spTree>
    <p:extLst>
      <p:ext uri="{BB962C8B-B14F-4D97-AF65-F5344CB8AC3E}">
        <p14:creationId xmlns:p14="http://schemas.microsoft.com/office/powerpoint/2010/main" val="3941845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ttributio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E864988-2762-4674-A709-41185FF8E4B0}"/>
              </a:ext>
            </a:extLst>
          </p:cNvPr>
          <p:cNvSpPr>
            <a:spLocks noGrp="1"/>
          </p:cNvSpPr>
          <p:nvPr>
            <p:ph type="dt" sz="half" idx="10"/>
          </p:nvPr>
        </p:nvSpPr>
        <p:spPr/>
        <p:txBody>
          <a:bodyPr/>
          <a:lstStyle/>
          <a:p>
            <a:fld id="{A1ACEE5C-337C-40CA-959B-6F3EBBDE2995}" type="datetime1">
              <a:rPr lang="en-US" smtClean="0"/>
              <a:t>6/14/2026</a:t>
            </a:fld>
            <a:endParaRPr lang="en-US"/>
          </a:p>
        </p:txBody>
      </p:sp>
      <p:sp>
        <p:nvSpPr>
          <p:cNvPr id="4" name="Footer Placeholder 3">
            <a:extLst>
              <a:ext uri="{FF2B5EF4-FFF2-40B4-BE49-F238E27FC236}">
                <a16:creationId xmlns:a16="http://schemas.microsoft.com/office/drawing/2014/main" id="{5F8A8273-1633-4B95-91CD-F8BE4A6CE159}"/>
              </a:ext>
            </a:extLst>
          </p:cNvPr>
          <p:cNvSpPr>
            <a:spLocks noGrp="1"/>
          </p:cNvSpPr>
          <p:nvPr>
            <p:ph type="ftr" sz="quarter" idx="11"/>
          </p:nvPr>
        </p:nvSpPr>
        <p:spPr/>
        <p:txBody>
          <a:bodyPr/>
          <a:lstStyle/>
          <a:p>
            <a:r>
              <a:rPr lang="en-US"/>
              <a:t>Designed by PoweredTemplate</a:t>
            </a:r>
          </a:p>
        </p:txBody>
      </p:sp>
      <p:sp>
        <p:nvSpPr>
          <p:cNvPr id="5" name="Slide Number Placeholder 4">
            <a:extLst>
              <a:ext uri="{FF2B5EF4-FFF2-40B4-BE49-F238E27FC236}">
                <a16:creationId xmlns:a16="http://schemas.microsoft.com/office/drawing/2014/main" id="{D7E2CB6A-B9A2-401D-9B93-B2A434A2FD19}"/>
              </a:ext>
            </a:extLst>
          </p:cNvPr>
          <p:cNvSpPr>
            <a:spLocks noGrp="1"/>
          </p:cNvSpPr>
          <p:nvPr>
            <p:ph type="sldNum" sz="quarter" idx="12"/>
          </p:nvPr>
        </p:nvSpPr>
        <p:spPr/>
        <p:txBody>
          <a:bodyPr/>
          <a:lstStyle/>
          <a:p>
            <a:fld id="{5F294920-2F4F-4D88-AD0A-053AE5A679D0}" type="slidenum">
              <a:rPr lang="en-US" smtClean="0"/>
              <a:t>‹N°›</a:t>
            </a:fld>
            <a:endParaRPr lang="en-US"/>
          </a:p>
        </p:txBody>
      </p:sp>
      <p:sp>
        <p:nvSpPr>
          <p:cNvPr id="15" name="TextBox 14">
            <a:extLst>
              <a:ext uri="{FF2B5EF4-FFF2-40B4-BE49-F238E27FC236}">
                <a16:creationId xmlns:a16="http://schemas.microsoft.com/office/drawing/2014/main" id="{466E3CD8-A331-492A-B773-93C47232E0EC}"/>
              </a:ext>
            </a:extLst>
          </p:cNvPr>
          <p:cNvSpPr txBox="1"/>
          <p:nvPr userDrawn="1"/>
        </p:nvSpPr>
        <p:spPr>
          <a:xfrm>
            <a:off x="838202" y="1628507"/>
            <a:ext cx="10515600" cy="3602525"/>
          </a:xfrm>
          <a:prstGeom prst="rect">
            <a:avLst/>
          </a:prstGeom>
          <a:noFill/>
        </p:spPr>
        <p:txBody>
          <a:bodyPr wrap="square">
            <a:spAutoFit/>
          </a:bodyPr>
          <a:lstStyle/>
          <a:p>
            <a:pPr marL="285753" indent="-285753" fontAlgn="base">
              <a:buFont typeface="Arial" panose="020B0604020202020204" pitchFamily="34" charset="0"/>
              <a:buChar char="•"/>
            </a:pPr>
            <a:r>
              <a:rPr lang="en-US" sz="1801" dirty="0">
                <a:solidFill>
                  <a:schemeClr val="bg1">
                    <a:lumMod val="50000"/>
                  </a:schemeClr>
                </a:solidFill>
              </a:rPr>
              <a:t>Creating content takes a lot of time and effort, but all we need from you is only an attribution link. </a:t>
            </a:r>
          </a:p>
          <a:p>
            <a:pPr marL="285753" indent="-285753" fontAlgn="base">
              <a:buFont typeface="Arial" panose="020B0604020202020204" pitchFamily="34" charset="0"/>
              <a:buChar char="•"/>
            </a:pPr>
            <a:endParaRPr lang="en-US" sz="1801" dirty="0">
              <a:solidFill>
                <a:schemeClr val="bg1">
                  <a:lumMod val="50000"/>
                </a:schemeClr>
              </a:solidFill>
            </a:endParaRPr>
          </a:p>
          <a:p>
            <a:pPr marL="285753" indent="-285753" fontAlgn="base">
              <a:buFont typeface="Arial" panose="020B0604020202020204" pitchFamily="34" charset="0"/>
              <a:buChar char="•"/>
            </a:pPr>
            <a:r>
              <a:rPr lang="en-US" sz="1801" dirty="0">
                <a:solidFill>
                  <a:schemeClr val="bg1">
                    <a:lumMod val="50000"/>
                  </a:schemeClr>
                </a:solidFill>
              </a:rPr>
              <a:t>In order to use the content or a part of it, you must attribute it to PoweredTemplate.com, so we will be able to continue creating new free graphic resources every day.</a:t>
            </a:r>
          </a:p>
          <a:p>
            <a:pPr marL="285753" indent="-285753" fontAlgn="base">
              <a:buFont typeface="Arial" panose="020B0604020202020204" pitchFamily="34" charset="0"/>
              <a:buChar char="•"/>
            </a:pPr>
            <a:endParaRPr lang="en-US" sz="1801" dirty="0">
              <a:solidFill>
                <a:schemeClr val="bg1">
                  <a:lumMod val="50000"/>
                </a:schemeClr>
              </a:solidFill>
            </a:endParaRPr>
          </a:p>
          <a:p>
            <a:pPr marL="285753" indent="-285753" fontAlgn="base">
              <a:buFont typeface="Arial" panose="020B0604020202020204" pitchFamily="34" charset="0"/>
              <a:buChar char="•"/>
            </a:pPr>
            <a:r>
              <a:rPr lang="en-US" sz="1801" dirty="0">
                <a:solidFill>
                  <a:schemeClr val="bg1">
                    <a:lumMod val="50000"/>
                  </a:schemeClr>
                </a:solidFill>
              </a:rPr>
              <a:t>Insert the attribution line in the credits section of your presentation. If it’s not possible, place it wherever it's visible on a web page, close to where you’re using the resource. </a:t>
            </a:r>
          </a:p>
          <a:p>
            <a:pPr marL="285753" indent="-285753" fontAlgn="base">
              <a:buFont typeface="Arial" panose="020B0604020202020204" pitchFamily="34" charset="0"/>
              <a:buChar char="•"/>
            </a:pPr>
            <a:endParaRPr lang="en-US" sz="1801" dirty="0">
              <a:solidFill>
                <a:schemeClr val="bg1">
                  <a:lumMod val="50000"/>
                </a:schemeClr>
              </a:solidFill>
            </a:endParaRPr>
          </a:p>
          <a:p>
            <a:pPr marL="285753" indent="-285753" fontAlgn="base">
              <a:buFont typeface="Arial" panose="020B0604020202020204" pitchFamily="34" charset="0"/>
              <a:buChar char="•"/>
            </a:pPr>
            <a:r>
              <a:rPr lang="en-US" sz="1801" b="1" dirty="0">
                <a:solidFill>
                  <a:schemeClr val="bg1">
                    <a:lumMod val="50000"/>
                  </a:schemeClr>
                </a:solidFill>
              </a:rPr>
              <a:t>For example: </a:t>
            </a:r>
            <a:r>
              <a:rPr lang="en-US" sz="1801" dirty="0">
                <a:solidFill>
                  <a:schemeClr val="bg1">
                    <a:lumMod val="50000"/>
                  </a:schemeClr>
                </a:solidFill>
              </a:rPr>
              <a:t>This presentation has been designed using resources from </a:t>
            </a:r>
            <a:r>
              <a:rPr lang="en-US" sz="1801" u="sng" dirty="0">
                <a:solidFill>
                  <a:srgbClr val="0070C0"/>
                </a:solidFill>
                <a:hlinkClick r:id="rId2">
                  <a:extLst>
                    <a:ext uri="{A12FA001-AC4F-418D-AE19-62706E023703}">
                      <ahyp:hlinkClr xmlns:ahyp="http://schemas.microsoft.com/office/drawing/2018/hyperlinkcolor" val="tx"/>
                    </a:ext>
                  </a:extLst>
                </a:hlinkClick>
              </a:rPr>
              <a:t>PoweredTemplate.com</a:t>
            </a:r>
            <a:endParaRPr lang="en-US" sz="1801" u="sng" dirty="0">
              <a:solidFill>
                <a:srgbClr val="0070C0"/>
              </a:solidFill>
            </a:endParaRPr>
          </a:p>
          <a:p>
            <a:pPr marL="285753" indent="-285753" fontAlgn="base">
              <a:buFont typeface="Arial" panose="020B0604020202020204" pitchFamily="34" charset="0"/>
              <a:buChar char="•"/>
            </a:pPr>
            <a:endParaRPr lang="en-US" sz="1801" dirty="0">
              <a:solidFill>
                <a:schemeClr val="bg1">
                  <a:lumMod val="50000"/>
                </a:schemeClr>
              </a:solidFill>
            </a:endParaRPr>
          </a:p>
          <a:p>
            <a:pPr marL="285753" indent="-285753" fontAlgn="base">
              <a:buFont typeface="Arial" panose="020B0604020202020204" pitchFamily="34" charset="0"/>
              <a:buChar char="•"/>
            </a:pPr>
            <a:r>
              <a:rPr lang="en-US" sz="1801" b="1" dirty="0">
                <a:solidFill>
                  <a:schemeClr val="bg1">
                    <a:lumMod val="50000"/>
                  </a:schemeClr>
                </a:solidFill>
              </a:rPr>
              <a:t>Don’t want to credit the author?</a:t>
            </a:r>
            <a:r>
              <a:rPr lang="en-US" sz="1801" dirty="0">
                <a:solidFill>
                  <a:schemeClr val="bg1">
                    <a:lumMod val="50000"/>
                  </a:schemeClr>
                </a:solidFill>
              </a:rPr>
              <a:t> </a:t>
            </a:r>
            <a:r>
              <a:rPr lang="en-US" sz="1801" dirty="0">
                <a:solidFill>
                  <a:srgbClr val="0070C0"/>
                </a:solidFill>
                <a:hlinkClick r:id="rId3">
                  <a:extLst>
                    <a:ext uri="{A12FA001-AC4F-418D-AE19-62706E023703}">
                      <ahyp:hlinkClr xmlns:ahyp="http://schemas.microsoft.com/office/drawing/2018/hyperlinkcolor" val="tx"/>
                    </a:ext>
                  </a:extLst>
                </a:hlinkClick>
              </a:rPr>
              <a:t>Go Premium </a:t>
            </a:r>
            <a:r>
              <a:rPr lang="en-US" sz="1801" dirty="0">
                <a:solidFill>
                  <a:schemeClr val="bg1">
                    <a:lumMod val="50000"/>
                  </a:schemeClr>
                </a:solidFill>
              </a:rPr>
              <a:t>and use over 75,000 templates with no attribution!</a:t>
            </a:r>
          </a:p>
          <a:p>
            <a:pPr marL="0" indent="0" fontAlgn="base">
              <a:buNone/>
            </a:pPr>
            <a:endParaRPr lang="en-US" sz="1801" b="1" dirty="0">
              <a:solidFill>
                <a:schemeClr val="bg1">
                  <a:lumMod val="50000"/>
                </a:schemeClr>
              </a:solidFill>
            </a:endParaRPr>
          </a:p>
          <a:p>
            <a:pPr marL="0" indent="0">
              <a:buNone/>
            </a:pPr>
            <a:r>
              <a:rPr lang="en-US" sz="1200" dirty="0">
                <a:solidFill>
                  <a:schemeClr val="bg1">
                    <a:lumMod val="50000"/>
                  </a:schemeClr>
                </a:solidFill>
              </a:rPr>
              <a:t>* This only applies if you downloaded this content as an unsubscribed (free) user.</a:t>
            </a:r>
          </a:p>
        </p:txBody>
      </p:sp>
      <p:sp>
        <p:nvSpPr>
          <p:cNvPr id="16" name="TextBox 15">
            <a:extLst>
              <a:ext uri="{FF2B5EF4-FFF2-40B4-BE49-F238E27FC236}">
                <a16:creationId xmlns:a16="http://schemas.microsoft.com/office/drawing/2014/main" id="{0590A1C1-F3B1-4521-800D-109B7D7220D9}"/>
              </a:ext>
            </a:extLst>
          </p:cNvPr>
          <p:cNvSpPr txBox="1"/>
          <p:nvPr userDrawn="1"/>
        </p:nvSpPr>
        <p:spPr>
          <a:xfrm>
            <a:off x="838199" y="136525"/>
            <a:ext cx="10390549" cy="769441"/>
          </a:xfrm>
          <a:prstGeom prst="rect">
            <a:avLst/>
          </a:prstGeom>
          <a:noFill/>
        </p:spPr>
        <p:txBody>
          <a:bodyPr wrap="square">
            <a:spAutoFit/>
          </a:bodyPr>
          <a:lstStyle/>
          <a:p>
            <a:r>
              <a:rPr lang="en-US" sz="4400" dirty="0">
                <a:solidFill>
                  <a:schemeClr val="bg1">
                    <a:lumMod val="50000"/>
                  </a:schemeClr>
                </a:solidFill>
                <a:latin typeface="Calibri Light (Headings)"/>
              </a:rPr>
              <a:t>Remember, you must attribute!*</a:t>
            </a:r>
          </a:p>
        </p:txBody>
      </p:sp>
    </p:spTree>
    <p:extLst>
      <p:ext uri="{BB962C8B-B14F-4D97-AF65-F5344CB8AC3E}">
        <p14:creationId xmlns:p14="http://schemas.microsoft.com/office/powerpoint/2010/main" val="1886835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16EBB-16F9-7D61-F29A-7203835A0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8EE3FB-C2F5-99F1-EF6D-C005C4F387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421D44-6AC9-7FD2-2611-4518C372A47B}"/>
              </a:ext>
            </a:extLst>
          </p:cNvPr>
          <p:cNvSpPr>
            <a:spLocks noGrp="1"/>
          </p:cNvSpPr>
          <p:nvPr>
            <p:ph type="dt" sz="half" idx="10"/>
          </p:nvPr>
        </p:nvSpPr>
        <p:spPr/>
        <p:txBody>
          <a:bodyPr/>
          <a:lstStyle/>
          <a:p>
            <a:fld id="{F6976FF2-0518-4A26-9A3D-98B973AAD35B}" type="datetimeFigureOut">
              <a:rPr lang="en-US" smtClean="0"/>
              <a:t>6/14/2026</a:t>
            </a:fld>
            <a:endParaRPr lang="en-US"/>
          </a:p>
        </p:txBody>
      </p:sp>
      <p:sp>
        <p:nvSpPr>
          <p:cNvPr id="5" name="Footer Placeholder 4">
            <a:extLst>
              <a:ext uri="{FF2B5EF4-FFF2-40B4-BE49-F238E27FC236}">
                <a16:creationId xmlns:a16="http://schemas.microsoft.com/office/drawing/2014/main" id="{628DF499-ABD7-3E13-C3BB-37EA34A75B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AC924-7EC4-0373-7F6A-39DA6D444720}"/>
              </a:ext>
            </a:extLst>
          </p:cNvPr>
          <p:cNvSpPr>
            <a:spLocks noGrp="1"/>
          </p:cNvSpPr>
          <p:nvPr>
            <p:ph type="sldNum" sz="quarter" idx="12"/>
          </p:nvPr>
        </p:nvSpPr>
        <p:spPr/>
        <p:txBody>
          <a:bodyPr/>
          <a:lstStyle/>
          <a:p>
            <a:fld id="{9BD1DDD0-C76F-4ECC-842A-EC74FD118C0B}" type="slidenum">
              <a:rPr lang="en-US" smtClean="0"/>
              <a:t>‹N°›</a:t>
            </a:fld>
            <a:endParaRPr lang="en-US"/>
          </a:p>
        </p:txBody>
      </p:sp>
    </p:spTree>
    <p:extLst>
      <p:ext uri="{BB962C8B-B14F-4D97-AF65-F5344CB8AC3E}">
        <p14:creationId xmlns:p14="http://schemas.microsoft.com/office/powerpoint/2010/main" val="1668334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CO" dirty="0"/>
          </a:p>
        </p:txBody>
      </p:sp>
      <p:sp>
        <p:nvSpPr>
          <p:cNvPr id="3" name="Footer Placeholder 2"/>
          <p:cNvSpPr>
            <a:spLocks noGrp="1"/>
          </p:cNvSpPr>
          <p:nvPr>
            <p:ph type="ftr" sz="quarter" idx="11"/>
          </p:nvPr>
        </p:nvSpPr>
        <p:spPr/>
        <p:txBody>
          <a:bodyPr/>
          <a:lstStyle/>
          <a:p>
            <a:endParaRPr lang="es-CO" dirty="0"/>
          </a:p>
        </p:txBody>
      </p:sp>
      <p:sp>
        <p:nvSpPr>
          <p:cNvPr id="4" name="Slide Number Placeholder 3"/>
          <p:cNvSpPr>
            <a:spLocks noGrp="1"/>
          </p:cNvSpPr>
          <p:nvPr>
            <p:ph type="sldNum" sz="quarter" idx="12"/>
          </p:nvPr>
        </p:nvSpPr>
        <p:spPr/>
        <p:txBody>
          <a:bodyPr/>
          <a:lstStyle/>
          <a:p>
            <a:fld id="{A5F5640F-9557-43BE-9D86-2231A5F54510}" type="slidenum">
              <a:rPr lang="es-CO" smtClean="0"/>
              <a:t>‹N°›</a:t>
            </a:fld>
            <a:endParaRPr lang="es-CO" dirty="0"/>
          </a:p>
        </p:txBody>
      </p:sp>
    </p:spTree>
    <p:extLst>
      <p:ext uri="{BB962C8B-B14F-4D97-AF65-F5344CB8AC3E}">
        <p14:creationId xmlns:p14="http://schemas.microsoft.com/office/powerpoint/2010/main" val="23696143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Picture Placeholder 17"/>
          <p:cNvSpPr>
            <a:spLocks noGrp="1"/>
          </p:cNvSpPr>
          <p:nvPr>
            <p:ph type="pic" sz="quarter" idx="10"/>
          </p:nvPr>
        </p:nvSpPr>
        <p:spPr>
          <a:xfrm>
            <a:off x="3491399" y="981074"/>
            <a:ext cx="2233125" cy="4844563"/>
          </a:xfrm>
          <a:custGeom>
            <a:avLst/>
            <a:gdLst>
              <a:gd name="connsiteX0" fmla="*/ 182633 w 1639888"/>
              <a:gd name="connsiteY0" fmla="*/ 0 h 3557588"/>
              <a:gd name="connsiteX1" fmla="*/ 331022 w 1639888"/>
              <a:gd name="connsiteY1" fmla="*/ 0 h 3557588"/>
              <a:gd name="connsiteX2" fmla="*/ 365265 w 1639888"/>
              <a:gd name="connsiteY2" fmla="*/ 34281 h 3557588"/>
              <a:gd name="connsiteX3" fmla="*/ 365265 w 1639888"/>
              <a:gd name="connsiteY3" fmla="*/ 38090 h 3557588"/>
              <a:gd name="connsiteX4" fmla="*/ 460386 w 1639888"/>
              <a:gd name="connsiteY4" fmla="*/ 133314 h 3557588"/>
              <a:gd name="connsiteX5" fmla="*/ 1183307 w 1639888"/>
              <a:gd name="connsiteY5" fmla="*/ 133314 h 3557588"/>
              <a:gd name="connsiteX6" fmla="*/ 1278428 w 1639888"/>
              <a:gd name="connsiteY6" fmla="*/ 38090 h 3557588"/>
              <a:gd name="connsiteX7" fmla="*/ 1278428 w 1639888"/>
              <a:gd name="connsiteY7" fmla="*/ 34281 h 3557588"/>
              <a:gd name="connsiteX8" fmla="*/ 1308867 w 1639888"/>
              <a:gd name="connsiteY8" fmla="*/ 0 h 3557588"/>
              <a:gd name="connsiteX9" fmla="*/ 1461060 w 1639888"/>
              <a:gd name="connsiteY9" fmla="*/ 0 h 3557588"/>
              <a:gd name="connsiteX10" fmla="*/ 1639888 w 1639888"/>
              <a:gd name="connsiteY10" fmla="*/ 182831 h 3557588"/>
              <a:gd name="connsiteX11" fmla="*/ 1639888 w 1639888"/>
              <a:gd name="connsiteY11" fmla="*/ 3378566 h 3557588"/>
              <a:gd name="connsiteX12" fmla="*/ 1461060 w 1639888"/>
              <a:gd name="connsiteY12" fmla="*/ 3557588 h 3557588"/>
              <a:gd name="connsiteX13" fmla="*/ 182633 w 1639888"/>
              <a:gd name="connsiteY13" fmla="*/ 3557588 h 3557588"/>
              <a:gd name="connsiteX14" fmla="*/ 0 w 1639888"/>
              <a:gd name="connsiteY14" fmla="*/ 3378566 h 3557588"/>
              <a:gd name="connsiteX15" fmla="*/ 0 w 1639888"/>
              <a:gd name="connsiteY15" fmla="*/ 182831 h 3557588"/>
              <a:gd name="connsiteX16" fmla="*/ 182633 w 1639888"/>
              <a:gd name="connsiteY16" fmla="*/ 0 h 355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39888" h="3557588">
                <a:moveTo>
                  <a:pt x="182633" y="0"/>
                </a:moveTo>
                <a:cubicBezTo>
                  <a:pt x="182633" y="0"/>
                  <a:pt x="182633" y="0"/>
                  <a:pt x="331022" y="0"/>
                </a:cubicBezTo>
                <a:cubicBezTo>
                  <a:pt x="350046" y="0"/>
                  <a:pt x="365265" y="15236"/>
                  <a:pt x="365265" y="34281"/>
                </a:cubicBezTo>
                <a:cubicBezTo>
                  <a:pt x="365265" y="34281"/>
                  <a:pt x="365265" y="34281"/>
                  <a:pt x="365265" y="38090"/>
                </a:cubicBezTo>
                <a:cubicBezTo>
                  <a:pt x="365265" y="87607"/>
                  <a:pt x="407119" y="133314"/>
                  <a:pt x="460386" y="133314"/>
                </a:cubicBezTo>
                <a:cubicBezTo>
                  <a:pt x="460386" y="133314"/>
                  <a:pt x="460386" y="133314"/>
                  <a:pt x="1183307" y="133314"/>
                </a:cubicBezTo>
                <a:cubicBezTo>
                  <a:pt x="1236575" y="133314"/>
                  <a:pt x="1278428" y="87607"/>
                  <a:pt x="1278428" y="38090"/>
                </a:cubicBezTo>
                <a:cubicBezTo>
                  <a:pt x="1278428" y="38090"/>
                  <a:pt x="1278428" y="38090"/>
                  <a:pt x="1278428" y="34281"/>
                </a:cubicBezTo>
                <a:cubicBezTo>
                  <a:pt x="1278428" y="15236"/>
                  <a:pt x="1293647" y="0"/>
                  <a:pt x="1308867" y="0"/>
                </a:cubicBezTo>
                <a:cubicBezTo>
                  <a:pt x="1308867" y="0"/>
                  <a:pt x="1308867" y="0"/>
                  <a:pt x="1461060" y="0"/>
                </a:cubicBezTo>
                <a:cubicBezTo>
                  <a:pt x="1559986" y="0"/>
                  <a:pt x="1639888" y="79989"/>
                  <a:pt x="1639888" y="182831"/>
                </a:cubicBezTo>
                <a:cubicBezTo>
                  <a:pt x="1639888" y="182831"/>
                  <a:pt x="1639888" y="182831"/>
                  <a:pt x="1639888" y="3378566"/>
                </a:cubicBezTo>
                <a:cubicBezTo>
                  <a:pt x="1639888" y="3477600"/>
                  <a:pt x="1559986" y="3557588"/>
                  <a:pt x="1461060" y="3557588"/>
                </a:cubicBezTo>
                <a:cubicBezTo>
                  <a:pt x="1461060" y="3557588"/>
                  <a:pt x="1461060" y="3557588"/>
                  <a:pt x="182633" y="3557588"/>
                </a:cubicBezTo>
                <a:cubicBezTo>
                  <a:pt x="83707" y="3557588"/>
                  <a:pt x="0" y="3477600"/>
                  <a:pt x="0" y="3378566"/>
                </a:cubicBezTo>
                <a:cubicBezTo>
                  <a:pt x="0" y="3378566"/>
                  <a:pt x="0" y="3378566"/>
                  <a:pt x="0" y="182831"/>
                </a:cubicBezTo>
                <a:cubicBezTo>
                  <a:pt x="0" y="79989"/>
                  <a:pt x="83707" y="0"/>
                  <a:pt x="182633" y="0"/>
                </a:cubicBezTo>
                <a:close/>
              </a:path>
            </a:pathLst>
          </a:custGeom>
        </p:spPr>
        <p:txBody>
          <a:bodyPr rtlCol="0">
            <a:noAutofit/>
          </a:bodyPr>
          <a:lstStyle/>
          <a:p>
            <a:pPr lvl="0"/>
            <a:endParaRPr lang="ru-RU" noProof="0"/>
          </a:p>
        </p:txBody>
      </p:sp>
    </p:spTree>
    <p:extLst>
      <p:ext uri="{BB962C8B-B14F-4D97-AF65-F5344CB8AC3E}">
        <p14:creationId xmlns:p14="http://schemas.microsoft.com/office/powerpoint/2010/main" val="2333106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6037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330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ortada">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0751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03_options">
    <p:spTree>
      <p:nvGrpSpPr>
        <p:cNvPr id="1" name=""/>
        <p:cNvGrpSpPr/>
        <p:nvPr/>
      </p:nvGrpSpPr>
      <p:grpSpPr>
        <a:xfrm>
          <a:off x="0" y="0"/>
          <a:ext cx="0" cy="0"/>
          <a:chOff x="0" y="0"/>
          <a:chExt cx="0" cy="0"/>
        </a:xfrm>
      </p:grpSpPr>
      <p:sp>
        <p:nvSpPr>
          <p:cNvPr id="10" name="Text Placeholder 33"/>
          <p:cNvSpPr>
            <a:spLocks noGrp="1"/>
          </p:cNvSpPr>
          <p:nvPr>
            <p:ph type="body" sz="quarter" idx="15" hasCustomPrompt="1"/>
          </p:nvPr>
        </p:nvSpPr>
        <p:spPr>
          <a:xfrm>
            <a:off x="775333" y="5418134"/>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16" name="Text Placeholder 36"/>
          <p:cNvSpPr>
            <a:spLocks noGrp="1"/>
          </p:cNvSpPr>
          <p:nvPr>
            <p:ph type="body" sz="quarter" idx="16" hasCustomPrompt="1"/>
          </p:nvPr>
        </p:nvSpPr>
        <p:spPr>
          <a:xfrm>
            <a:off x="775332" y="5035548"/>
            <a:ext cx="1691679"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1</a:t>
            </a:r>
          </a:p>
        </p:txBody>
      </p:sp>
      <p:sp>
        <p:nvSpPr>
          <p:cNvPr id="17" name="Text Placeholder 33"/>
          <p:cNvSpPr>
            <a:spLocks noGrp="1"/>
          </p:cNvSpPr>
          <p:nvPr>
            <p:ph type="body" sz="quarter" idx="19" hasCustomPrompt="1"/>
          </p:nvPr>
        </p:nvSpPr>
        <p:spPr>
          <a:xfrm>
            <a:off x="775334" y="3433362"/>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18" name="Text Placeholder 36"/>
          <p:cNvSpPr>
            <a:spLocks noGrp="1"/>
          </p:cNvSpPr>
          <p:nvPr>
            <p:ph type="body" sz="quarter" idx="20" hasCustomPrompt="1"/>
          </p:nvPr>
        </p:nvSpPr>
        <p:spPr>
          <a:xfrm>
            <a:off x="775333" y="3050776"/>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2</a:t>
            </a:r>
          </a:p>
        </p:txBody>
      </p:sp>
      <p:sp>
        <p:nvSpPr>
          <p:cNvPr id="19" name="Text Placeholder 33"/>
          <p:cNvSpPr>
            <a:spLocks noGrp="1"/>
          </p:cNvSpPr>
          <p:nvPr>
            <p:ph type="body" sz="quarter" idx="21" hasCustomPrompt="1"/>
          </p:nvPr>
        </p:nvSpPr>
        <p:spPr>
          <a:xfrm>
            <a:off x="775333" y="1405336"/>
            <a:ext cx="1640208" cy="858842"/>
          </a:xfrm>
          <a:prstGeom prst="rect">
            <a:avLst/>
          </a:prstGeom>
        </p:spPr>
        <p:txBody>
          <a:bodyPr>
            <a:noAutofit/>
          </a:bodyPr>
          <a:lstStyle>
            <a:lvl1pPr marL="0" indent="0">
              <a:buNone/>
              <a:defRPr sz="1100">
                <a:solidFill>
                  <a:schemeClr val="tx1"/>
                </a:solidFill>
              </a:defRPr>
            </a:lvl1pPr>
          </a:lstStyle>
          <a:p>
            <a:pPr lvl="0"/>
            <a:r>
              <a:rPr lang="en-US" dirty="0"/>
              <a:t>Lorem ipsum dolor sit amet, consectetur adipiscing elit, sed do eiusmod tempor</a:t>
            </a:r>
          </a:p>
        </p:txBody>
      </p:sp>
      <p:sp>
        <p:nvSpPr>
          <p:cNvPr id="21" name="Text Placeholder 36"/>
          <p:cNvSpPr>
            <a:spLocks noGrp="1"/>
          </p:cNvSpPr>
          <p:nvPr>
            <p:ph type="body" sz="quarter" idx="22" hasCustomPrompt="1"/>
          </p:nvPr>
        </p:nvSpPr>
        <p:spPr>
          <a:xfrm>
            <a:off x="775332" y="1022750"/>
            <a:ext cx="1764035" cy="541338"/>
          </a:xfrm>
          <a:prstGeom prst="rect">
            <a:avLst/>
          </a:prstGeom>
        </p:spPr>
        <p:txBody>
          <a:bodyPr>
            <a:noAutofit/>
          </a:bodyPr>
          <a:lstStyle>
            <a:lvl1pPr marL="0" indent="0" algn="l">
              <a:buNone/>
              <a:defRPr kumimoji="0" lang="en-US" sz="18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3</a:t>
            </a:r>
          </a:p>
        </p:txBody>
      </p:sp>
      <p:sp>
        <p:nvSpPr>
          <p:cNvPr id="24" name="Text Placeholder 36"/>
          <p:cNvSpPr>
            <a:spLocks noGrp="1"/>
          </p:cNvSpPr>
          <p:nvPr>
            <p:ph type="body" sz="quarter" idx="23" hasCustomPrompt="1"/>
          </p:nvPr>
        </p:nvSpPr>
        <p:spPr>
          <a:xfrm>
            <a:off x="9429749" y="3112687"/>
            <a:ext cx="188944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5</a:t>
            </a:r>
          </a:p>
        </p:txBody>
      </p:sp>
      <p:sp>
        <p:nvSpPr>
          <p:cNvPr id="25" name="Text Placeholder 33"/>
          <p:cNvSpPr>
            <a:spLocks noGrp="1"/>
          </p:cNvSpPr>
          <p:nvPr>
            <p:ph type="body" sz="quarter" idx="24" hasCustomPrompt="1"/>
          </p:nvPr>
        </p:nvSpPr>
        <p:spPr>
          <a:xfrm>
            <a:off x="9753599" y="3495273"/>
            <a:ext cx="15655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a:t>
            </a:r>
          </a:p>
        </p:txBody>
      </p:sp>
      <p:sp>
        <p:nvSpPr>
          <p:cNvPr id="26" name="Text Placeholder 36"/>
          <p:cNvSpPr>
            <a:spLocks noGrp="1"/>
          </p:cNvSpPr>
          <p:nvPr>
            <p:ph type="body" sz="quarter" idx="25" hasCustomPrompt="1"/>
          </p:nvPr>
        </p:nvSpPr>
        <p:spPr>
          <a:xfrm>
            <a:off x="9429748" y="1022750"/>
            <a:ext cx="188944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a:t>
            </a:r>
            <a:r>
              <a:rPr lang="ru-RU" dirty="0"/>
              <a:t>4</a:t>
            </a:r>
          </a:p>
        </p:txBody>
      </p:sp>
      <p:sp>
        <p:nvSpPr>
          <p:cNvPr id="27" name="Text Placeholder 33"/>
          <p:cNvSpPr>
            <a:spLocks noGrp="1"/>
          </p:cNvSpPr>
          <p:nvPr>
            <p:ph type="body" sz="quarter" idx="26" hasCustomPrompt="1"/>
          </p:nvPr>
        </p:nvSpPr>
        <p:spPr>
          <a:xfrm>
            <a:off x="9753598" y="1405336"/>
            <a:ext cx="15655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a:t>
            </a:r>
          </a:p>
        </p:txBody>
      </p:sp>
      <p:sp>
        <p:nvSpPr>
          <p:cNvPr id="28" name="Text Placeholder 36"/>
          <p:cNvSpPr>
            <a:spLocks noGrp="1"/>
          </p:cNvSpPr>
          <p:nvPr>
            <p:ph type="body" sz="quarter" idx="27" hasCustomPrompt="1"/>
          </p:nvPr>
        </p:nvSpPr>
        <p:spPr>
          <a:xfrm>
            <a:off x="9429748" y="5087938"/>
            <a:ext cx="1889441" cy="541338"/>
          </a:xfrm>
          <a:prstGeom prst="rect">
            <a:avLst/>
          </a:prstGeom>
        </p:spPr>
        <p:txBody>
          <a:bodyPr>
            <a:noAutofit/>
          </a:bodyPr>
          <a:lstStyle>
            <a:lvl1pPr marL="0" indent="0" algn="r">
              <a:buNone/>
              <a:defRPr kumimoji="0" lang="en-US" sz="18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06</a:t>
            </a:r>
            <a:endParaRPr lang="ru-RU" dirty="0"/>
          </a:p>
        </p:txBody>
      </p:sp>
      <p:sp>
        <p:nvSpPr>
          <p:cNvPr id="29" name="Text Placeholder 33"/>
          <p:cNvSpPr>
            <a:spLocks noGrp="1"/>
          </p:cNvSpPr>
          <p:nvPr>
            <p:ph type="body" sz="quarter" idx="28" hasCustomPrompt="1"/>
          </p:nvPr>
        </p:nvSpPr>
        <p:spPr>
          <a:xfrm>
            <a:off x="9753598" y="5470524"/>
            <a:ext cx="1565591" cy="793752"/>
          </a:xfrm>
          <a:prstGeom prst="rect">
            <a:avLst/>
          </a:prstGeom>
        </p:spPr>
        <p:txBody>
          <a:bodyPr>
            <a:noAutofit/>
          </a:bodyPr>
          <a:lstStyle>
            <a:lvl1pPr marL="0" indent="0" algn="r">
              <a:buNone/>
              <a:defRPr sz="1100">
                <a:solidFill>
                  <a:schemeClr val="tx1"/>
                </a:solidFill>
              </a:defRPr>
            </a:lvl1pPr>
          </a:lstStyle>
          <a:p>
            <a:pPr lvl="0"/>
            <a:r>
              <a:rPr lang="en-US" dirty="0"/>
              <a:t>Lorem ipsum dolor sit amet, consectetur adipiscing elit, sed do eiusmod</a:t>
            </a:r>
          </a:p>
        </p:txBody>
      </p:sp>
    </p:spTree>
    <p:extLst>
      <p:ext uri="{BB962C8B-B14F-4D97-AF65-F5344CB8AC3E}">
        <p14:creationId xmlns:p14="http://schemas.microsoft.com/office/powerpoint/2010/main" val="4224520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20394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782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D7AB8-1902-4BDB-85A7-1AC36F666EC0}"/>
              </a:ext>
            </a:extLst>
          </p:cNvPr>
          <p:cNvSpPr>
            <a:spLocks noGrp="1"/>
          </p:cNvSpPr>
          <p:nvPr>
            <p:ph type="title"/>
          </p:nvPr>
        </p:nvSpPr>
        <p:spPr>
          <a:xfrm>
            <a:off x="838202" y="136526"/>
            <a:ext cx="10515600" cy="76782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3254F62-D565-44EB-A1C9-F20AAF2CEFA1}"/>
              </a:ext>
            </a:extLst>
          </p:cNvPr>
          <p:cNvSpPr>
            <a:spLocks noGrp="1"/>
          </p:cNvSpPr>
          <p:nvPr>
            <p:ph type="body" idx="1"/>
          </p:nvPr>
        </p:nvSpPr>
        <p:spPr>
          <a:xfrm>
            <a:off x="838202" y="1085222"/>
            <a:ext cx="10515600" cy="50918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58887B9-4418-4219-A59A-48F21437A5B2}"/>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ACEE5C-337C-40CA-959B-6F3EBBDE2995}" type="datetime1">
              <a:rPr lang="en-US" smtClean="0"/>
              <a:t>6/14/2026</a:t>
            </a:fld>
            <a:endParaRPr lang="en-US"/>
          </a:p>
        </p:txBody>
      </p:sp>
      <p:sp>
        <p:nvSpPr>
          <p:cNvPr id="5" name="Footer Placeholder 4">
            <a:extLst>
              <a:ext uri="{FF2B5EF4-FFF2-40B4-BE49-F238E27FC236}">
                <a16:creationId xmlns:a16="http://schemas.microsoft.com/office/drawing/2014/main" id="{C620A504-A4AC-4BF3-BC9C-D3022DE24809}"/>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Designed by PoweredTemplate</a:t>
            </a:r>
          </a:p>
        </p:txBody>
      </p:sp>
      <p:sp>
        <p:nvSpPr>
          <p:cNvPr id="6" name="Slide Number Placeholder 5">
            <a:extLst>
              <a:ext uri="{FF2B5EF4-FFF2-40B4-BE49-F238E27FC236}">
                <a16:creationId xmlns:a16="http://schemas.microsoft.com/office/drawing/2014/main" id="{54211677-D9C3-432D-B3A6-896F827F57AD}"/>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294920-2F4F-4D88-AD0A-053AE5A679D0}" type="slidenum">
              <a:rPr lang="en-US" smtClean="0"/>
              <a:t>‹N°›</a:t>
            </a:fld>
            <a:endParaRPr lang="en-US"/>
          </a:p>
        </p:txBody>
      </p:sp>
    </p:spTree>
    <p:extLst>
      <p:ext uri="{BB962C8B-B14F-4D97-AF65-F5344CB8AC3E}">
        <p14:creationId xmlns:p14="http://schemas.microsoft.com/office/powerpoint/2010/main" val="809823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7" r:id="rId4"/>
    <p:sldLayoutId id="2147483666" r:id="rId5"/>
    <p:sldLayoutId id="2147483661" r:id="rId6"/>
    <p:sldLayoutId id="2147483662" r:id="rId7"/>
    <p:sldLayoutId id="2147483664" r:id="rId8"/>
    <p:sldLayoutId id="2147483663" r:id="rId9"/>
    <p:sldLayoutId id="2147483665" r:id="rId10"/>
    <p:sldLayoutId id="2147483668" r:id="rId11"/>
    <p:sldLayoutId id="2147483670" r:id="rId12"/>
    <p:sldLayoutId id="2147483671" r:id="rId13"/>
    <p:sldLayoutId id="2147483672" r:id="rId14"/>
    <p:sldLayoutId id="2147483674" r:id="rId15"/>
    <p:sldLayoutId id="2147483675" r:id="rId16"/>
    <p:sldLayoutId id="2147483676" r:id="rId17"/>
    <p:sldLayoutId id="2147483677" r:id="rId18"/>
  </p:sldLayoutIdLst>
  <p:hf sldNum="0" hdr="0" dt="0"/>
  <p:txStyles>
    <p:titleStyle>
      <a:lvl1pPr algn="ctr" defTabSz="914411" rtl="0" eaLnBrk="1" latinLnBrk="0" hangingPunct="1">
        <a:lnSpc>
          <a:spcPct val="90000"/>
        </a:lnSpc>
        <a:spcBef>
          <a:spcPct val="0"/>
        </a:spcBef>
        <a:buNone/>
        <a:defRPr sz="4400" kern="1200">
          <a:solidFill>
            <a:schemeClr val="bg1">
              <a:lumMod val="50000"/>
            </a:schemeClr>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bg1">
              <a:lumMod val="50000"/>
            </a:schemeClr>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bg1">
              <a:lumMod val="50000"/>
            </a:schemeClr>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bg1">
              <a:lumMod val="50000"/>
            </a:schemeClr>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image" Target="../media/image13.jpg"/><Relationship Id="rId7" Type="http://schemas.openxmlformats.org/officeDocument/2006/relationships/image" Target="../media/image17.png"/><Relationship Id="rId12"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diagramColors" Target="../diagrams/colors4.xml"/><Relationship Id="rId5" Type="http://schemas.openxmlformats.org/officeDocument/2006/relationships/image" Target="../media/image15.png"/><Relationship Id="rId10" Type="http://schemas.openxmlformats.org/officeDocument/2006/relationships/diagramQuickStyle" Target="../diagrams/quickStyle4.xml"/><Relationship Id="rId4" Type="http://schemas.openxmlformats.org/officeDocument/2006/relationships/image" Target="../media/image14.png"/><Relationship Id="rId9"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Colors" Target="../diagrams/colors8.xml"/><Relationship Id="rId11" Type="http://schemas.openxmlformats.org/officeDocument/2006/relationships/image" Target="../media/image21.png"/><Relationship Id="rId5" Type="http://schemas.openxmlformats.org/officeDocument/2006/relationships/diagramQuickStyle" Target="../diagrams/quickStyle8.xml"/><Relationship Id="rId10" Type="http://schemas.openxmlformats.org/officeDocument/2006/relationships/image" Target="../media/image20.png"/><Relationship Id="rId4" Type="http://schemas.openxmlformats.org/officeDocument/2006/relationships/diagramLayout" Target="../diagrams/layout8.xml"/><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9.xml"/><Relationship Id="rId11" Type="http://schemas.openxmlformats.org/officeDocument/2006/relationships/image" Target="../media/image25.PNG"/><Relationship Id="rId5" Type="http://schemas.openxmlformats.org/officeDocument/2006/relationships/diagramQuickStyle" Target="../diagrams/quickStyle9.xml"/><Relationship Id="rId10" Type="http://schemas.openxmlformats.org/officeDocument/2006/relationships/image" Target="../media/image24.png"/><Relationship Id="rId4" Type="http://schemas.openxmlformats.org/officeDocument/2006/relationships/diagramLayout" Target="../diagrams/layout9.xml"/><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image" Target="../media/image27.jpg"/></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 Id="rId9" Type="http://schemas.openxmlformats.org/officeDocument/2006/relationships/image" Target="../media/image28.jpg"/></Relationships>
</file>

<file path=ppt/slides/_rels/slide17.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svg"/><Relationship Id="rId18" Type="http://schemas.openxmlformats.org/officeDocument/2006/relationships/diagramColors" Target="../diagrams/colors14.xm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8.png"/><Relationship Id="rId17" Type="http://schemas.openxmlformats.org/officeDocument/2006/relationships/diagramQuickStyle" Target="../diagrams/quickStyle14.xml"/><Relationship Id="rId2" Type="http://schemas.openxmlformats.org/officeDocument/2006/relationships/notesSlide" Target="../notesSlides/notesSlide15.xml"/><Relationship Id="rId16" Type="http://schemas.openxmlformats.org/officeDocument/2006/relationships/diagramLayout" Target="../diagrams/layout14.xml"/><Relationship Id="rId1" Type="http://schemas.openxmlformats.org/officeDocument/2006/relationships/slideLayout" Target="../slideLayouts/slideLayout18.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svg"/><Relationship Id="rId15" Type="http://schemas.openxmlformats.org/officeDocument/2006/relationships/diagramData" Target="../diagrams/data14.xml"/><Relationship Id="rId10" Type="http://schemas.openxmlformats.org/officeDocument/2006/relationships/image" Target="../media/image36.png"/><Relationship Id="rId19" Type="http://schemas.microsoft.com/office/2007/relationships/diagramDrawing" Target="../diagrams/drawing14.xml"/><Relationship Id="rId4" Type="http://schemas.openxmlformats.org/officeDocument/2006/relationships/image" Target="../media/image30.svg"/><Relationship Id="rId9" Type="http://schemas.openxmlformats.org/officeDocument/2006/relationships/image" Target="../media/image35.png"/><Relationship Id="rId14"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38.png"/><Relationship Id="rId18" Type="http://schemas.openxmlformats.org/officeDocument/2006/relationships/diagramQuickStyle" Target="../diagrams/quickStyle15.xml"/><Relationship Id="rId3" Type="http://schemas.openxmlformats.org/officeDocument/2006/relationships/image" Target="../media/image30.svg"/><Relationship Id="rId7" Type="http://schemas.openxmlformats.org/officeDocument/2006/relationships/image" Target="../media/image33.svg"/><Relationship Id="rId12" Type="http://schemas.openxmlformats.org/officeDocument/2006/relationships/image" Target="../media/image36.png"/><Relationship Id="rId17" Type="http://schemas.openxmlformats.org/officeDocument/2006/relationships/diagramLayout" Target="../diagrams/layout15.xml"/><Relationship Id="rId2" Type="http://schemas.openxmlformats.org/officeDocument/2006/relationships/notesSlide" Target="../notesSlides/notesSlide16.xml"/><Relationship Id="rId16" Type="http://schemas.openxmlformats.org/officeDocument/2006/relationships/diagramData" Target="../diagrams/data15.xml"/><Relationship Id="rId20" Type="http://schemas.microsoft.com/office/2007/relationships/diagramDrawing" Target="../diagrams/drawing15.xml"/><Relationship Id="rId1" Type="http://schemas.openxmlformats.org/officeDocument/2006/relationships/slideLayout" Target="../slideLayouts/slideLayout18.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41.sv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diagramColors" Target="../diagrams/colors15.xml"/><Relationship Id="rId4" Type="http://schemas.openxmlformats.org/officeDocument/2006/relationships/image" Target="../media/image31.svg"/><Relationship Id="rId9" Type="http://schemas.openxmlformats.org/officeDocument/2006/relationships/image" Target="../media/image34.svg"/><Relationship Id="rId14" Type="http://schemas.openxmlformats.org/officeDocument/2006/relationships/image" Target="../media/image39.svg"/></Relationships>
</file>

<file path=ppt/slides/_rels/slide19.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38.png"/><Relationship Id="rId18" Type="http://schemas.openxmlformats.org/officeDocument/2006/relationships/diagramQuickStyle" Target="../diagrams/quickStyle16.xml"/><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6.png"/><Relationship Id="rId17" Type="http://schemas.openxmlformats.org/officeDocument/2006/relationships/diagramLayout" Target="../diagrams/layout16.xml"/><Relationship Id="rId2" Type="http://schemas.openxmlformats.org/officeDocument/2006/relationships/notesSlide" Target="../notesSlides/notesSlide17.xml"/><Relationship Id="rId16" Type="http://schemas.openxmlformats.org/officeDocument/2006/relationships/diagramData" Target="../diagrams/data16.xml"/><Relationship Id="rId20" Type="http://schemas.microsoft.com/office/2007/relationships/diagramDrawing" Target="../diagrams/drawing16.xml"/><Relationship Id="rId1" Type="http://schemas.openxmlformats.org/officeDocument/2006/relationships/slideLayout" Target="../slideLayouts/slideLayout18.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41.svg"/><Relationship Id="rId15" Type="http://schemas.openxmlformats.org/officeDocument/2006/relationships/image" Target="../media/image43.png"/><Relationship Id="rId10" Type="http://schemas.openxmlformats.org/officeDocument/2006/relationships/image" Target="../media/image35.png"/><Relationship Id="rId19" Type="http://schemas.openxmlformats.org/officeDocument/2006/relationships/diagramColors" Target="../diagrams/colors16.xml"/><Relationship Id="rId4" Type="http://schemas.openxmlformats.org/officeDocument/2006/relationships/image" Target="../media/image30.svg"/><Relationship Id="rId9" Type="http://schemas.openxmlformats.org/officeDocument/2006/relationships/image" Target="../media/image34.svg"/><Relationship Id="rId14" Type="http://schemas.openxmlformats.org/officeDocument/2006/relationships/image" Target="../media/image39.svg"/></Relationships>
</file>

<file path=ppt/slides/_rels/slide20.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37.png"/><Relationship Id="rId18" Type="http://schemas.openxmlformats.org/officeDocument/2006/relationships/diagramData" Target="../diagrams/data17.xml"/><Relationship Id="rId3" Type="http://schemas.openxmlformats.org/officeDocument/2006/relationships/image" Target="../media/image44.svg"/><Relationship Id="rId21" Type="http://schemas.openxmlformats.org/officeDocument/2006/relationships/diagramColors" Target="../diagrams/colors17.xml"/><Relationship Id="rId7" Type="http://schemas.openxmlformats.org/officeDocument/2006/relationships/image" Target="../media/image33.svg"/><Relationship Id="rId12" Type="http://schemas.openxmlformats.org/officeDocument/2006/relationships/image" Target="../media/image35.png"/><Relationship Id="rId17" Type="http://schemas.openxmlformats.org/officeDocument/2006/relationships/image" Target="../media/image47.png"/><Relationship Id="rId2" Type="http://schemas.openxmlformats.org/officeDocument/2006/relationships/notesSlide" Target="../notesSlides/notesSlide18.xml"/><Relationship Id="rId16" Type="http://schemas.openxmlformats.org/officeDocument/2006/relationships/image" Target="../media/image40.png"/><Relationship Id="rId20" Type="http://schemas.openxmlformats.org/officeDocument/2006/relationships/diagramQuickStyle" Target="../diagrams/quickStyle17.xml"/><Relationship Id="rId1" Type="http://schemas.openxmlformats.org/officeDocument/2006/relationships/slideLayout" Target="../slideLayouts/slideLayout18.xml"/><Relationship Id="rId6" Type="http://schemas.openxmlformats.org/officeDocument/2006/relationships/image" Target="../media/image32.svg"/><Relationship Id="rId11" Type="http://schemas.openxmlformats.org/officeDocument/2006/relationships/image" Target="../media/image46.png"/><Relationship Id="rId5" Type="http://schemas.openxmlformats.org/officeDocument/2006/relationships/image" Target="../media/image30.svg"/><Relationship Id="rId15" Type="http://schemas.openxmlformats.org/officeDocument/2006/relationships/image" Target="../media/image39.svg"/><Relationship Id="rId10" Type="http://schemas.openxmlformats.org/officeDocument/2006/relationships/image" Target="../media/image45.png"/><Relationship Id="rId19" Type="http://schemas.openxmlformats.org/officeDocument/2006/relationships/diagramLayout" Target="../diagrams/layout17.xml"/><Relationship Id="rId4" Type="http://schemas.openxmlformats.org/officeDocument/2006/relationships/image" Target="../media/image29.svg"/><Relationship Id="rId9" Type="http://schemas.openxmlformats.org/officeDocument/2006/relationships/image" Target="../media/image34.svg"/><Relationship Id="rId14" Type="http://schemas.openxmlformats.org/officeDocument/2006/relationships/image" Target="../media/image36.png"/><Relationship Id="rId22" Type="http://schemas.microsoft.com/office/2007/relationships/diagramDrawing" Target="../diagrams/drawing17.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 Id="rId9"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diagramColors" Target="../diagrams/colors19.xml"/><Relationship Id="rId3" Type="http://schemas.openxmlformats.org/officeDocument/2006/relationships/image" Target="../media/image50.png"/><Relationship Id="rId7" Type="http://schemas.openxmlformats.org/officeDocument/2006/relationships/diagramQuickStyle" Target="../diagrams/quickStyle19.xml"/><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diagramLayout" Target="../diagrams/layout19.xml"/><Relationship Id="rId5" Type="http://schemas.openxmlformats.org/officeDocument/2006/relationships/diagramData" Target="../diagrams/data19.xml"/><Relationship Id="rId4" Type="http://schemas.openxmlformats.org/officeDocument/2006/relationships/image" Target="../media/image49.png"/><Relationship Id="rId9" Type="http://schemas.microsoft.com/office/2007/relationships/diagramDrawing" Target="../diagrams/drawing19.xml"/></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20.xml"/><Relationship Id="rId3" Type="http://schemas.openxmlformats.org/officeDocument/2006/relationships/image" Target="../media/image50.png"/><Relationship Id="rId7" Type="http://schemas.openxmlformats.org/officeDocument/2006/relationships/diagramQuickStyle" Target="../diagrams/quickStyle20.xml"/><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diagramLayout" Target="../diagrams/layout20.xml"/><Relationship Id="rId5" Type="http://schemas.openxmlformats.org/officeDocument/2006/relationships/diagramData" Target="../diagrams/data20.xml"/><Relationship Id="rId10" Type="http://schemas.openxmlformats.org/officeDocument/2006/relationships/image" Target="../media/image49.png"/><Relationship Id="rId4" Type="http://schemas.openxmlformats.org/officeDocument/2006/relationships/image" Target="../media/image51.png"/><Relationship Id="rId9" Type="http://schemas.microsoft.com/office/2007/relationships/diagramDrawing" Target="../diagrams/drawing20.xml"/></Relationships>
</file>

<file path=ppt/slides/_rels/slide25.xml.rels><?xml version="1.0" encoding="UTF-8" standalone="yes"?>
<Relationships xmlns="http://schemas.openxmlformats.org/package/2006/relationships"><Relationship Id="rId8" Type="http://schemas.openxmlformats.org/officeDocument/2006/relationships/diagramQuickStyle" Target="../diagrams/quickStyle21.xml"/><Relationship Id="rId3" Type="http://schemas.openxmlformats.org/officeDocument/2006/relationships/image" Target="../media/image50.png"/><Relationship Id="rId7" Type="http://schemas.openxmlformats.org/officeDocument/2006/relationships/diagramLayout" Target="../diagrams/layout21.xml"/><Relationship Id="rId2" Type="http://schemas.openxmlformats.org/officeDocument/2006/relationships/notesSlide" Target="../notesSlides/notesSlide23.xml"/><Relationship Id="rId1" Type="http://schemas.openxmlformats.org/officeDocument/2006/relationships/slideLayout" Target="../slideLayouts/slideLayout14.xml"/><Relationship Id="rId6" Type="http://schemas.openxmlformats.org/officeDocument/2006/relationships/diagramData" Target="../diagrams/data21.xml"/><Relationship Id="rId11" Type="http://schemas.openxmlformats.org/officeDocument/2006/relationships/image" Target="../media/image49.png"/><Relationship Id="rId5" Type="http://schemas.openxmlformats.org/officeDocument/2006/relationships/image" Target="../media/image52.png"/><Relationship Id="rId10" Type="http://schemas.microsoft.com/office/2007/relationships/diagramDrawing" Target="../diagrams/drawing21.xml"/><Relationship Id="rId4" Type="http://schemas.openxmlformats.org/officeDocument/2006/relationships/image" Target="../media/image51.png"/><Relationship Id="rId9" Type="http://schemas.openxmlformats.org/officeDocument/2006/relationships/diagramColors" Target="../diagrams/colors21.xml"/></Relationships>
</file>

<file path=ppt/slides/_rels/slide26.xml.rels><?xml version="1.0" encoding="UTF-8" standalone="yes"?>
<Relationships xmlns="http://schemas.openxmlformats.org/package/2006/relationships"><Relationship Id="rId8" Type="http://schemas.openxmlformats.org/officeDocument/2006/relationships/diagramQuickStyle" Target="../diagrams/quickStyle22.xml"/><Relationship Id="rId3" Type="http://schemas.openxmlformats.org/officeDocument/2006/relationships/image" Target="../media/image50.png"/><Relationship Id="rId7" Type="http://schemas.openxmlformats.org/officeDocument/2006/relationships/diagramLayout" Target="../diagrams/layout22.xml"/><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diagramData" Target="../diagrams/data22.xml"/><Relationship Id="rId11" Type="http://schemas.openxmlformats.org/officeDocument/2006/relationships/image" Target="../media/image49.png"/><Relationship Id="rId5" Type="http://schemas.openxmlformats.org/officeDocument/2006/relationships/image" Target="../media/image52.png"/><Relationship Id="rId10" Type="http://schemas.microsoft.com/office/2007/relationships/diagramDrawing" Target="../diagrams/drawing22.xml"/><Relationship Id="rId4" Type="http://schemas.openxmlformats.org/officeDocument/2006/relationships/image" Target="../media/image51.png"/><Relationship Id="rId9" Type="http://schemas.openxmlformats.org/officeDocument/2006/relationships/diagramColors" Target="../diagrams/colors22.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14.xml"/><Relationship Id="rId5" Type="http://schemas.openxmlformats.org/officeDocument/2006/relationships/image" Target="../media/image5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30.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3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34.xml.rels><?xml version="1.0" encoding="UTF-8" standalone="yes"?>
<Relationships xmlns="http://schemas.openxmlformats.org/package/2006/relationships"><Relationship Id="rId8" Type="http://schemas.openxmlformats.org/officeDocument/2006/relationships/diagramColors" Target="../diagrams/colors28.xml"/><Relationship Id="rId3" Type="http://schemas.openxmlformats.org/officeDocument/2006/relationships/image" Target="../media/image54.png"/><Relationship Id="rId7" Type="http://schemas.openxmlformats.org/officeDocument/2006/relationships/diagramQuickStyle" Target="../diagrams/quickStyle28.xml"/><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diagramLayout" Target="../diagrams/layout28.xml"/><Relationship Id="rId5" Type="http://schemas.openxmlformats.org/officeDocument/2006/relationships/diagramData" Target="../diagrams/data28.xml"/><Relationship Id="rId4" Type="http://schemas.openxmlformats.org/officeDocument/2006/relationships/image" Target="../media/image55.png"/><Relationship Id="rId9" Type="http://schemas.microsoft.com/office/2007/relationships/diagramDrawing" Target="../diagrams/drawing28.xml"/></Relationships>
</file>

<file path=ppt/slides/_rels/slide3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33.xml"/><Relationship Id="rId1" Type="http://schemas.openxmlformats.org/officeDocument/2006/relationships/slideLayout" Target="../slideLayouts/slideLayout14.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 Id="rId9" Type="http://schemas.openxmlformats.org/officeDocument/2006/relationships/image" Target="../media/image57.png"/></Relationships>
</file>

<file path=ppt/slides/_rels/slide3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34.xml"/><Relationship Id="rId1" Type="http://schemas.openxmlformats.org/officeDocument/2006/relationships/slideLayout" Target="../slideLayouts/slideLayout14.xml"/><Relationship Id="rId6" Type="http://schemas.openxmlformats.org/officeDocument/2006/relationships/diagramColors" Target="../diagrams/colors30.xml"/><Relationship Id="rId5" Type="http://schemas.openxmlformats.org/officeDocument/2006/relationships/diagramQuickStyle" Target="../diagrams/quickStyle30.xml"/><Relationship Id="rId10" Type="http://schemas.openxmlformats.org/officeDocument/2006/relationships/image" Target="../media/image57.png"/><Relationship Id="rId4" Type="http://schemas.openxmlformats.org/officeDocument/2006/relationships/diagramLayout" Target="../diagrams/layout30.xml"/><Relationship Id="rId9" Type="http://schemas.openxmlformats.org/officeDocument/2006/relationships/image" Target="../media/image58.png"/></Relationships>
</file>

<file path=ppt/slides/_rels/slide3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35.xml"/><Relationship Id="rId1" Type="http://schemas.openxmlformats.org/officeDocument/2006/relationships/slideLayout" Target="../slideLayouts/slideLayout14.xml"/><Relationship Id="rId6" Type="http://schemas.openxmlformats.org/officeDocument/2006/relationships/diagramColors" Target="../diagrams/colors31.xml"/><Relationship Id="rId5" Type="http://schemas.openxmlformats.org/officeDocument/2006/relationships/diagramQuickStyle" Target="../diagrams/quickStyle31.xml"/><Relationship Id="rId10" Type="http://schemas.openxmlformats.org/officeDocument/2006/relationships/image" Target="../media/image58.png"/><Relationship Id="rId4" Type="http://schemas.openxmlformats.org/officeDocument/2006/relationships/diagramLayout" Target="../diagrams/layout31.xml"/><Relationship Id="rId9"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Ellipse 11">
            <a:extLst>
              <a:ext uri="{FF2B5EF4-FFF2-40B4-BE49-F238E27FC236}">
                <a16:creationId xmlns:a16="http://schemas.microsoft.com/office/drawing/2014/main" id="{DE9DEB94-84B4-87CD-6BA7-82E83F799096}"/>
              </a:ext>
            </a:extLst>
          </p:cNvPr>
          <p:cNvSpPr/>
          <p:nvPr/>
        </p:nvSpPr>
        <p:spPr>
          <a:xfrm>
            <a:off x="10291357" y="5164449"/>
            <a:ext cx="394809" cy="43698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33" name="Ellipse 10">
            <a:extLst>
              <a:ext uri="{FF2B5EF4-FFF2-40B4-BE49-F238E27FC236}">
                <a16:creationId xmlns:a16="http://schemas.microsoft.com/office/drawing/2014/main" id="{8DCCA32B-837B-667E-3398-D4E54B64DB9D}"/>
              </a:ext>
            </a:extLst>
          </p:cNvPr>
          <p:cNvSpPr/>
          <p:nvPr/>
        </p:nvSpPr>
        <p:spPr>
          <a:xfrm>
            <a:off x="9762589" y="5637127"/>
            <a:ext cx="478971" cy="46474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34" name="Ellipse 7">
            <a:extLst>
              <a:ext uri="{FF2B5EF4-FFF2-40B4-BE49-F238E27FC236}">
                <a16:creationId xmlns:a16="http://schemas.microsoft.com/office/drawing/2014/main" id="{9D00C103-70FA-B060-958B-49AB06C793F1}"/>
              </a:ext>
            </a:extLst>
          </p:cNvPr>
          <p:cNvSpPr/>
          <p:nvPr/>
        </p:nvSpPr>
        <p:spPr>
          <a:xfrm>
            <a:off x="10582539" y="5670435"/>
            <a:ext cx="478971" cy="46474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35" name="Rectangle 34">
            <a:extLst>
              <a:ext uri="{FF2B5EF4-FFF2-40B4-BE49-F238E27FC236}">
                <a16:creationId xmlns:a16="http://schemas.microsoft.com/office/drawing/2014/main" id="{154F1809-69EC-5D05-725D-BCEBADEEC250}"/>
              </a:ext>
            </a:extLst>
          </p:cNvPr>
          <p:cNvSpPr/>
          <p:nvPr/>
        </p:nvSpPr>
        <p:spPr>
          <a:xfrm>
            <a:off x="1397135" y="2803765"/>
            <a:ext cx="9397730" cy="1299337"/>
          </a:xfrm>
          <a:prstGeom prst="rect">
            <a:avLst/>
          </a:prstGeom>
          <a:noFill/>
          <a:ln w="28575" cap="flat" cmpd="sng" algn="ctr">
            <a:solidFill>
              <a:schemeClr val="accent1">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36" name="ZoneTexte 16">
            <a:extLst>
              <a:ext uri="{FF2B5EF4-FFF2-40B4-BE49-F238E27FC236}">
                <a16:creationId xmlns:a16="http://schemas.microsoft.com/office/drawing/2014/main" id="{F1EB53A9-6F30-45C7-9A38-7B41941C0898}"/>
              </a:ext>
            </a:extLst>
          </p:cNvPr>
          <p:cNvSpPr txBox="1"/>
          <p:nvPr/>
        </p:nvSpPr>
        <p:spPr>
          <a:xfrm>
            <a:off x="8101381" y="5364101"/>
            <a:ext cx="4823174" cy="504625"/>
          </a:xfrm>
          <a:prstGeom prst="rect">
            <a:avLst/>
          </a:prstGeom>
          <a:noFill/>
        </p:spPr>
        <p:txBody>
          <a:bodyPr wrap="square" rtlCol="0">
            <a:spAutoFit/>
          </a:bodyPr>
          <a:lstStyle/>
          <a:p>
            <a:pPr algn="ctr">
              <a:lnSpc>
                <a:spcPct val="150000"/>
              </a:lnSpc>
            </a:pPr>
            <a:r>
              <a:rPr lang="fr-FR" sz="2000" dirty="0" err="1">
                <a:latin typeface="Times New Roman" panose="02020603050405020304" pitchFamily="18" charset="0"/>
                <a:cs typeface="Times New Roman" panose="02020603050405020304" pitchFamily="18" charset="0"/>
              </a:rPr>
              <a:t>Mme.</a:t>
            </a:r>
            <a:r>
              <a:rPr lang="fr-FR" sz="2000" dirty="0" err="1"/>
              <a:t>Manel</a:t>
            </a:r>
            <a:r>
              <a:rPr lang="fr-FR" sz="2000" dirty="0"/>
              <a:t> Ben Salah</a:t>
            </a:r>
            <a:endParaRPr lang="fr-FR" sz="2000" dirty="0">
              <a:latin typeface="Times New Roman" panose="02020603050405020304" pitchFamily="18" charset="0"/>
              <a:cs typeface="Times New Roman" panose="02020603050405020304" pitchFamily="18" charset="0"/>
            </a:endParaRPr>
          </a:p>
        </p:txBody>
      </p:sp>
      <p:sp>
        <p:nvSpPr>
          <p:cNvPr id="37" name="ZoneTexte 6">
            <a:extLst>
              <a:ext uri="{FF2B5EF4-FFF2-40B4-BE49-F238E27FC236}">
                <a16:creationId xmlns:a16="http://schemas.microsoft.com/office/drawing/2014/main" id="{9DC36327-D6FF-4B12-BB2A-3F3D1B3C6898}"/>
              </a:ext>
            </a:extLst>
          </p:cNvPr>
          <p:cNvSpPr txBox="1"/>
          <p:nvPr/>
        </p:nvSpPr>
        <p:spPr>
          <a:xfrm>
            <a:off x="2710128" y="167036"/>
            <a:ext cx="6735437" cy="705258"/>
          </a:xfrm>
          <a:prstGeom prst="rect">
            <a:avLst/>
          </a:prstGeom>
          <a:noFill/>
        </p:spPr>
        <p:txBody>
          <a:bodyPr wrap="square">
            <a:spAutoFit/>
          </a:bodyPr>
          <a:lstStyle/>
          <a:p>
            <a:pPr algn="ctr">
              <a:lnSpc>
                <a:spcPct val="150000"/>
              </a:lnSpc>
            </a:pPr>
            <a:r>
              <a:rPr lang="fr-FR" sz="1400" b="1" dirty="0">
                <a:latin typeface="Times New Roman" panose="02020603050405020304" pitchFamily="18" charset="0"/>
                <a:cs typeface="Times New Roman" panose="02020603050405020304" pitchFamily="18" charset="0"/>
              </a:rPr>
              <a:t>République Tunisienne </a:t>
            </a:r>
          </a:p>
          <a:p>
            <a:pPr algn="ctr">
              <a:lnSpc>
                <a:spcPct val="150000"/>
              </a:lnSpc>
            </a:pPr>
            <a:r>
              <a:rPr lang="fr-FR" sz="1400" b="1" dirty="0">
                <a:latin typeface="Times New Roman" panose="02020603050405020304" pitchFamily="18" charset="0"/>
                <a:cs typeface="Times New Roman" panose="02020603050405020304" pitchFamily="18" charset="0"/>
              </a:rPr>
              <a:t>Ministère de l’Enseignement Supérieur et de la Recherche Scientifique</a:t>
            </a:r>
          </a:p>
        </p:txBody>
      </p:sp>
      <p:sp>
        <p:nvSpPr>
          <p:cNvPr id="38" name="ZoneTexte 1"/>
          <p:cNvSpPr txBox="1"/>
          <p:nvPr/>
        </p:nvSpPr>
        <p:spPr>
          <a:xfrm>
            <a:off x="1378981" y="2791104"/>
            <a:ext cx="9397730" cy="1384995"/>
          </a:xfrm>
          <a:prstGeom prst="rect">
            <a:avLst/>
          </a:prstGeom>
          <a:noFill/>
        </p:spPr>
        <p:txBody>
          <a:bodyPr wrap="square" rtlCol="0">
            <a:spAutoFit/>
          </a:bodyPr>
          <a:lstStyle/>
          <a:p>
            <a:pPr algn="ctr"/>
            <a:r>
              <a:rPr lang="fr-FR" sz="2800" b="1" dirty="0">
                <a:solidFill>
                  <a:srgbClr val="65A229"/>
                </a:solidFill>
                <a:latin typeface="Times New Roman" panose="02020603050405020304" pitchFamily="18" charset="0"/>
              </a:rPr>
              <a:t>Conception et mise en ouvrer d'une solution d'automatisation des tests pour la plateforme </a:t>
            </a:r>
            <a:r>
              <a:rPr lang="fr-FR" sz="2800" b="1" dirty="0" err="1">
                <a:solidFill>
                  <a:srgbClr val="65A229"/>
                </a:solidFill>
                <a:latin typeface="Times New Roman" panose="02020603050405020304" pitchFamily="18" charset="0"/>
              </a:rPr>
              <a:t>BirdNotes</a:t>
            </a:r>
            <a:r>
              <a:rPr lang="fr-FR" sz="2800" b="1" dirty="0">
                <a:solidFill>
                  <a:srgbClr val="65A229"/>
                </a:solidFill>
                <a:latin typeface="Times New Roman" panose="02020603050405020304" pitchFamily="18" charset="0"/>
              </a:rPr>
              <a:t> Pharma CRM</a:t>
            </a:r>
          </a:p>
        </p:txBody>
      </p:sp>
      <p:sp>
        <p:nvSpPr>
          <p:cNvPr id="39" name="ZoneTexte 16">
            <a:extLst>
              <a:ext uri="{FF2B5EF4-FFF2-40B4-BE49-F238E27FC236}">
                <a16:creationId xmlns:a16="http://schemas.microsoft.com/office/drawing/2014/main" id="{F1EB53A9-6F30-45C7-9A38-7B41941C0898}"/>
              </a:ext>
            </a:extLst>
          </p:cNvPr>
          <p:cNvSpPr txBox="1"/>
          <p:nvPr/>
        </p:nvSpPr>
        <p:spPr>
          <a:xfrm>
            <a:off x="-1463799" y="5388411"/>
            <a:ext cx="5518046" cy="506292"/>
          </a:xfrm>
          <a:prstGeom prst="rect">
            <a:avLst/>
          </a:prstGeom>
          <a:noFill/>
        </p:spPr>
        <p:txBody>
          <a:bodyPr wrap="square" rtlCol="0">
            <a:spAutoFit/>
          </a:bodyPr>
          <a:lstStyle/>
          <a:p>
            <a:pPr algn="ctr">
              <a:lnSpc>
                <a:spcPct val="150000"/>
              </a:lnSpc>
            </a:pPr>
            <a:r>
              <a:rPr lang="en-US" sz="2000" dirty="0">
                <a:latin typeface="Times New Roman" panose="02020603050405020304" pitchFamily="18" charset="0"/>
                <a:cs typeface="Times New Roman" panose="02020603050405020304" pitchFamily="18" charset="0"/>
              </a:rPr>
              <a:t>Emna Abid</a:t>
            </a:r>
          </a:p>
        </p:txBody>
      </p:sp>
      <p:grpSp>
        <p:nvGrpSpPr>
          <p:cNvPr id="40" name="Groupe 27">
            <a:extLst>
              <a:ext uri="{FF2B5EF4-FFF2-40B4-BE49-F238E27FC236}">
                <a16:creationId xmlns:a16="http://schemas.microsoft.com/office/drawing/2014/main" id="{2FFE2D12-415F-2E6C-EEDA-EA94F4BCCB6C}"/>
              </a:ext>
            </a:extLst>
          </p:cNvPr>
          <p:cNvGrpSpPr/>
          <p:nvPr/>
        </p:nvGrpSpPr>
        <p:grpSpPr>
          <a:xfrm>
            <a:off x="346586" y="5344596"/>
            <a:ext cx="2271168" cy="45720"/>
            <a:chOff x="560247" y="5585424"/>
            <a:chExt cx="2271168" cy="45720"/>
          </a:xfrm>
        </p:grpSpPr>
        <p:sp>
          <p:nvSpPr>
            <p:cNvPr id="41" name="Rectangle 40">
              <a:extLst>
                <a:ext uri="{FF2B5EF4-FFF2-40B4-BE49-F238E27FC236}">
                  <a16:creationId xmlns:a16="http://schemas.microsoft.com/office/drawing/2014/main" id="{AF7A0466-ACDC-A16C-880C-16B8607A141C}"/>
                </a:ext>
              </a:extLst>
            </p:cNvPr>
            <p:cNvSpPr/>
            <p:nvPr/>
          </p:nvSpPr>
          <p:spPr>
            <a:xfrm flipV="1">
              <a:off x="560247" y="5585425"/>
              <a:ext cx="772568" cy="4571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16ADB3B6-F44A-C910-EAAF-5CF57BA1D2C8}"/>
                </a:ext>
              </a:extLst>
            </p:cNvPr>
            <p:cNvSpPr/>
            <p:nvPr/>
          </p:nvSpPr>
          <p:spPr>
            <a:xfrm flipV="1">
              <a:off x="1292432" y="5585425"/>
              <a:ext cx="772568" cy="45719"/>
            </a:xfrm>
            <a:prstGeom prst="rect">
              <a:avLst/>
            </a:prstGeom>
            <a:solidFill>
              <a:schemeClr val="accent1">
                <a:lumMod val="50000"/>
              </a:schemeClr>
            </a:solidFill>
            <a:ln>
              <a:solidFill>
                <a:schemeClr val="accent1">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350" b="1" dirty="0">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BCD301D6-9EF9-56AF-0DB5-2FDF0ECBE83E}"/>
                </a:ext>
              </a:extLst>
            </p:cNvPr>
            <p:cNvSpPr/>
            <p:nvPr/>
          </p:nvSpPr>
          <p:spPr>
            <a:xfrm flipV="1">
              <a:off x="2058847" y="5585424"/>
              <a:ext cx="772568" cy="4571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Times New Roman" panose="02020603050405020304" pitchFamily="18" charset="0"/>
                <a:cs typeface="Times New Roman" panose="02020603050405020304" pitchFamily="18" charset="0"/>
              </a:endParaRPr>
            </a:p>
          </p:txBody>
        </p:sp>
      </p:grpSp>
      <p:sp>
        <p:nvSpPr>
          <p:cNvPr id="44" name="ZoneTexte 18">
            <a:extLst>
              <a:ext uri="{FF2B5EF4-FFF2-40B4-BE49-F238E27FC236}">
                <a16:creationId xmlns:a16="http://schemas.microsoft.com/office/drawing/2014/main" id="{3CC12F09-2D0C-F01E-627F-6B1D6183F012}"/>
              </a:ext>
            </a:extLst>
          </p:cNvPr>
          <p:cNvSpPr txBox="1"/>
          <p:nvPr/>
        </p:nvSpPr>
        <p:spPr>
          <a:xfrm>
            <a:off x="-1837292" y="4762253"/>
            <a:ext cx="6638924" cy="506292"/>
          </a:xfrm>
          <a:prstGeom prst="rect">
            <a:avLst/>
          </a:prstGeom>
          <a:noFill/>
        </p:spPr>
        <p:txBody>
          <a:bodyPr wrap="square">
            <a:spAutoFit/>
          </a:bodyPr>
          <a:lstStyle/>
          <a:p>
            <a:pPr algn="ctr">
              <a:lnSpc>
                <a:spcPct val="150000"/>
              </a:lnSpc>
            </a:pPr>
            <a:r>
              <a:rPr lang="fr-FR" sz="2000" b="1" dirty="0">
                <a:latin typeface="Times New Roman" panose="02020603050405020304" pitchFamily="18" charset="0"/>
                <a:cs typeface="Times New Roman" panose="02020603050405020304" pitchFamily="18" charset="0"/>
              </a:rPr>
              <a:t>Présenté</a:t>
            </a:r>
            <a:r>
              <a:rPr lang="en-US" sz="2000" b="1" dirty="0">
                <a:latin typeface="Times New Roman" panose="02020603050405020304" pitchFamily="18" charset="0"/>
                <a:cs typeface="Times New Roman" panose="02020603050405020304" pitchFamily="18" charset="0"/>
              </a:rPr>
              <a:t> par </a:t>
            </a:r>
          </a:p>
        </p:txBody>
      </p:sp>
      <p:sp>
        <p:nvSpPr>
          <p:cNvPr id="45" name="ZoneTexte 21">
            <a:extLst>
              <a:ext uri="{FF2B5EF4-FFF2-40B4-BE49-F238E27FC236}">
                <a16:creationId xmlns:a16="http://schemas.microsoft.com/office/drawing/2014/main" id="{834E8423-F566-275E-85AE-BC6803C6FAF6}"/>
              </a:ext>
            </a:extLst>
          </p:cNvPr>
          <p:cNvSpPr txBox="1"/>
          <p:nvPr/>
        </p:nvSpPr>
        <p:spPr>
          <a:xfrm>
            <a:off x="9188614" y="4681439"/>
            <a:ext cx="2648709" cy="506292"/>
          </a:xfrm>
          <a:prstGeom prst="rect">
            <a:avLst/>
          </a:prstGeom>
          <a:noFill/>
        </p:spPr>
        <p:txBody>
          <a:bodyPr wrap="square">
            <a:spAutoFit/>
          </a:bodyPr>
          <a:lstStyle>
            <a:defPPr>
              <a:defRPr lang="fr-FR"/>
            </a:defPPr>
            <a:lvl1pPr algn="ctr">
              <a:lnSpc>
                <a:spcPct val="150000"/>
              </a:lnSpc>
              <a:defRPr sz="2000" b="1">
                <a:solidFill>
                  <a:srgbClr val="297EC1"/>
                </a:solidFill>
                <a:cs typeface="Arial" panose="020B0604020202020204" pitchFamily="34" charset="0"/>
              </a:defRPr>
            </a:lvl1pPr>
          </a:lstStyle>
          <a:p>
            <a:r>
              <a:rPr lang="fr-FR" dirty="0">
                <a:solidFill>
                  <a:schemeClr val="tx1"/>
                </a:solidFill>
                <a:latin typeface="Times New Roman" panose="02020603050405020304" pitchFamily="18" charset="0"/>
                <a:cs typeface="Times New Roman" panose="02020603050405020304" pitchFamily="18" charset="0"/>
              </a:rPr>
              <a:t>Encadré</a:t>
            </a:r>
            <a:r>
              <a:rPr lang="en-US" dirty="0">
                <a:solidFill>
                  <a:schemeClr val="tx1"/>
                </a:solidFill>
                <a:latin typeface="Times New Roman" panose="02020603050405020304" pitchFamily="18" charset="0"/>
                <a:cs typeface="Times New Roman" panose="02020603050405020304" pitchFamily="18" charset="0"/>
              </a:rPr>
              <a:t> par  </a:t>
            </a:r>
          </a:p>
        </p:txBody>
      </p:sp>
      <p:sp>
        <p:nvSpPr>
          <p:cNvPr id="51" name="ZoneTexte 33">
            <a:extLst>
              <a:ext uri="{FF2B5EF4-FFF2-40B4-BE49-F238E27FC236}">
                <a16:creationId xmlns:a16="http://schemas.microsoft.com/office/drawing/2014/main" id="{1FF9084E-22E2-F244-36AC-CEA34ACE5CC7}"/>
              </a:ext>
            </a:extLst>
          </p:cNvPr>
          <p:cNvSpPr txBox="1"/>
          <p:nvPr/>
        </p:nvSpPr>
        <p:spPr>
          <a:xfrm>
            <a:off x="-282776" y="1780955"/>
            <a:ext cx="12845320" cy="579967"/>
          </a:xfrm>
          <a:prstGeom prst="rect">
            <a:avLst/>
          </a:prstGeom>
          <a:noFill/>
        </p:spPr>
        <p:txBody>
          <a:bodyPr wrap="square">
            <a:spAutoFit/>
          </a:bodyPr>
          <a:lstStyle/>
          <a:p>
            <a:pPr algn="ctr">
              <a:lnSpc>
                <a:spcPct val="150000"/>
              </a:lnSpc>
            </a:pPr>
            <a:r>
              <a:rPr lang="fr-FR" sz="2400" b="1" i="0" u="none" strike="noStrike" baseline="0" dirty="0">
                <a:latin typeface="Times New Roman" panose="02020603050405020304" pitchFamily="18" charset="0"/>
                <a:cs typeface="Times New Roman" panose="02020603050405020304" pitchFamily="18" charset="0"/>
              </a:rPr>
              <a:t>Génie Logiciel et Nouvelles Technologies</a:t>
            </a:r>
          </a:p>
        </p:txBody>
      </p:sp>
      <p:sp>
        <p:nvSpPr>
          <p:cNvPr id="52" name="ZoneTexte 35">
            <a:extLst>
              <a:ext uri="{FF2B5EF4-FFF2-40B4-BE49-F238E27FC236}">
                <a16:creationId xmlns:a16="http://schemas.microsoft.com/office/drawing/2014/main" id="{379A54CD-3DE1-34C6-6477-D0B62D0BCBD9}"/>
              </a:ext>
            </a:extLst>
          </p:cNvPr>
          <p:cNvSpPr txBox="1"/>
          <p:nvPr/>
        </p:nvSpPr>
        <p:spPr>
          <a:xfrm>
            <a:off x="2024052" y="1259085"/>
            <a:ext cx="8965359" cy="523220"/>
          </a:xfrm>
          <a:prstGeom prst="rect">
            <a:avLst/>
          </a:prstGeom>
          <a:noFill/>
        </p:spPr>
        <p:txBody>
          <a:bodyPr wrap="square">
            <a:spAutoFit/>
          </a:bodyPr>
          <a:lstStyle/>
          <a:p>
            <a:pPr marL="270510" marR="940435" algn="ctr">
              <a:spcAft>
                <a:spcPts val="0"/>
              </a:spcAft>
            </a:pPr>
            <a:r>
              <a:rPr lang="fr-FR" sz="2800" b="1" i="0" dirty="0">
                <a:effectLst/>
                <a:latin typeface="Times New Roman" panose="02020603050405020304" pitchFamily="18" charset="0"/>
                <a:ea typeface="Times New Roman" panose="02020603050405020304" pitchFamily="18" charset="0"/>
              </a:rPr>
              <a:t>MEMOIRE DE MASTERE PROFESSIONNEL</a:t>
            </a:r>
            <a:endParaRPr lang="fr-FR" sz="2800" b="1" i="1" dirty="0">
              <a:effectLst/>
              <a:latin typeface="Times New Roman" panose="02020603050405020304" pitchFamily="18" charset="0"/>
              <a:ea typeface="Times New Roman" panose="02020603050405020304" pitchFamily="18" charset="0"/>
            </a:endParaRPr>
          </a:p>
        </p:txBody>
      </p:sp>
      <p:sp>
        <p:nvSpPr>
          <p:cNvPr id="56" name="Ellipse 52">
            <a:extLst>
              <a:ext uri="{FF2B5EF4-FFF2-40B4-BE49-F238E27FC236}">
                <a16:creationId xmlns:a16="http://schemas.microsoft.com/office/drawing/2014/main" id="{C12DDFB0-42F5-D707-AEFE-1D9E47623D4A}"/>
              </a:ext>
            </a:extLst>
          </p:cNvPr>
          <p:cNvSpPr/>
          <p:nvPr/>
        </p:nvSpPr>
        <p:spPr>
          <a:xfrm>
            <a:off x="9826778" y="6201135"/>
            <a:ext cx="256672" cy="21250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7" name="Ellipse 53">
            <a:extLst>
              <a:ext uri="{FF2B5EF4-FFF2-40B4-BE49-F238E27FC236}">
                <a16:creationId xmlns:a16="http://schemas.microsoft.com/office/drawing/2014/main" id="{5617BC93-D5A0-A2C6-991A-B5952FF81477}"/>
              </a:ext>
            </a:extLst>
          </p:cNvPr>
          <p:cNvSpPr/>
          <p:nvPr/>
        </p:nvSpPr>
        <p:spPr>
          <a:xfrm>
            <a:off x="10732781" y="6163386"/>
            <a:ext cx="324000" cy="288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3" name="ZoneTexte 3">
            <a:extLst>
              <a:ext uri="{FF2B5EF4-FFF2-40B4-BE49-F238E27FC236}">
                <a16:creationId xmlns:a16="http://schemas.microsoft.com/office/drawing/2014/main" id="{0E23880A-E30E-1E65-DD48-D126C9E1B662}"/>
              </a:ext>
            </a:extLst>
          </p:cNvPr>
          <p:cNvSpPr txBox="1"/>
          <p:nvPr/>
        </p:nvSpPr>
        <p:spPr>
          <a:xfrm>
            <a:off x="4641284" y="4276309"/>
            <a:ext cx="232627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Soutenu le </a:t>
            </a:r>
            <a:r>
              <a:rPr lang="fr-FR" b="1" dirty="0">
                <a:latin typeface="Times New Roman" panose="02020603050405020304" pitchFamily="18" charset="0"/>
                <a:cs typeface="Times New Roman" panose="02020603050405020304" pitchFamily="18" charset="0"/>
              </a:rPr>
              <a:t>17/06/2026</a:t>
            </a:r>
            <a:endParaRPr lang="en-US" b="1" dirty="0">
              <a:latin typeface="Times New Roman" panose="02020603050405020304" pitchFamily="18" charset="0"/>
              <a:cs typeface="Times New Roman" panose="02020603050405020304" pitchFamily="18" charset="0"/>
            </a:endParaRPr>
          </a:p>
        </p:txBody>
      </p:sp>
      <p:pic>
        <p:nvPicPr>
          <p:cNvPr id="28" name="Image 27">
            <a:extLst>
              <a:ext uri="{FF2B5EF4-FFF2-40B4-BE49-F238E27FC236}">
                <a16:creationId xmlns:a16="http://schemas.microsoft.com/office/drawing/2014/main" id="{F9944195-3690-45E0-9741-4F65E4B73289}"/>
              </a:ext>
            </a:extLst>
          </p:cNvPr>
          <p:cNvPicPr>
            <a:picLocks noChangeAspect="1"/>
          </p:cNvPicPr>
          <p:nvPr/>
        </p:nvPicPr>
        <p:blipFill>
          <a:blip r:embed="rId3"/>
          <a:stretch>
            <a:fillRect/>
          </a:stretch>
        </p:blipFill>
        <p:spPr>
          <a:xfrm>
            <a:off x="10989411" y="91820"/>
            <a:ext cx="977056" cy="1106130"/>
          </a:xfrm>
          <a:prstGeom prst="rect">
            <a:avLst/>
          </a:prstGeom>
        </p:spPr>
      </p:pic>
      <p:grpSp>
        <p:nvGrpSpPr>
          <p:cNvPr id="31" name="Groupe 27">
            <a:extLst>
              <a:ext uri="{FF2B5EF4-FFF2-40B4-BE49-F238E27FC236}">
                <a16:creationId xmlns:a16="http://schemas.microsoft.com/office/drawing/2014/main" id="{EA284278-C91B-4ED3-8CF9-D3D836F2CF9E}"/>
              </a:ext>
            </a:extLst>
          </p:cNvPr>
          <p:cNvGrpSpPr/>
          <p:nvPr/>
        </p:nvGrpSpPr>
        <p:grpSpPr>
          <a:xfrm>
            <a:off x="9262759" y="5260344"/>
            <a:ext cx="2271168" cy="45720"/>
            <a:chOff x="560247" y="5585424"/>
            <a:chExt cx="2271168" cy="45720"/>
          </a:xfrm>
        </p:grpSpPr>
        <p:sp>
          <p:nvSpPr>
            <p:cNvPr id="46" name="Rectangle 45">
              <a:extLst>
                <a:ext uri="{FF2B5EF4-FFF2-40B4-BE49-F238E27FC236}">
                  <a16:creationId xmlns:a16="http://schemas.microsoft.com/office/drawing/2014/main" id="{377C7A49-73C0-42C4-8FA8-C6149C7CB997}"/>
                </a:ext>
              </a:extLst>
            </p:cNvPr>
            <p:cNvSpPr/>
            <p:nvPr/>
          </p:nvSpPr>
          <p:spPr>
            <a:xfrm flipV="1">
              <a:off x="560247" y="5585425"/>
              <a:ext cx="772568" cy="4571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21A1F884-C331-4EEF-B681-52BFACDA9B42}"/>
                </a:ext>
              </a:extLst>
            </p:cNvPr>
            <p:cNvSpPr/>
            <p:nvPr/>
          </p:nvSpPr>
          <p:spPr>
            <a:xfrm flipV="1">
              <a:off x="1292432" y="5585425"/>
              <a:ext cx="772568" cy="45719"/>
            </a:xfrm>
            <a:prstGeom prst="rect">
              <a:avLst/>
            </a:prstGeom>
            <a:solidFill>
              <a:schemeClr val="accent1">
                <a:lumMod val="50000"/>
              </a:schemeClr>
            </a:solidFill>
            <a:ln>
              <a:solidFill>
                <a:schemeClr val="accent1">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350" b="1" dirty="0">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4E6FFBF1-DDF2-4BA4-B640-175DAA5D6A95}"/>
                </a:ext>
              </a:extLst>
            </p:cNvPr>
            <p:cNvSpPr/>
            <p:nvPr/>
          </p:nvSpPr>
          <p:spPr>
            <a:xfrm flipV="1">
              <a:off x="2058847" y="5585424"/>
              <a:ext cx="772568" cy="4571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Times New Roman" panose="02020603050405020304" pitchFamily="18" charset="0"/>
                <a:cs typeface="Times New Roman" panose="02020603050405020304" pitchFamily="18" charset="0"/>
              </a:endParaRPr>
            </a:p>
          </p:txBody>
        </p:sp>
      </p:grpSp>
      <p:sp>
        <p:nvSpPr>
          <p:cNvPr id="29" name="ZoneTexte 18">
            <a:extLst>
              <a:ext uri="{FF2B5EF4-FFF2-40B4-BE49-F238E27FC236}">
                <a16:creationId xmlns:a16="http://schemas.microsoft.com/office/drawing/2014/main" id="{A0F87289-4BDE-4AE1-928E-537DE22CC5EB}"/>
              </a:ext>
            </a:extLst>
          </p:cNvPr>
          <p:cNvSpPr txBox="1"/>
          <p:nvPr/>
        </p:nvSpPr>
        <p:spPr>
          <a:xfrm>
            <a:off x="2512094" y="4754052"/>
            <a:ext cx="6638924" cy="506292"/>
          </a:xfrm>
          <a:prstGeom prst="rect">
            <a:avLst/>
          </a:prstGeom>
          <a:noFill/>
        </p:spPr>
        <p:txBody>
          <a:bodyPr wrap="square">
            <a:spAutoFit/>
          </a:bodyPr>
          <a:lstStyle/>
          <a:p>
            <a:pPr algn="ctr">
              <a:lnSpc>
                <a:spcPct val="150000"/>
              </a:lnSpc>
            </a:pPr>
            <a:r>
              <a:rPr lang="fr-FR" sz="2000" b="1" dirty="0">
                <a:latin typeface="Times New Roman" panose="02020603050405020304" pitchFamily="18" charset="0"/>
                <a:cs typeface="Times New Roman" panose="02020603050405020304" pitchFamily="18" charset="0"/>
              </a:rPr>
              <a:t>Devant le jury</a:t>
            </a:r>
            <a:endParaRPr lang="en-US" sz="2000" b="1" dirty="0">
              <a:latin typeface="Times New Roman" panose="02020603050405020304" pitchFamily="18" charset="0"/>
              <a:cs typeface="Times New Roman" panose="02020603050405020304" pitchFamily="18" charset="0"/>
            </a:endParaRPr>
          </a:p>
        </p:txBody>
      </p:sp>
      <p:grpSp>
        <p:nvGrpSpPr>
          <p:cNvPr id="30" name="Groupe 27">
            <a:extLst>
              <a:ext uri="{FF2B5EF4-FFF2-40B4-BE49-F238E27FC236}">
                <a16:creationId xmlns:a16="http://schemas.microsoft.com/office/drawing/2014/main" id="{DFD0589C-4E68-41B2-8749-21855D7914EA}"/>
              </a:ext>
            </a:extLst>
          </p:cNvPr>
          <p:cNvGrpSpPr/>
          <p:nvPr/>
        </p:nvGrpSpPr>
        <p:grpSpPr>
          <a:xfrm>
            <a:off x="4641284" y="5306063"/>
            <a:ext cx="2271168" cy="45720"/>
            <a:chOff x="560247" y="5585424"/>
            <a:chExt cx="2271168" cy="45720"/>
          </a:xfrm>
        </p:grpSpPr>
        <p:sp>
          <p:nvSpPr>
            <p:cNvPr id="47" name="Rectangle 46">
              <a:extLst>
                <a:ext uri="{FF2B5EF4-FFF2-40B4-BE49-F238E27FC236}">
                  <a16:creationId xmlns:a16="http://schemas.microsoft.com/office/drawing/2014/main" id="{3B9D1D70-398D-400A-9DE2-A9BFEB1F79D3}"/>
                </a:ext>
              </a:extLst>
            </p:cNvPr>
            <p:cNvSpPr/>
            <p:nvPr/>
          </p:nvSpPr>
          <p:spPr>
            <a:xfrm flipV="1">
              <a:off x="560247" y="5585425"/>
              <a:ext cx="772568" cy="4571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CE5ED49B-97B1-45FF-8742-380DE604ACC1}"/>
                </a:ext>
              </a:extLst>
            </p:cNvPr>
            <p:cNvSpPr/>
            <p:nvPr/>
          </p:nvSpPr>
          <p:spPr>
            <a:xfrm flipV="1">
              <a:off x="1292432" y="5585425"/>
              <a:ext cx="772568" cy="45719"/>
            </a:xfrm>
            <a:prstGeom prst="rect">
              <a:avLst/>
            </a:prstGeom>
            <a:solidFill>
              <a:schemeClr val="accent1">
                <a:lumMod val="50000"/>
              </a:schemeClr>
            </a:solidFill>
            <a:ln>
              <a:solidFill>
                <a:schemeClr val="accent1">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350" b="1"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4887B8E2-5328-4E45-A23E-C0E48B2F6325}"/>
                </a:ext>
              </a:extLst>
            </p:cNvPr>
            <p:cNvSpPr/>
            <p:nvPr/>
          </p:nvSpPr>
          <p:spPr>
            <a:xfrm flipV="1">
              <a:off x="2058847" y="5585424"/>
              <a:ext cx="772568" cy="45719"/>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Times New Roman" panose="02020603050405020304" pitchFamily="18" charset="0"/>
                <a:cs typeface="Times New Roman" panose="02020603050405020304" pitchFamily="18" charset="0"/>
              </a:endParaRPr>
            </a:p>
          </p:txBody>
        </p:sp>
      </p:grpSp>
      <p:sp>
        <p:nvSpPr>
          <p:cNvPr id="50" name="ZoneTexte 16">
            <a:extLst>
              <a:ext uri="{FF2B5EF4-FFF2-40B4-BE49-F238E27FC236}">
                <a16:creationId xmlns:a16="http://schemas.microsoft.com/office/drawing/2014/main" id="{B4BA4DFF-E04E-4C35-BBAB-738131B01A93}"/>
              </a:ext>
            </a:extLst>
          </p:cNvPr>
          <p:cNvSpPr txBox="1"/>
          <p:nvPr/>
        </p:nvSpPr>
        <p:spPr>
          <a:xfrm>
            <a:off x="2984676" y="5381705"/>
            <a:ext cx="5518046" cy="506292"/>
          </a:xfrm>
          <a:prstGeom prst="rect">
            <a:avLst/>
          </a:prstGeom>
          <a:noFill/>
        </p:spPr>
        <p:txBody>
          <a:bodyPr wrap="square" rtlCol="0">
            <a:spAutoFit/>
          </a:bodyPr>
          <a:lstStyle/>
          <a:p>
            <a:pPr algn="ctr">
              <a:lnSpc>
                <a:spcPct val="150000"/>
              </a:lnSpc>
            </a:pPr>
            <a:r>
              <a:rPr lang="en-US" sz="2000" dirty="0">
                <a:latin typeface="Times New Roman" panose="02020603050405020304" pitchFamily="18" charset="0"/>
                <a:cs typeface="Times New Roman" panose="02020603050405020304" pitchFamily="18" charset="0"/>
              </a:rPr>
              <a:t>M. Hassen </a:t>
            </a:r>
            <a:r>
              <a:rPr lang="en-US" sz="2000" dirty="0" err="1">
                <a:latin typeface="Times New Roman" panose="02020603050405020304" pitchFamily="18" charset="0"/>
                <a:cs typeface="Times New Roman" panose="02020603050405020304" pitchFamily="18" charset="0"/>
              </a:rPr>
              <a:t>Cheffi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Président</a:t>
            </a:r>
            <a:endParaRPr lang="en-US" sz="2000" dirty="0">
              <a:latin typeface="Times New Roman" panose="02020603050405020304" pitchFamily="18" charset="0"/>
              <a:cs typeface="Times New Roman" panose="02020603050405020304" pitchFamily="18" charset="0"/>
            </a:endParaRPr>
          </a:p>
        </p:txBody>
      </p:sp>
      <p:sp>
        <p:nvSpPr>
          <p:cNvPr id="55" name="ZoneTexte 16">
            <a:extLst>
              <a:ext uri="{FF2B5EF4-FFF2-40B4-BE49-F238E27FC236}">
                <a16:creationId xmlns:a16="http://schemas.microsoft.com/office/drawing/2014/main" id="{50617D6B-0218-4CA2-BC6F-26AE680976BA}"/>
              </a:ext>
            </a:extLst>
          </p:cNvPr>
          <p:cNvSpPr txBox="1"/>
          <p:nvPr/>
        </p:nvSpPr>
        <p:spPr>
          <a:xfrm>
            <a:off x="3024697" y="5919467"/>
            <a:ext cx="5518046" cy="506292"/>
          </a:xfrm>
          <a:prstGeom prst="rect">
            <a:avLst/>
          </a:prstGeom>
          <a:noFill/>
        </p:spPr>
        <p:txBody>
          <a:bodyPr wrap="square" rtlCol="0">
            <a:spAutoFit/>
          </a:bodyPr>
          <a:lstStyle/>
          <a:p>
            <a:pPr algn="ctr">
              <a:lnSpc>
                <a:spcPct val="150000"/>
              </a:lnSpc>
            </a:pPr>
            <a:r>
              <a:rPr lang="en-US" sz="2000" dirty="0" err="1">
                <a:latin typeface="Times New Roman" panose="02020603050405020304" pitchFamily="18" charset="0"/>
                <a:cs typeface="Times New Roman" panose="02020603050405020304" pitchFamily="18" charset="0"/>
              </a:rPr>
              <a:t>M.Sami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Hadhri</a:t>
            </a:r>
            <a:r>
              <a:rPr lang="en-US" sz="2000" dirty="0">
                <a:latin typeface="Times New Roman" panose="02020603050405020304" pitchFamily="18" charset="0"/>
                <a:cs typeface="Times New Roman" panose="02020603050405020304" pitchFamily="18" charset="0"/>
              </a:rPr>
              <a:t>   Rapporteur</a:t>
            </a:r>
          </a:p>
        </p:txBody>
      </p:sp>
      <p:pic>
        <p:nvPicPr>
          <p:cNvPr id="4" name="Image 3">
            <a:extLst>
              <a:ext uri="{FF2B5EF4-FFF2-40B4-BE49-F238E27FC236}">
                <a16:creationId xmlns:a16="http://schemas.microsoft.com/office/drawing/2014/main" id="{3D71A7D4-76EF-5416-5DA2-22E1D5742A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16" y="199882"/>
            <a:ext cx="3240052" cy="629021"/>
          </a:xfrm>
          <a:prstGeom prst="rect">
            <a:avLst/>
          </a:prstGeom>
        </p:spPr>
      </p:pic>
    </p:spTree>
    <p:extLst>
      <p:ext uri="{BB962C8B-B14F-4D97-AF65-F5344CB8AC3E}">
        <p14:creationId xmlns:p14="http://schemas.microsoft.com/office/powerpoint/2010/main" val="1269848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rc plein 21"/>
          <p:cNvSpPr/>
          <p:nvPr/>
        </p:nvSpPr>
        <p:spPr>
          <a:xfrm>
            <a:off x="-1827946" y="-354297"/>
            <a:ext cx="7291592" cy="7291592"/>
          </a:xfrm>
          <a:prstGeom prst="blockArc">
            <a:avLst>
              <a:gd name="adj1" fmla="val 18900000"/>
              <a:gd name="adj2" fmla="val 2700000"/>
              <a:gd name="adj3" fmla="val 296"/>
            </a:avLst>
          </a:prstGeom>
          <a:solidFill>
            <a:schemeClr val="tx1">
              <a:lumMod val="50000"/>
              <a:lumOff val="50000"/>
            </a:schemeClr>
          </a:solidFill>
          <a:ln>
            <a:no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TN">
              <a:latin typeface="Times New Roman" panose="02020603050405020304" pitchFamily="18" charset="0"/>
              <a:cs typeface="Times New Roman" panose="02020603050405020304" pitchFamily="18" charset="0"/>
            </a:endParaRPr>
          </a:p>
        </p:txBody>
      </p:sp>
      <p:graphicFrame>
        <p:nvGraphicFramePr>
          <p:cNvPr id="7" name="Chart 6"/>
          <p:cNvGraphicFramePr/>
          <p:nvPr>
            <p:extLst>
              <p:ext uri="{D42A27DB-BD31-4B8C-83A1-F6EECF244321}">
                <p14:modId xmlns:p14="http://schemas.microsoft.com/office/powerpoint/2010/main" val="541367723"/>
              </p:ext>
            </p:extLst>
          </p:nvPr>
        </p:nvGraphicFramePr>
        <p:xfrm>
          <a:off x="1388680" y="2182163"/>
          <a:ext cx="4608792" cy="3983560"/>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Groupe 45"/>
          <p:cNvGrpSpPr/>
          <p:nvPr/>
        </p:nvGrpSpPr>
        <p:grpSpPr>
          <a:xfrm>
            <a:off x="4398906" y="836669"/>
            <a:ext cx="6972100" cy="846717"/>
            <a:chOff x="4741562" y="836669"/>
            <a:chExt cx="6592204" cy="846717"/>
          </a:xfrm>
        </p:grpSpPr>
        <p:sp>
          <p:nvSpPr>
            <p:cNvPr id="30" name="Forme libre 29"/>
            <p:cNvSpPr/>
            <p:nvPr/>
          </p:nvSpPr>
          <p:spPr>
            <a:xfrm>
              <a:off x="5164921" y="921341"/>
              <a:ext cx="6168845" cy="677373"/>
            </a:xfrm>
            <a:custGeom>
              <a:avLst/>
              <a:gdLst>
                <a:gd name="connsiteX0" fmla="*/ 0 w 5421629"/>
                <a:gd name="connsiteY0" fmla="*/ 112898 h 677373"/>
                <a:gd name="connsiteX1" fmla="*/ 112898 w 5421629"/>
                <a:gd name="connsiteY1" fmla="*/ 0 h 677373"/>
                <a:gd name="connsiteX2" fmla="*/ 5308731 w 5421629"/>
                <a:gd name="connsiteY2" fmla="*/ 0 h 677373"/>
                <a:gd name="connsiteX3" fmla="*/ 5421629 w 5421629"/>
                <a:gd name="connsiteY3" fmla="*/ 112898 h 677373"/>
                <a:gd name="connsiteX4" fmla="*/ 5421629 w 5421629"/>
                <a:gd name="connsiteY4" fmla="*/ 564475 h 677373"/>
                <a:gd name="connsiteX5" fmla="*/ 5308731 w 5421629"/>
                <a:gd name="connsiteY5" fmla="*/ 677373 h 677373"/>
                <a:gd name="connsiteX6" fmla="*/ 112898 w 5421629"/>
                <a:gd name="connsiteY6" fmla="*/ 677373 h 677373"/>
                <a:gd name="connsiteX7" fmla="*/ 0 w 5421629"/>
                <a:gd name="connsiteY7" fmla="*/ 564475 h 677373"/>
                <a:gd name="connsiteX8" fmla="*/ 0 w 5421629"/>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21629" h="677373">
                  <a:moveTo>
                    <a:pt x="0" y="112898"/>
                  </a:moveTo>
                  <a:cubicBezTo>
                    <a:pt x="0" y="50546"/>
                    <a:pt x="50546" y="0"/>
                    <a:pt x="112898" y="0"/>
                  </a:cubicBezTo>
                  <a:lnTo>
                    <a:pt x="5308731" y="0"/>
                  </a:lnTo>
                  <a:cubicBezTo>
                    <a:pt x="5371083" y="0"/>
                    <a:pt x="5421629" y="50546"/>
                    <a:pt x="5421629" y="112898"/>
                  </a:cubicBezTo>
                  <a:lnTo>
                    <a:pt x="5421629" y="564475"/>
                  </a:lnTo>
                  <a:cubicBezTo>
                    <a:pt x="5421629" y="626827"/>
                    <a:pt x="5371083" y="677373"/>
                    <a:pt x="5308731" y="677373"/>
                  </a:cubicBezTo>
                  <a:lnTo>
                    <a:pt x="112898" y="677373"/>
                  </a:lnTo>
                  <a:cubicBezTo>
                    <a:pt x="50546" y="677373"/>
                    <a:pt x="0" y="626827"/>
                    <a:pt x="0" y="564475"/>
                  </a:cubicBezTo>
                  <a:lnTo>
                    <a:pt x="0" y="112898"/>
                  </a:lnTo>
                  <a:close/>
                </a:path>
              </a:pathLst>
            </a:custGeom>
            <a:solidFill>
              <a:srgbClr val="1A3D06"/>
            </a:solidFill>
            <a:ln w="38100">
              <a:solidFill>
                <a:schemeClr val="bg1"/>
              </a:solidFill>
            </a:ln>
            <a:effectLst>
              <a:outerShdw blurRad="50800" dist="38100" dir="2700000" algn="tl" rotWithShape="0">
                <a:prstClr val="black">
                  <a:alpha val="40000"/>
                </a:prstClr>
              </a:outerShdw>
            </a:effectLst>
          </p:spPr>
          <p:style>
            <a:lnRef idx="2">
              <a:scrgbClr r="0" g="0" b="0"/>
            </a:lnRef>
            <a:fillRef idx="1">
              <a:schemeClr val="accent1">
                <a:hueOff val="0"/>
                <a:satOff val="0"/>
                <a:lumOff val="0"/>
                <a:alphaOff val="0"/>
              </a:schemeClr>
            </a:fillRef>
            <a:effectRef idx="0">
              <a:scrgbClr r="0" g="0" b="0"/>
            </a:effectRef>
            <a:fontRef idx="minor">
              <a:schemeClr val="lt1"/>
            </a:fontRef>
          </p:style>
          <p:txBody>
            <a:bodyPr spcFirstLastPara="0" vert="horz" wrap="square" lIns="570732" tIns="104187" rIns="104187" bIns="104187" numCol="1" spcCol="1270" anchor="ctr" anchorCtr="0">
              <a:noAutofit/>
            </a:bodyPr>
            <a:lstStyle/>
            <a:p>
              <a:pPr defTabSz="1244600">
                <a:lnSpc>
                  <a:spcPct val="90000"/>
                </a:lnSpc>
                <a:spcBef>
                  <a:spcPct val="0"/>
                </a:spcBef>
                <a:spcAft>
                  <a:spcPct val="35000"/>
                </a:spcAft>
              </a:pPr>
              <a:r>
                <a:rPr lang="en-US" sz="2800" b="1" kern="1200" dirty="0">
                  <a:solidFill>
                    <a:schemeClr val="bg1"/>
                  </a:solidFill>
                  <a:latin typeface="Times New Roman" panose="02020603050405020304" pitchFamily="18" charset="0"/>
                  <a:cs typeface="Times New Roman" panose="02020603050405020304" pitchFamily="18" charset="0"/>
                </a:rPr>
                <a:t>1. </a:t>
              </a:r>
              <a:r>
                <a:rPr lang="fr-FR" sz="2800" b="1" dirty="0">
                  <a:solidFill>
                    <a:schemeClr val="bg1"/>
                  </a:solidFill>
                  <a:latin typeface="Times New Roman" panose="02020603050405020304" pitchFamily="18" charset="0"/>
                  <a:cs typeface="Times New Roman" panose="02020603050405020304" pitchFamily="18" charset="0"/>
                </a:rPr>
                <a:t>Introduction &amp; Contexte</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35" name="Ellipse 34"/>
            <p:cNvSpPr/>
            <p:nvPr/>
          </p:nvSpPr>
          <p:spPr>
            <a:xfrm>
              <a:off x="4741562" y="836669"/>
              <a:ext cx="846717" cy="846717"/>
            </a:xfrm>
            <a:prstGeom prst="ellipse">
              <a:avLst/>
            </a:prstGeom>
            <a:ln w="38100">
              <a:solidFill>
                <a:srgbClr val="1A3D06"/>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dirty="0">
                <a:latin typeface="Times New Roman" panose="02020603050405020304" pitchFamily="18" charset="0"/>
                <a:cs typeface="Times New Roman" panose="02020603050405020304" pitchFamily="18" charset="0"/>
              </a:endParaRPr>
            </a:p>
          </p:txBody>
        </p:sp>
        <p:grpSp>
          <p:nvGrpSpPr>
            <p:cNvPr id="10" name="Group 4"/>
            <p:cNvGrpSpPr>
              <a:grpSpLocks noChangeAspect="1"/>
            </p:cNvGrpSpPr>
            <p:nvPr/>
          </p:nvGrpSpPr>
          <p:grpSpPr bwMode="auto">
            <a:xfrm>
              <a:off x="4952026" y="1055113"/>
              <a:ext cx="441210" cy="438979"/>
              <a:chOff x="-278" y="129"/>
              <a:chExt cx="791" cy="787"/>
            </a:xfrm>
            <a:solidFill>
              <a:schemeClr val="accent1"/>
            </a:solidFill>
          </p:grpSpPr>
          <p:sp>
            <p:nvSpPr>
              <p:cNvPr id="13" name="Freeform 6"/>
              <p:cNvSpPr>
                <a:spLocks/>
              </p:cNvSpPr>
              <p:nvPr/>
            </p:nvSpPr>
            <p:spPr bwMode="auto">
              <a:xfrm>
                <a:off x="-278" y="135"/>
                <a:ext cx="397" cy="633"/>
              </a:xfrm>
              <a:custGeom>
                <a:avLst/>
                <a:gdLst>
                  <a:gd name="T0" fmla="*/ 1753 w 1983"/>
                  <a:gd name="T1" fmla="*/ 0 h 3164"/>
                  <a:gd name="T2" fmla="*/ 1833 w 1983"/>
                  <a:gd name="T3" fmla="*/ 13 h 3164"/>
                  <a:gd name="T4" fmla="*/ 1901 w 1983"/>
                  <a:gd name="T5" fmla="*/ 53 h 3164"/>
                  <a:gd name="T6" fmla="*/ 1951 w 1983"/>
                  <a:gd name="T7" fmla="*/ 113 h 3164"/>
                  <a:gd name="T8" fmla="*/ 1979 w 1983"/>
                  <a:gd name="T9" fmla="*/ 188 h 3164"/>
                  <a:gd name="T10" fmla="*/ 1983 w 1983"/>
                  <a:gd name="T11" fmla="*/ 1151 h 3164"/>
                  <a:gd name="T12" fmla="*/ 1810 w 1983"/>
                  <a:gd name="T13" fmla="*/ 229 h 3164"/>
                  <a:gd name="T14" fmla="*/ 1799 w 1983"/>
                  <a:gd name="T15" fmla="*/ 195 h 3164"/>
                  <a:gd name="T16" fmla="*/ 1771 w 1983"/>
                  <a:gd name="T17" fmla="*/ 175 h 3164"/>
                  <a:gd name="T18" fmla="*/ 230 w 1983"/>
                  <a:gd name="T19" fmla="*/ 171 h 3164"/>
                  <a:gd name="T20" fmla="*/ 196 w 1983"/>
                  <a:gd name="T21" fmla="*/ 182 h 3164"/>
                  <a:gd name="T22" fmla="*/ 175 w 1983"/>
                  <a:gd name="T23" fmla="*/ 211 h 3164"/>
                  <a:gd name="T24" fmla="*/ 173 w 1983"/>
                  <a:gd name="T25" fmla="*/ 1594 h 3164"/>
                  <a:gd name="T26" fmla="*/ 184 w 1983"/>
                  <a:gd name="T27" fmla="*/ 1628 h 3164"/>
                  <a:gd name="T28" fmla="*/ 212 w 1983"/>
                  <a:gd name="T29" fmla="*/ 1649 h 3164"/>
                  <a:gd name="T30" fmla="*/ 1753 w 1983"/>
                  <a:gd name="T31" fmla="*/ 1651 h 3164"/>
                  <a:gd name="T32" fmla="*/ 1787 w 1983"/>
                  <a:gd name="T33" fmla="*/ 1640 h 3164"/>
                  <a:gd name="T34" fmla="*/ 1808 w 1983"/>
                  <a:gd name="T35" fmla="*/ 1612 h 3164"/>
                  <a:gd name="T36" fmla="*/ 1810 w 1983"/>
                  <a:gd name="T37" fmla="*/ 1205 h 3164"/>
                  <a:gd name="T38" fmla="*/ 1955 w 1983"/>
                  <a:gd name="T39" fmla="*/ 1344 h 3164"/>
                  <a:gd name="T40" fmla="*/ 1968 w 1983"/>
                  <a:gd name="T41" fmla="*/ 1413 h 3164"/>
                  <a:gd name="T42" fmla="*/ 1983 w 1983"/>
                  <a:gd name="T43" fmla="*/ 1594 h 3164"/>
                  <a:gd name="T44" fmla="*/ 1968 w 1983"/>
                  <a:gd name="T45" fmla="*/ 1674 h 3164"/>
                  <a:gd name="T46" fmla="*/ 1929 w 1983"/>
                  <a:gd name="T47" fmla="*/ 1742 h 3164"/>
                  <a:gd name="T48" fmla="*/ 1869 w 1983"/>
                  <a:gd name="T49" fmla="*/ 1793 h 3164"/>
                  <a:gd name="T50" fmla="*/ 1794 w 1983"/>
                  <a:gd name="T51" fmla="*/ 1820 h 3164"/>
                  <a:gd name="T52" fmla="*/ 1068 w 1983"/>
                  <a:gd name="T53" fmla="*/ 1824 h 3164"/>
                  <a:gd name="T54" fmla="*/ 1583 w 1983"/>
                  <a:gd name="T55" fmla="*/ 3049 h 3164"/>
                  <a:gd name="T56" fmla="*/ 1580 w 1983"/>
                  <a:gd name="T57" fmla="*/ 3092 h 3164"/>
                  <a:gd name="T58" fmla="*/ 1561 w 1983"/>
                  <a:gd name="T59" fmla="*/ 3130 h 3164"/>
                  <a:gd name="T60" fmla="*/ 1525 w 1983"/>
                  <a:gd name="T61" fmla="*/ 3156 h 3164"/>
                  <a:gd name="T62" fmla="*/ 1481 w 1983"/>
                  <a:gd name="T63" fmla="*/ 3164 h 3164"/>
                  <a:gd name="T64" fmla="*/ 1440 w 1983"/>
                  <a:gd name="T65" fmla="*/ 3152 h 3164"/>
                  <a:gd name="T66" fmla="*/ 1407 w 1983"/>
                  <a:gd name="T67" fmla="*/ 3124 h 3164"/>
                  <a:gd name="T68" fmla="*/ 954 w 1983"/>
                  <a:gd name="T69" fmla="*/ 2060 h 3164"/>
                  <a:gd name="T70" fmla="*/ 501 w 1983"/>
                  <a:gd name="T71" fmla="*/ 3125 h 3164"/>
                  <a:gd name="T72" fmla="*/ 466 w 1983"/>
                  <a:gd name="T73" fmla="*/ 3153 h 3164"/>
                  <a:gd name="T74" fmla="*/ 422 w 1983"/>
                  <a:gd name="T75" fmla="*/ 3164 h 3164"/>
                  <a:gd name="T76" fmla="*/ 384 w 1983"/>
                  <a:gd name="T77" fmla="*/ 3156 h 3164"/>
                  <a:gd name="T78" fmla="*/ 348 w 1983"/>
                  <a:gd name="T79" fmla="*/ 3130 h 3164"/>
                  <a:gd name="T80" fmla="*/ 328 w 1983"/>
                  <a:gd name="T81" fmla="*/ 3092 h 3164"/>
                  <a:gd name="T82" fmla="*/ 325 w 1983"/>
                  <a:gd name="T83" fmla="*/ 3049 h 3164"/>
                  <a:gd name="T84" fmla="*/ 842 w 1983"/>
                  <a:gd name="T85" fmla="*/ 1824 h 3164"/>
                  <a:gd name="T86" fmla="*/ 189 w 1983"/>
                  <a:gd name="T87" fmla="*/ 1820 h 3164"/>
                  <a:gd name="T88" fmla="*/ 114 w 1983"/>
                  <a:gd name="T89" fmla="*/ 1793 h 3164"/>
                  <a:gd name="T90" fmla="*/ 54 w 1983"/>
                  <a:gd name="T91" fmla="*/ 1742 h 3164"/>
                  <a:gd name="T92" fmla="*/ 15 w 1983"/>
                  <a:gd name="T93" fmla="*/ 1674 h 3164"/>
                  <a:gd name="T94" fmla="*/ 0 w 1983"/>
                  <a:gd name="T95" fmla="*/ 1594 h 3164"/>
                  <a:gd name="T96" fmla="*/ 4 w 1983"/>
                  <a:gd name="T97" fmla="*/ 188 h 3164"/>
                  <a:gd name="T98" fmla="*/ 31 w 1983"/>
                  <a:gd name="T99" fmla="*/ 113 h 3164"/>
                  <a:gd name="T100" fmla="*/ 82 w 1983"/>
                  <a:gd name="T101" fmla="*/ 53 h 3164"/>
                  <a:gd name="T102" fmla="*/ 150 w 1983"/>
                  <a:gd name="T103" fmla="*/ 13 h 3164"/>
                  <a:gd name="T104" fmla="*/ 230 w 1983"/>
                  <a:gd name="T105" fmla="*/ 0 h 3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83" h="3164">
                    <a:moveTo>
                      <a:pt x="230" y="0"/>
                    </a:moveTo>
                    <a:lnTo>
                      <a:pt x="1753" y="0"/>
                    </a:lnTo>
                    <a:lnTo>
                      <a:pt x="1794" y="3"/>
                    </a:lnTo>
                    <a:lnTo>
                      <a:pt x="1833" y="13"/>
                    </a:lnTo>
                    <a:lnTo>
                      <a:pt x="1869" y="31"/>
                    </a:lnTo>
                    <a:lnTo>
                      <a:pt x="1901" y="53"/>
                    </a:lnTo>
                    <a:lnTo>
                      <a:pt x="1929" y="81"/>
                    </a:lnTo>
                    <a:lnTo>
                      <a:pt x="1951" y="113"/>
                    </a:lnTo>
                    <a:lnTo>
                      <a:pt x="1968" y="148"/>
                    </a:lnTo>
                    <a:lnTo>
                      <a:pt x="1979" y="188"/>
                    </a:lnTo>
                    <a:lnTo>
                      <a:pt x="1983" y="229"/>
                    </a:lnTo>
                    <a:lnTo>
                      <a:pt x="1983" y="1151"/>
                    </a:lnTo>
                    <a:lnTo>
                      <a:pt x="1810" y="1030"/>
                    </a:lnTo>
                    <a:lnTo>
                      <a:pt x="1810" y="229"/>
                    </a:lnTo>
                    <a:lnTo>
                      <a:pt x="1808" y="211"/>
                    </a:lnTo>
                    <a:lnTo>
                      <a:pt x="1799" y="195"/>
                    </a:lnTo>
                    <a:lnTo>
                      <a:pt x="1787" y="182"/>
                    </a:lnTo>
                    <a:lnTo>
                      <a:pt x="1771" y="175"/>
                    </a:lnTo>
                    <a:lnTo>
                      <a:pt x="1753" y="171"/>
                    </a:lnTo>
                    <a:lnTo>
                      <a:pt x="230" y="171"/>
                    </a:lnTo>
                    <a:lnTo>
                      <a:pt x="212" y="175"/>
                    </a:lnTo>
                    <a:lnTo>
                      <a:pt x="196" y="182"/>
                    </a:lnTo>
                    <a:lnTo>
                      <a:pt x="184" y="195"/>
                    </a:lnTo>
                    <a:lnTo>
                      <a:pt x="175" y="211"/>
                    </a:lnTo>
                    <a:lnTo>
                      <a:pt x="173" y="229"/>
                    </a:lnTo>
                    <a:lnTo>
                      <a:pt x="173" y="1594"/>
                    </a:lnTo>
                    <a:lnTo>
                      <a:pt x="175" y="1612"/>
                    </a:lnTo>
                    <a:lnTo>
                      <a:pt x="184" y="1628"/>
                    </a:lnTo>
                    <a:lnTo>
                      <a:pt x="196" y="1640"/>
                    </a:lnTo>
                    <a:lnTo>
                      <a:pt x="212" y="1649"/>
                    </a:lnTo>
                    <a:lnTo>
                      <a:pt x="230" y="1651"/>
                    </a:lnTo>
                    <a:lnTo>
                      <a:pt x="1753" y="1651"/>
                    </a:lnTo>
                    <a:lnTo>
                      <a:pt x="1771" y="1649"/>
                    </a:lnTo>
                    <a:lnTo>
                      <a:pt x="1787" y="1640"/>
                    </a:lnTo>
                    <a:lnTo>
                      <a:pt x="1799" y="1628"/>
                    </a:lnTo>
                    <a:lnTo>
                      <a:pt x="1808" y="1612"/>
                    </a:lnTo>
                    <a:lnTo>
                      <a:pt x="1810" y="1594"/>
                    </a:lnTo>
                    <a:lnTo>
                      <a:pt x="1810" y="1205"/>
                    </a:lnTo>
                    <a:lnTo>
                      <a:pt x="1959" y="1309"/>
                    </a:lnTo>
                    <a:lnTo>
                      <a:pt x="1955" y="1344"/>
                    </a:lnTo>
                    <a:lnTo>
                      <a:pt x="1959" y="1379"/>
                    </a:lnTo>
                    <a:lnTo>
                      <a:pt x="1968" y="1413"/>
                    </a:lnTo>
                    <a:lnTo>
                      <a:pt x="1983" y="1444"/>
                    </a:lnTo>
                    <a:lnTo>
                      <a:pt x="1983" y="1594"/>
                    </a:lnTo>
                    <a:lnTo>
                      <a:pt x="1979" y="1635"/>
                    </a:lnTo>
                    <a:lnTo>
                      <a:pt x="1968" y="1674"/>
                    </a:lnTo>
                    <a:lnTo>
                      <a:pt x="1951" y="1710"/>
                    </a:lnTo>
                    <a:lnTo>
                      <a:pt x="1929" y="1742"/>
                    </a:lnTo>
                    <a:lnTo>
                      <a:pt x="1901" y="1770"/>
                    </a:lnTo>
                    <a:lnTo>
                      <a:pt x="1869" y="1793"/>
                    </a:lnTo>
                    <a:lnTo>
                      <a:pt x="1833" y="1810"/>
                    </a:lnTo>
                    <a:lnTo>
                      <a:pt x="1794" y="1820"/>
                    </a:lnTo>
                    <a:lnTo>
                      <a:pt x="1753" y="1824"/>
                    </a:lnTo>
                    <a:lnTo>
                      <a:pt x="1068" y="1824"/>
                    </a:lnTo>
                    <a:lnTo>
                      <a:pt x="1577" y="3027"/>
                    </a:lnTo>
                    <a:lnTo>
                      <a:pt x="1583" y="3049"/>
                    </a:lnTo>
                    <a:lnTo>
                      <a:pt x="1584" y="3071"/>
                    </a:lnTo>
                    <a:lnTo>
                      <a:pt x="1580" y="3092"/>
                    </a:lnTo>
                    <a:lnTo>
                      <a:pt x="1573" y="3112"/>
                    </a:lnTo>
                    <a:lnTo>
                      <a:pt x="1561" y="3130"/>
                    </a:lnTo>
                    <a:lnTo>
                      <a:pt x="1544" y="3144"/>
                    </a:lnTo>
                    <a:lnTo>
                      <a:pt x="1525" y="3156"/>
                    </a:lnTo>
                    <a:lnTo>
                      <a:pt x="1503" y="3163"/>
                    </a:lnTo>
                    <a:lnTo>
                      <a:pt x="1481" y="3164"/>
                    </a:lnTo>
                    <a:lnTo>
                      <a:pt x="1459" y="3160"/>
                    </a:lnTo>
                    <a:lnTo>
                      <a:pt x="1440" y="3152"/>
                    </a:lnTo>
                    <a:lnTo>
                      <a:pt x="1422" y="3140"/>
                    </a:lnTo>
                    <a:lnTo>
                      <a:pt x="1407" y="3124"/>
                    </a:lnTo>
                    <a:lnTo>
                      <a:pt x="1395" y="3104"/>
                    </a:lnTo>
                    <a:lnTo>
                      <a:pt x="954" y="2060"/>
                    </a:lnTo>
                    <a:lnTo>
                      <a:pt x="513" y="3104"/>
                    </a:lnTo>
                    <a:lnTo>
                      <a:pt x="501" y="3125"/>
                    </a:lnTo>
                    <a:lnTo>
                      <a:pt x="485" y="3141"/>
                    </a:lnTo>
                    <a:lnTo>
                      <a:pt x="466" y="3153"/>
                    </a:lnTo>
                    <a:lnTo>
                      <a:pt x="445" y="3161"/>
                    </a:lnTo>
                    <a:lnTo>
                      <a:pt x="422" y="3164"/>
                    </a:lnTo>
                    <a:lnTo>
                      <a:pt x="403" y="3161"/>
                    </a:lnTo>
                    <a:lnTo>
                      <a:pt x="384" y="3156"/>
                    </a:lnTo>
                    <a:lnTo>
                      <a:pt x="364" y="3144"/>
                    </a:lnTo>
                    <a:lnTo>
                      <a:pt x="348" y="3130"/>
                    </a:lnTo>
                    <a:lnTo>
                      <a:pt x="336" y="3112"/>
                    </a:lnTo>
                    <a:lnTo>
                      <a:pt x="328" y="3092"/>
                    </a:lnTo>
                    <a:lnTo>
                      <a:pt x="324" y="3071"/>
                    </a:lnTo>
                    <a:lnTo>
                      <a:pt x="325" y="3049"/>
                    </a:lnTo>
                    <a:lnTo>
                      <a:pt x="331" y="3027"/>
                    </a:lnTo>
                    <a:lnTo>
                      <a:pt x="842" y="1824"/>
                    </a:lnTo>
                    <a:lnTo>
                      <a:pt x="230" y="1824"/>
                    </a:lnTo>
                    <a:lnTo>
                      <a:pt x="189" y="1820"/>
                    </a:lnTo>
                    <a:lnTo>
                      <a:pt x="150" y="1810"/>
                    </a:lnTo>
                    <a:lnTo>
                      <a:pt x="114" y="1793"/>
                    </a:lnTo>
                    <a:lnTo>
                      <a:pt x="82" y="1770"/>
                    </a:lnTo>
                    <a:lnTo>
                      <a:pt x="54" y="1742"/>
                    </a:lnTo>
                    <a:lnTo>
                      <a:pt x="31" y="1710"/>
                    </a:lnTo>
                    <a:lnTo>
                      <a:pt x="15" y="1674"/>
                    </a:lnTo>
                    <a:lnTo>
                      <a:pt x="4" y="1635"/>
                    </a:lnTo>
                    <a:lnTo>
                      <a:pt x="0" y="1594"/>
                    </a:lnTo>
                    <a:lnTo>
                      <a:pt x="0" y="229"/>
                    </a:lnTo>
                    <a:lnTo>
                      <a:pt x="4" y="188"/>
                    </a:lnTo>
                    <a:lnTo>
                      <a:pt x="15" y="148"/>
                    </a:lnTo>
                    <a:lnTo>
                      <a:pt x="31" y="113"/>
                    </a:lnTo>
                    <a:lnTo>
                      <a:pt x="54" y="81"/>
                    </a:lnTo>
                    <a:lnTo>
                      <a:pt x="82" y="53"/>
                    </a:lnTo>
                    <a:lnTo>
                      <a:pt x="114" y="31"/>
                    </a:lnTo>
                    <a:lnTo>
                      <a:pt x="150" y="13"/>
                    </a:lnTo>
                    <a:lnTo>
                      <a:pt x="189" y="3"/>
                    </a:lnTo>
                    <a:lnTo>
                      <a:pt x="230" y="0"/>
                    </a:lnTo>
                    <a:close/>
                  </a:path>
                </a:pathLst>
              </a:custGeom>
              <a:grpFill/>
              <a:ln w="0">
                <a:noFill/>
                <a:prstDash val="solid"/>
                <a:round/>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Times New Roman" panose="02020603050405020304" pitchFamily="18" charset="0"/>
                  <a:cs typeface="Times New Roman" panose="02020603050405020304" pitchFamily="18" charset="0"/>
                </a:endParaRPr>
              </a:p>
            </p:txBody>
          </p:sp>
          <p:sp>
            <p:nvSpPr>
              <p:cNvPr id="14" name="Rectangle 7"/>
              <p:cNvSpPr>
                <a:spLocks noChangeArrowheads="1"/>
              </p:cNvSpPr>
              <p:nvPr/>
            </p:nvSpPr>
            <p:spPr bwMode="auto">
              <a:xfrm>
                <a:off x="-190" y="232"/>
                <a:ext cx="60" cy="186"/>
              </a:xfrm>
              <a:prstGeom prst="rect">
                <a:avLst/>
              </a:prstGeom>
              <a:grpFill/>
              <a:ln w="0">
                <a:noFill/>
                <a:prstDash val="solid"/>
                <a:miter lim="800000"/>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Times New Roman" panose="02020603050405020304" pitchFamily="18" charset="0"/>
                  <a:cs typeface="Times New Roman" panose="02020603050405020304" pitchFamily="18" charset="0"/>
                </a:endParaRPr>
              </a:p>
            </p:txBody>
          </p:sp>
          <p:sp>
            <p:nvSpPr>
              <p:cNvPr id="15" name="Rectangle 8"/>
              <p:cNvSpPr>
                <a:spLocks noChangeArrowheads="1"/>
              </p:cNvSpPr>
              <p:nvPr/>
            </p:nvSpPr>
            <p:spPr bwMode="auto">
              <a:xfrm>
                <a:off x="-110" y="282"/>
                <a:ext cx="61" cy="136"/>
              </a:xfrm>
              <a:prstGeom prst="rect">
                <a:avLst/>
              </a:prstGeom>
              <a:grpFill/>
              <a:ln w="0">
                <a:noFill/>
                <a:prstDash val="solid"/>
                <a:miter lim="800000"/>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Times New Roman" panose="02020603050405020304" pitchFamily="18" charset="0"/>
                  <a:cs typeface="Times New Roman" panose="02020603050405020304" pitchFamily="18" charset="0"/>
                </a:endParaRPr>
              </a:p>
            </p:txBody>
          </p:sp>
          <p:sp>
            <p:nvSpPr>
              <p:cNvPr id="16" name="Freeform 9"/>
              <p:cNvSpPr>
                <a:spLocks/>
              </p:cNvSpPr>
              <p:nvPr/>
            </p:nvSpPr>
            <p:spPr bwMode="auto">
              <a:xfrm>
                <a:off x="-29" y="216"/>
                <a:ext cx="60" cy="202"/>
              </a:xfrm>
              <a:custGeom>
                <a:avLst/>
                <a:gdLst>
                  <a:gd name="T0" fmla="*/ 0 w 302"/>
                  <a:gd name="T1" fmla="*/ 0 h 1013"/>
                  <a:gd name="T2" fmla="*/ 302 w 302"/>
                  <a:gd name="T3" fmla="*/ 0 h 1013"/>
                  <a:gd name="T4" fmla="*/ 302 w 302"/>
                  <a:gd name="T5" fmla="*/ 438 h 1013"/>
                  <a:gd name="T6" fmla="*/ 105 w 302"/>
                  <a:gd name="T7" fmla="*/ 299 h 1013"/>
                  <a:gd name="T8" fmla="*/ 22 w 302"/>
                  <a:gd name="T9" fmla="*/ 417 h 1013"/>
                  <a:gd name="T10" fmla="*/ 302 w 302"/>
                  <a:gd name="T11" fmla="*/ 614 h 1013"/>
                  <a:gd name="T12" fmla="*/ 302 w 302"/>
                  <a:gd name="T13" fmla="*/ 1013 h 1013"/>
                  <a:gd name="T14" fmla="*/ 0 w 302"/>
                  <a:gd name="T15" fmla="*/ 1013 h 1013"/>
                  <a:gd name="T16" fmla="*/ 0 w 302"/>
                  <a:gd name="T17" fmla="*/ 0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 h="1013">
                    <a:moveTo>
                      <a:pt x="0" y="0"/>
                    </a:moveTo>
                    <a:lnTo>
                      <a:pt x="302" y="0"/>
                    </a:lnTo>
                    <a:lnTo>
                      <a:pt x="302" y="438"/>
                    </a:lnTo>
                    <a:lnTo>
                      <a:pt x="105" y="299"/>
                    </a:lnTo>
                    <a:lnTo>
                      <a:pt x="22" y="417"/>
                    </a:lnTo>
                    <a:lnTo>
                      <a:pt x="302" y="614"/>
                    </a:lnTo>
                    <a:lnTo>
                      <a:pt x="302" y="1013"/>
                    </a:lnTo>
                    <a:lnTo>
                      <a:pt x="0" y="1013"/>
                    </a:lnTo>
                    <a:lnTo>
                      <a:pt x="0" y="0"/>
                    </a:lnTo>
                    <a:close/>
                  </a:path>
                </a:pathLst>
              </a:custGeom>
              <a:grpFill/>
              <a:ln w="0">
                <a:noFill/>
                <a:prstDash val="solid"/>
                <a:round/>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Times New Roman" panose="02020603050405020304" pitchFamily="18" charset="0"/>
                  <a:cs typeface="Times New Roman" panose="02020603050405020304" pitchFamily="18" charset="0"/>
                </a:endParaRPr>
              </a:p>
            </p:txBody>
          </p:sp>
          <p:sp>
            <p:nvSpPr>
              <p:cNvPr id="17" name="Freeform 10"/>
              <p:cNvSpPr>
                <a:spLocks/>
              </p:cNvSpPr>
              <p:nvPr/>
            </p:nvSpPr>
            <p:spPr bwMode="auto">
              <a:xfrm>
                <a:off x="277" y="129"/>
                <a:ext cx="163" cy="163"/>
              </a:xfrm>
              <a:custGeom>
                <a:avLst/>
                <a:gdLst>
                  <a:gd name="T0" fmla="*/ 406 w 814"/>
                  <a:gd name="T1" fmla="*/ 0 h 813"/>
                  <a:gd name="T2" fmla="*/ 462 w 814"/>
                  <a:gd name="T3" fmla="*/ 3 h 813"/>
                  <a:gd name="T4" fmla="*/ 515 w 814"/>
                  <a:gd name="T5" fmla="*/ 14 h 813"/>
                  <a:gd name="T6" fmla="*/ 565 w 814"/>
                  <a:gd name="T7" fmla="*/ 31 h 813"/>
                  <a:gd name="T8" fmla="*/ 612 w 814"/>
                  <a:gd name="T9" fmla="*/ 55 h 813"/>
                  <a:gd name="T10" fmla="*/ 655 w 814"/>
                  <a:gd name="T11" fmla="*/ 84 h 813"/>
                  <a:gd name="T12" fmla="*/ 694 w 814"/>
                  <a:gd name="T13" fmla="*/ 119 h 813"/>
                  <a:gd name="T14" fmla="*/ 729 w 814"/>
                  <a:gd name="T15" fmla="*/ 158 h 813"/>
                  <a:gd name="T16" fmla="*/ 758 w 814"/>
                  <a:gd name="T17" fmla="*/ 202 h 813"/>
                  <a:gd name="T18" fmla="*/ 782 w 814"/>
                  <a:gd name="T19" fmla="*/ 249 h 813"/>
                  <a:gd name="T20" fmla="*/ 799 w 814"/>
                  <a:gd name="T21" fmla="*/ 298 h 813"/>
                  <a:gd name="T22" fmla="*/ 810 w 814"/>
                  <a:gd name="T23" fmla="*/ 352 h 813"/>
                  <a:gd name="T24" fmla="*/ 814 w 814"/>
                  <a:gd name="T25" fmla="*/ 407 h 813"/>
                  <a:gd name="T26" fmla="*/ 810 w 814"/>
                  <a:gd name="T27" fmla="*/ 462 h 813"/>
                  <a:gd name="T28" fmla="*/ 799 w 814"/>
                  <a:gd name="T29" fmla="*/ 515 h 813"/>
                  <a:gd name="T30" fmla="*/ 782 w 814"/>
                  <a:gd name="T31" fmla="*/ 566 h 813"/>
                  <a:gd name="T32" fmla="*/ 758 w 814"/>
                  <a:gd name="T33" fmla="*/ 613 h 813"/>
                  <a:gd name="T34" fmla="*/ 729 w 814"/>
                  <a:gd name="T35" fmla="*/ 655 h 813"/>
                  <a:gd name="T36" fmla="*/ 694 w 814"/>
                  <a:gd name="T37" fmla="*/ 695 h 813"/>
                  <a:gd name="T38" fmla="*/ 655 w 814"/>
                  <a:gd name="T39" fmla="*/ 729 h 813"/>
                  <a:gd name="T40" fmla="*/ 612 w 814"/>
                  <a:gd name="T41" fmla="*/ 758 h 813"/>
                  <a:gd name="T42" fmla="*/ 565 w 814"/>
                  <a:gd name="T43" fmla="*/ 782 h 813"/>
                  <a:gd name="T44" fmla="*/ 515 w 814"/>
                  <a:gd name="T45" fmla="*/ 799 h 813"/>
                  <a:gd name="T46" fmla="*/ 462 w 814"/>
                  <a:gd name="T47" fmla="*/ 810 h 813"/>
                  <a:gd name="T48" fmla="*/ 406 w 814"/>
                  <a:gd name="T49" fmla="*/ 813 h 813"/>
                  <a:gd name="T50" fmla="*/ 352 w 814"/>
                  <a:gd name="T51" fmla="*/ 810 h 813"/>
                  <a:gd name="T52" fmla="*/ 299 w 814"/>
                  <a:gd name="T53" fmla="*/ 799 h 813"/>
                  <a:gd name="T54" fmla="*/ 248 w 814"/>
                  <a:gd name="T55" fmla="*/ 782 h 813"/>
                  <a:gd name="T56" fmla="*/ 201 w 814"/>
                  <a:gd name="T57" fmla="*/ 758 h 813"/>
                  <a:gd name="T58" fmla="*/ 157 w 814"/>
                  <a:gd name="T59" fmla="*/ 729 h 813"/>
                  <a:gd name="T60" fmla="*/ 119 w 814"/>
                  <a:gd name="T61" fmla="*/ 695 h 813"/>
                  <a:gd name="T62" fmla="*/ 85 w 814"/>
                  <a:gd name="T63" fmla="*/ 655 h 813"/>
                  <a:gd name="T64" fmla="*/ 56 w 814"/>
                  <a:gd name="T65" fmla="*/ 613 h 813"/>
                  <a:gd name="T66" fmla="*/ 32 w 814"/>
                  <a:gd name="T67" fmla="*/ 566 h 813"/>
                  <a:gd name="T68" fmla="*/ 15 w 814"/>
                  <a:gd name="T69" fmla="*/ 515 h 813"/>
                  <a:gd name="T70" fmla="*/ 4 w 814"/>
                  <a:gd name="T71" fmla="*/ 462 h 813"/>
                  <a:gd name="T72" fmla="*/ 0 w 814"/>
                  <a:gd name="T73" fmla="*/ 407 h 813"/>
                  <a:gd name="T74" fmla="*/ 4 w 814"/>
                  <a:gd name="T75" fmla="*/ 352 h 813"/>
                  <a:gd name="T76" fmla="*/ 15 w 814"/>
                  <a:gd name="T77" fmla="*/ 298 h 813"/>
                  <a:gd name="T78" fmla="*/ 32 w 814"/>
                  <a:gd name="T79" fmla="*/ 249 h 813"/>
                  <a:gd name="T80" fmla="*/ 56 w 814"/>
                  <a:gd name="T81" fmla="*/ 202 h 813"/>
                  <a:gd name="T82" fmla="*/ 85 w 814"/>
                  <a:gd name="T83" fmla="*/ 158 h 813"/>
                  <a:gd name="T84" fmla="*/ 119 w 814"/>
                  <a:gd name="T85" fmla="*/ 119 h 813"/>
                  <a:gd name="T86" fmla="*/ 157 w 814"/>
                  <a:gd name="T87" fmla="*/ 84 h 813"/>
                  <a:gd name="T88" fmla="*/ 201 w 814"/>
                  <a:gd name="T89" fmla="*/ 55 h 813"/>
                  <a:gd name="T90" fmla="*/ 248 w 814"/>
                  <a:gd name="T91" fmla="*/ 31 h 813"/>
                  <a:gd name="T92" fmla="*/ 299 w 814"/>
                  <a:gd name="T93" fmla="*/ 14 h 813"/>
                  <a:gd name="T94" fmla="*/ 352 w 814"/>
                  <a:gd name="T95" fmla="*/ 3 h 813"/>
                  <a:gd name="T96" fmla="*/ 406 w 814"/>
                  <a:gd name="T97" fmla="*/ 0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14" h="813">
                    <a:moveTo>
                      <a:pt x="406" y="0"/>
                    </a:moveTo>
                    <a:lnTo>
                      <a:pt x="462" y="3"/>
                    </a:lnTo>
                    <a:lnTo>
                      <a:pt x="515" y="14"/>
                    </a:lnTo>
                    <a:lnTo>
                      <a:pt x="565" y="31"/>
                    </a:lnTo>
                    <a:lnTo>
                      <a:pt x="612" y="55"/>
                    </a:lnTo>
                    <a:lnTo>
                      <a:pt x="655" y="84"/>
                    </a:lnTo>
                    <a:lnTo>
                      <a:pt x="694" y="119"/>
                    </a:lnTo>
                    <a:lnTo>
                      <a:pt x="729" y="158"/>
                    </a:lnTo>
                    <a:lnTo>
                      <a:pt x="758" y="202"/>
                    </a:lnTo>
                    <a:lnTo>
                      <a:pt x="782" y="249"/>
                    </a:lnTo>
                    <a:lnTo>
                      <a:pt x="799" y="298"/>
                    </a:lnTo>
                    <a:lnTo>
                      <a:pt x="810" y="352"/>
                    </a:lnTo>
                    <a:lnTo>
                      <a:pt x="814" y="407"/>
                    </a:lnTo>
                    <a:lnTo>
                      <a:pt x="810" y="462"/>
                    </a:lnTo>
                    <a:lnTo>
                      <a:pt x="799" y="515"/>
                    </a:lnTo>
                    <a:lnTo>
                      <a:pt x="782" y="566"/>
                    </a:lnTo>
                    <a:lnTo>
                      <a:pt x="758" y="613"/>
                    </a:lnTo>
                    <a:lnTo>
                      <a:pt x="729" y="655"/>
                    </a:lnTo>
                    <a:lnTo>
                      <a:pt x="694" y="695"/>
                    </a:lnTo>
                    <a:lnTo>
                      <a:pt x="655" y="729"/>
                    </a:lnTo>
                    <a:lnTo>
                      <a:pt x="612" y="758"/>
                    </a:lnTo>
                    <a:lnTo>
                      <a:pt x="565" y="782"/>
                    </a:lnTo>
                    <a:lnTo>
                      <a:pt x="515" y="799"/>
                    </a:lnTo>
                    <a:lnTo>
                      <a:pt x="462" y="810"/>
                    </a:lnTo>
                    <a:lnTo>
                      <a:pt x="406" y="813"/>
                    </a:lnTo>
                    <a:lnTo>
                      <a:pt x="352" y="810"/>
                    </a:lnTo>
                    <a:lnTo>
                      <a:pt x="299" y="799"/>
                    </a:lnTo>
                    <a:lnTo>
                      <a:pt x="248" y="782"/>
                    </a:lnTo>
                    <a:lnTo>
                      <a:pt x="201" y="758"/>
                    </a:lnTo>
                    <a:lnTo>
                      <a:pt x="157" y="729"/>
                    </a:lnTo>
                    <a:lnTo>
                      <a:pt x="119" y="695"/>
                    </a:lnTo>
                    <a:lnTo>
                      <a:pt x="85" y="655"/>
                    </a:lnTo>
                    <a:lnTo>
                      <a:pt x="56" y="613"/>
                    </a:lnTo>
                    <a:lnTo>
                      <a:pt x="32" y="566"/>
                    </a:lnTo>
                    <a:lnTo>
                      <a:pt x="15" y="515"/>
                    </a:lnTo>
                    <a:lnTo>
                      <a:pt x="4" y="462"/>
                    </a:lnTo>
                    <a:lnTo>
                      <a:pt x="0" y="407"/>
                    </a:lnTo>
                    <a:lnTo>
                      <a:pt x="4" y="352"/>
                    </a:lnTo>
                    <a:lnTo>
                      <a:pt x="15" y="298"/>
                    </a:lnTo>
                    <a:lnTo>
                      <a:pt x="32" y="249"/>
                    </a:lnTo>
                    <a:lnTo>
                      <a:pt x="56" y="202"/>
                    </a:lnTo>
                    <a:lnTo>
                      <a:pt x="85" y="158"/>
                    </a:lnTo>
                    <a:lnTo>
                      <a:pt x="119" y="119"/>
                    </a:lnTo>
                    <a:lnTo>
                      <a:pt x="157" y="84"/>
                    </a:lnTo>
                    <a:lnTo>
                      <a:pt x="201" y="55"/>
                    </a:lnTo>
                    <a:lnTo>
                      <a:pt x="248" y="31"/>
                    </a:lnTo>
                    <a:lnTo>
                      <a:pt x="299" y="14"/>
                    </a:lnTo>
                    <a:lnTo>
                      <a:pt x="352" y="3"/>
                    </a:lnTo>
                    <a:lnTo>
                      <a:pt x="406" y="0"/>
                    </a:lnTo>
                    <a:close/>
                  </a:path>
                </a:pathLst>
              </a:custGeom>
              <a:grpFill/>
              <a:ln w="0">
                <a:noFill/>
                <a:prstDash val="solid"/>
                <a:round/>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Times New Roman" panose="02020603050405020304" pitchFamily="18" charset="0"/>
                  <a:cs typeface="Times New Roman" panose="02020603050405020304" pitchFamily="18" charset="0"/>
                </a:endParaRPr>
              </a:p>
            </p:txBody>
          </p:sp>
          <p:sp>
            <p:nvSpPr>
              <p:cNvPr id="18" name="Freeform 11"/>
              <p:cNvSpPr>
                <a:spLocks noEditPoints="1"/>
              </p:cNvSpPr>
              <p:nvPr/>
            </p:nvSpPr>
            <p:spPr bwMode="auto">
              <a:xfrm>
                <a:off x="-13" y="287"/>
                <a:ext cx="526" cy="629"/>
              </a:xfrm>
              <a:custGeom>
                <a:avLst/>
                <a:gdLst>
                  <a:gd name="T0" fmla="*/ 1858 w 2633"/>
                  <a:gd name="T1" fmla="*/ 956 h 3144"/>
                  <a:gd name="T2" fmla="*/ 1861 w 2633"/>
                  <a:gd name="T3" fmla="*/ 165 h 3144"/>
                  <a:gd name="T4" fmla="*/ 711 w 2633"/>
                  <a:gd name="T5" fmla="*/ 477 h 3144"/>
                  <a:gd name="T6" fmla="*/ 782 w 2633"/>
                  <a:gd name="T7" fmla="*/ 428 h 3144"/>
                  <a:gd name="T8" fmla="*/ 869 w 2633"/>
                  <a:gd name="T9" fmla="*/ 426 h 3144"/>
                  <a:gd name="T10" fmla="*/ 985 w 2633"/>
                  <a:gd name="T11" fmla="*/ 470 h 3144"/>
                  <a:gd name="T12" fmla="*/ 1095 w 2633"/>
                  <a:gd name="T13" fmla="*/ 483 h 3144"/>
                  <a:gd name="T14" fmla="*/ 1198 w 2633"/>
                  <a:gd name="T15" fmla="*/ 449 h 3144"/>
                  <a:gd name="T16" fmla="*/ 1308 w 2633"/>
                  <a:gd name="T17" fmla="*/ 373 h 3144"/>
                  <a:gd name="T18" fmla="*/ 1443 w 2633"/>
                  <a:gd name="T19" fmla="*/ 251 h 3144"/>
                  <a:gd name="T20" fmla="*/ 1587 w 2633"/>
                  <a:gd name="T21" fmla="*/ 124 h 3144"/>
                  <a:gd name="T22" fmla="*/ 1708 w 2633"/>
                  <a:gd name="T23" fmla="*/ 62 h 3144"/>
                  <a:gd name="T24" fmla="*/ 1859 w 2633"/>
                  <a:gd name="T25" fmla="*/ 149 h 3144"/>
                  <a:gd name="T26" fmla="*/ 2062 w 2633"/>
                  <a:gd name="T27" fmla="*/ 85 h 3144"/>
                  <a:gd name="T28" fmla="*/ 2169 w 2633"/>
                  <a:gd name="T29" fmla="*/ 147 h 3144"/>
                  <a:gd name="T30" fmla="*/ 2279 w 2633"/>
                  <a:gd name="T31" fmla="*/ 228 h 3144"/>
                  <a:gd name="T32" fmla="*/ 2382 w 2633"/>
                  <a:gd name="T33" fmla="*/ 326 h 3144"/>
                  <a:gd name="T34" fmla="*/ 2471 w 2633"/>
                  <a:gd name="T35" fmla="*/ 447 h 3144"/>
                  <a:gd name="T36" fmla="*/ 2545 w 2633"/>
                  <a:gd name="T37" fmla="*/ 597 h 3144"/>
                  <a:gd name="T38" fmla="*/ 2599 w 2633"/>
                  <a:gd name="T39" fmla="*/ 780 h 3144"/>
                  <a:gd name="T40" fmla="*/ 2628 w 2633"/>
                  <a:gd name="T41" fmla="*/ 1005 h 3144"/>
                  <a:gd name="T42" fmla="*/ 2631 w 2633"/>
                  <a:gd name="T43" fmla="*/ 1274 h 3144"/>
                  <a:gd name="T44" fmla="*/ 2608 w 2633"/>
                  <a:gd name="T45" fmla="*/ 1433 h 3144"/>
                  <a:gd name="T46" fmla="*/ 2551 w 2633"/>
                  <a:gd name="T47" fmla="*/ 1496 h 3144"/>
                  <a:gd name="T48" fmla="*/ 2466 w 2633"/>
                  <a:gd name="T49" fmla="*/ 1522 h 3144"/>
                  <a:gd name="T50" fmla="*/ 2394 w 2633"/>
                  <a:gd name="T51" fmla="*/ 1503 h 3144"/>
                  <a:gd name="T52" fmla="*/ 2328 w 2633"/>
                  <a:gd name="T53" fmla="*/ 1440 h 3144"/>
                  <a:gd name="T54" fmla="*/ 2309 w 2633"/>
                  <a:gd name="T55" fmla="*/ 1351 h 3144"/>
                  <a:gd name="T56" fmla="*/ 2316 w 2633"/>
                  <a:gd name="T57" fmla="*/ 1101 h 3144"/>
                  <a:gd name="T58" fmla="*/ 2299 w 2633"/>
                  <a:gd name="T59" fmla="*/ 901 h 3144"/>
                  <a:gd name="T60" fmla="*/ 2276 w 2633"/>
                  <a:gd name="T61" fmla="*/ 1300 h 3144"/>
                  <a:gd name="T62" fmla="*/ 2253 w 2633"/>
                  <a:gd name="T63" fmla="*/ 1418 h 3144"/>
                  <a:gd name="T64" fmla="*/ 2234 w 2633"/>
                  <a:gd name="T65" fmla="*/ 2991 h 3144"/>
                  <a:gd name="T66" fmla="*/ 2194 w 2633"/>
                  <a:gd name="T67" fmla="*/ 3078 h 3144"/>
                  <a:gd name="T68" fmla="*/ 2116 w 2633"/>
                  <a:gd name="T69" fmla="*/ 3132 h 3144"/>
                  <a:gd name="T70" fmla="*/ 2018 w 2633"/>
                  <a:gd name="T71" fmla="*/ 3140 h 3144"/>
                  <a:gd name="T72" fmla="*/ 1931 w 2633"/>
                  <a:gd name="T73" fmla="*/ 3101 h 3144"/>
                  <a:gd name="T74" fmla="*/ 1876 w 2633"/>
                  <a:gd name="T75" fmla="*/ 3022 h 3144"/>
                  <a:gd name="T76" fmla="*/ 1864 w 2633"/>
                  <a:gd name="T77" fmla="*/ 1659 h 3144"/>
                  <a:gd name="T78" fmla="*/ 1838 w 2633"/>
                  <a:gd name="T79" fmla="*/ 2958 h 3144"/>
                  <a:gd name="T80" fmla="*/ 1812 w 2633"/>
                  <a:gd name="T81" fmla="*/ 3051 h 3144"/>
                  <a:gd name="T82" fmla="*/ 1744 w 2633"/>
                  <a:gd name="T83" fmla="*/ 3119 h 3144"/>
                  <a:gd name="T84" fmla="*/ 1650 w 2633"/>
                  <a:gd name="T85" fmla="*/ 3144 h 3144"/>
                  <a:gd name="T86" fmla="*/ 1556 w 2633"/>
                  <a:gd name="T87" fmla="*/ 3119 h 3144"/>
                  <a:gd name="T88" fmla="*/ 1489 w 2633"/>
                  <a:gd name="T89" fmla="*/ 3051 h 3144"/>
                  <a:gd name="T90" fmla="*/ 1464 w 2633"/>
                  <a:gd name="T91" fmla="*/ 2958 h 3144"/>
                  <a:gd name="T92" fmla="*/ 1453 w 2633"/>
                  <a:gd name="T93" fmla="*/ 1381 h 3144"/>
                  <a:gd name="T94" fmla="*/ 1443 w 2633"/>
                  <a:gd name="T95" fmla="*/ 667 h 3144"/>
                  <a:gd name="T96" fmla="*/ 1316 w 2633"/>
                  <a:gd name="T97" fmla="*/ 743 h 3144"/>
                  <a:gd name="T98" fmla="*/ 1176 w 2633"/>
                  <a:gd name="T99" fmla="*/ 789 h 3144"/>
                  <a:gd name="T100" fmla="*/ 1027 w 2633"/>
                  <a:gd name="T101" fmla="*/ 797 h 3144"/>
                  <a:gd name="T102" fmla="*/ 875 w 2633"/>
                  <a:gd name="T103" fmla="*/ 766 h 3144"/>
                  <a:gd name="T104" fmla="*/ 739 w 2633"/>
                  <a:gd name="T105" fmla="*/ 707 h 3144"/>
                  <a:gd name="T106" fmla="*/ 685 w 2633"/>
                  <a:gd name="T107" fmla="*/ 640 h 3144"/>
                  <a:gd name="T108" fmla="*/ 674 w 2633"/>
                  <a:gd name="T109" fmla="*/ 555 h 3144"/>
                  <a:gd name="T110" fmla="*/ 32 w 2633"/>
                  <a:gd name="T111" fmla="*/ 0 h 3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633" h="3144">
                    <a:moveTo>
                      <a:pt x="1858" y="165"/>
                    </a:moveTo>
                    <a:lnTo>
                      <a:pt x="1760" y="821"/>
                    </a:lnTo>
                    <a:lnTo>
                      <a:pt x="1858" y="956"/>
                    </a:lnTo>
                    <a:lnTo>
                      <a:pt x="1861" y="956"/>
                    </a:lnTo>
                    <a:lnTo>
                      <a:pt x="1958" y="821"/>
                    </a:lnTo>
                    <a:lnTo>
                      <a:pt x="1861" y="165"/>
                    </a:lnTo>
                    <a:lnTo>
                      <a:pt x="1858" y="165"/>
                    </a:lnTo>
                    <a:close/>
                    <a:moveTo>
                      <a:pt x="32" y="0"/>
                    </a:moveTo>
                    <a:lnTo>
                      <a:pt x="711" y="477"/>
                    </a:lnTo>
                    <a:lnTo>
                      <a:pt x="732" y="456"/>
                    </a:lnTo>
                    <a:lnTo>
                      <a:pt x="757" y="441"/>
                    </a:lnTo>
                    <a:lnTo>
                      <a:pt x="782" y="428"/>
                    </a:lnTo>
                    <a:lnTo>
                      <a:pt x="811" y="422"/>
                    </a:lnTo>
                    <a:lnTo>
                      <a:pt x="840" y="421"/>
                    </a:lnTo>
                    <a:lnTo>
                      <a:pt x="869" y="426"/>
                    </a:lnTo>
                    <a:lnTo>
                      <a:pt x="898" y="436"/>
                    </a:lnTo>
                    <a:lnTo>
                      <a:pt x="943" y="455"/>
                    </a:lnTo>
                    <a:lnTo>
                      <a:pt x="985" y="470"/>
                    </a:lnTo>
                    <a:lnTo>
                      <a:pt x="1024" y="479"/>
                    </a:lnTo>
                    <a:lnTo>
                      <a:pt x="1060" y="483"/>
                    </a:lnTo>
                    <a:lnTo>
                      <a:pt x="1095" y="483"/>
                    </a:lnTo>
                    <a:lnTo>
                      <a:pt x="1130" y="477"/>
                    </a:lnTo>
                    <a:lnTo>
                      <a:pt x="1164" y="466"/>
                    </a:lnTo>
                    <a:lnTo>
                      <a:pt x="1198" y="449"/>
                    </a:lnTo>
                    <a:lnTo>
                      <a:pt x="1233" y="428"/>
                    </a:lnTo>
                    <a:lnTo>
                      <a:pt x="1269" y="403"/>
                    </a:lnTo>
                    <a:lnTo>
                      <a:pt x="1308" y="373"/>
                    </a:lnTo>
                    <a:lnTo>
                      <a:pt x="1349" y="337"/>
                    </a:lnTo>
                    <a:lnTo>
                      <a:pt x="1395" y="297"/>
                    </a:lnTo>
                    <a:lnTo>
                      <a:pt x="1443" y="251"/>
                    </a:lnTo>
                    <a:lnTo>
                      <a:pt x="1503" y="196"/>
                    </a:lnTo>
                    <a:lnTo>
                      <a:pt x="1567" y="140"/>
                    </a:lnTo>
                    <a:lnTo>
                      <a:pt x="1587" y="124"/>
                    </a:lnTo>
                    <a:lnTo>
                      <a:pt x="1609" y="113"/>
                    </a:lnTo>
                    <a:lnTo>
                      <a:pt x="1657" y="85"/>
                    </a:lnTo>
                    <a:lnTo>
                      <a:pt x="1708" y="62"/>
                    </a:lnTo>
                    <a:lnTo>
                      <a:pt x="1760" y="46"/>
                    </a:lnTo>
                    <a:lnTo>
                      <a:pt x="1761" y="46"/>
                    </a:lnTo>
                    <a:lnTo>
                      <a:pt x="1859" y="149"/>
                    </a:lnTo>
                    <a:lnTo>
                      <a:pt x="1961" y="48"/>
                    </a:lnTo>
                    <a:lnTo>
                      <a:pt x="2013" y="63"/>
                    </a:lnTo>
                    <a:lnTo>
                      <a:pt x="2062" y="85"/>
                    </a:lnTo>
                    <a:lnTo>
                      <a:pt x="2110" y="113"/>
                    </a:lnTo>
                    <a:lnTo>
                      <a:pt x="2130" y="123"/>
                    </a:lnTo>
                    <a:lnTo>
                      <a:pt x="2169" y="147"/>
                    </a:lnTo>
                    <a:lnTo>
                      <a:pt x="2206" y="172"/>
                    </a:lnTo>
                    <a:lnTo>
                      <a:pt x="2243" y="199"/>
                    </a:lnTo>
                    <a:lnTo>
                      <a:pt x="2279" y="228"/>
                    </a:lnTo>
                    <a:lnTo>
                      <a:pt x="2314" y="258"/>
                    </a:lnTo>
                    <a:lnTo>
                      <a:pt x="2349" y="291"/>
                    </a:lnTo>
                    <a:lnTo>
                      <a:pt x="2382" y="326"/>
                    </a:lnTo>
                    <a:lnTo>
                      <a:pt x="2413" y="363"/>
                    </a:lnTo>
                    <a:lnTo>
                      <a:pt x="2443" y="404"/>
                    </a:lnTo>
                    <a:lnTo>
                      <a:pt x="2471" y="447"/>
                    </a:lnTo>
                    <a:lnTo>
                      <a:pt x="2498" y="494"/>
                    </a:lnTo>
                    <a:lnTo>
                      <a:pt x="2523" y="543"/>
                    </a:lnTo>
                    <a:lnTo>
                      <a:pt x="2545" y="597"/>
                    </a:lnTo>
                    <a:lnTo>
                      <a:pt x="2565" y="655"/>
                    </a:lnTo>
                    <a:lnTo>
                      <a:pt x="2584" y="715"/>
                    </a:lnTo>
                    <a:lnTo>
                      <a:pt x="2599" y="780"/>
                    </a:lnTo>
                    <a:lnTo>
                      <a:pt x="2611" y="850"/>
                    </a:lnTo>
                    <a:lnTo>
                      <a:pt x="2621" y="925"/>
                    </a:lnTo>
                    <a:lnTo>
                      <a:pt x="2628" y="1005"/>
                    </a:lnTo>
                    <a:lnTo>
                      <a:pt x="2632" y="1089"/>
                    </a:lnTo>
                    <a:lnTo>
                      <a:pt x="2633" y="1179"/>
                    </a:lnTo>
                    <a:lnTo>
                      <a:pt x="2631" y="1274"/>
                    </a:lnTo>
                    <a:lnTo>
                      <a:pt x="2623" y="1375"/>
                    </a:lnTo>
                    <a:lnTo>
                      <a:pt x="2619" y="1405"/>
                    </a:lnTo>
                    <a:lnTo>
                      <a:pt x="2608" y="1433"/>
                    </a:lnTo>
                    <a:lnTo>
                      <a:pt x="2593" y="1457"/>
                    </a:lnTo>
                    <a:lnTo>
                      <a:pt x="2574" y="1479"/>
                    </a:lnTo>
                    <a:lnTo>
                      <a:pt x="2551" y="1496"/>
                    </a:lnTo>
                    <a:lnTo>
                      <a:pt x="2524" y="1509"/>
                    </a:lnTo>
                    <a:lnTo>
                      <a:pt x="2497" y="1518"/>
                    </a:lnTo>
                    <a:lnTo>
                      <a:pt x="2466" y="1522"/>
                    </a:lnTo>
                    <a:lnTo>
                      <a:pt x="2454" y="1520"/>
                    </a:lnTo>
                    <a:lnTo>
                      <a:pt x="2423" y="1514"/>
                    </a:lnTo>
                    <a:lnTo>
                      <a:pt x="2394" y="1503"/>
                    </a:lnTo>
                    <a:lnTo>
                      <a:pt x="2368" y="1486"/>
                    </a:lnTo>
                    <a:lnTo>
                      <a:pt x="2347" y="1466"/>
                    </a:lnTo>
                    <a:lnTo>
                      <a:pt x="2328" y="1440"/>
                    </a:lnTo>
                    <a:lnTo>
                      <a:pt x="2316" y="1413"/>
                    </a:lnTo>
                    <a:lnTo>
                      <a:pt x="2309" y="1382"/>
                    </a:lnTo>
                    <a:lnTo>
                      <a:pt x="2309" y="1351"/>
                    </a:lnTo>
                    <a:lnTo>
                      <a:pt x="2314" y="1262"/>
                    </a:lnTo>
                    <a:lnTo>
                      <a:pt x="2318" y="1178"/>
                    </a:lnTo>
                    <a:lnTo>
                      <a:pt x="2316" y="1101"/>
                    </a:lnTo>
                    <a:lnTo>
                      <a:pt x="2314" y="1029"/>
                    </a:lnTo>
                    <a:lnTo>
                      <a:pt x="2308" y="963"/>
                    </a:lnTo>
                    <a:lnTo>
                      <a:pt x="2299" y="901"/>
                    </a:lnTo>
                    <a:lnTo>
                      <a:pt x="2290" y="844"/>
                    </a:lnTo>
                    <a:lnTo>
                      <a:pt x="2276" y="792"/>
                    </a:lnTo>
                    <a:lnTo>
                      <a:pt x="2276" y="1300"/>
                    </a:lnTo>
                    <a:lnTo>
                      <a:pt x="2274" y="1341"/>
                    </a:lnTo>
                    <a:lnTo>
                      <a:pt x="2267" y="1380"/>
                    </a:lnTo>
                    <a:lnTo>
                      <a:pt x="2253" y="1418"/>
                    </a:lnTo>
                    <a:lnTo>
                      <a:pt x="2238" y="1453"/>
                    </a:lnTo>
                    <a:lnTo>
                      <a:pt x="2238" y="2958"/>
                    </a:lnTo>
                    <a:lnTo>
                      <a:pt x="2234" y="2991"/>
                    </a:lnTo>
                    <a:lnTo>
                      <a:pt x="2226" y="3022"/>
                    </a:lnTo>
                    <a:lnTo>
                      <a:pt x="2212" y="3051"/>
                    </a:lnTo>
                    <a:lnTo>
                      <a:pt x="2194" y="3078"/>
                    </a:lnTo>
                    <a:lnTo>
                      <a:pt x="2171" y="3101"/>
                    </a:lnTo>
                    <a:lnTo>
                      <a:pt x="2145" y="3119"/>
                    </a:lnTo>
                    <a:lnTo>
                      <a:pt x="2116" y="3132"/>
                    </a:lnTo>
                    <a:lnTo>
                      <a:pt x="2084" y="3140"/>
                    </a:lnTo>
                    <a:lnTo>
                      <a:pt x="2050" y="3144"/>
                    </a:lnTo>
                    <a:lnTo>
                      <a:pt x="2018" y="3140"/>
                    </a:lnTo>
                    <a:lnTo>
                      <a:pt x="1985" y="3132"/>
                    </a:lnTo>
                    <a:lnTo>
                      <a:pt x="1956" y="3119"/>
                    </a:lnTo>
                    <a:lnTo>
                      <a:pt x="1931" y="3101"/>
                    </a:lnTo>
                    <a:lnTo>
                      <a:pt x="1908" y="3078"/>
                    </a:lnTo>
                    <a:lnTo>
                      <a:pt x="1890" y="3051"/>
                    </a:lnTo>
                    <a:lnTo>
                      <a:pt x="1876" y="3022"/>
                    </a:lnTo>
                    <a:lnTo>
                      <a:pt x="1867" y="2991"/>
                    </a:lnTo>
                    <a:lnTo>
                      <a:pt x="1864" y="2958"/>
                    </a:lnTo>
                    <a:lnTo>
                      <a:pt x="1864" y="1659"/>
                    </a:lnTo>
                    <a:lnTo>
                      <a:pt x="1859" y="1659"/>
                    </a:lnTo>
                    <a:lnTo>
                      <a:pt x="1838" y="1658"/>
                    </a:lnTo>
                    <a:lnTo>
                      <a:pt x="1838" y="2958"/>
                    </a:lnTo>
                    <a:lnTo>
                      <a:pt x="1834" y="2991"/>
                    </a:lnTo>
                    <a:lnTo>
                      <a:pt x="1825" y="3022"/>
                    </a:lnTo>
                    <a:lnTo>
                      <a:pt x="1812" y="3051"/>
                    </a:lnTo>
                    <a:lnTo>
                      <a:pt x="1794" y="3078"/>
                    </a:lnTo>
                    <a:lnTo>
                      <a:pt x="1771" y="3101"/>
                    </a:lnTo>
                    <a:lnTo>
                      <a:pt x="1744" y="3119"/>
                    </a:lnTo>
                    <a:lnTo>
                      <a:pt x="1715" y="3132"/>
                    </a:lnTo>
                    <a:lnTo>
                      <a:pt x="1684" y="3140"/>
                    </a:lnTo>
                    <a:lnTo>
                      <a:pt x="1650" y="3144"/>
                    </a:lnTo>
                    <a:lnTo>
                      <a:pt x="1618" y="3140"/>
                    </a:lnTo>
                    <a:lnTo>
                      <a:pt x="1585" y="3132"/>
                    </a:lnTo>
                    <a:lnTo>
                      <a:pt x="1556" y="3119"/>
                    </a:lnTo>
                    <a:lnTo>
                      <a:pt x="1530" y="3101"/>
                    </a:lnTo>
                    <a:lnTo>
                      <a:pt x="1507" y="3078"/>
                    </a:lnTo>
                    <a:lnTo>
                      <a:pt x="1489" y="3051"/>
                    </a:lnTo>
                    <a:lnTo>
                      <a:pt x="1476" y="3022"/>
                    </a:lnTo>
                    <a:lnTo>
                      <a:pt x="1466" y="2991"/>
                    </a:lnTo>
                    <a:lnTo>
                      <a:pt x="1464" y="2958"/>
                    </a:lnTo>
                    <a:lnTo>
                      <a:pt x="1464" y="1444"/>
                    </a:lnTo>
                    <a:lnTo>
                      <a:pt x="1465" y="1419"/>
                    </a:lnTo>
                    <a:lnTo>
                      <a:pt x="1453" y="1381"/>
                    </a:lnTo>
                    <a:lnTo>
                      <a:pt x="1446" y="1341"/>
                    </a:lnTo>
                    <a:lnTo>
                      <a:pt x="1443" y="1300"/>
                    </a:lnTo>
                    <a:lnTo>
                      <a:pt x="1443" y="667"/>
                    </a:lnTo>
                    <a:lnTo>
                      <a:pt x="1402" y="694"/>
                    </a:lnTo>
                    <a:lnTo>
                      <a:pt x="1360" y="720"/>
                    </a:lnTo>
                    <a:lnTo>
                      <a:pt x="1316" y="743"/>
                    </a:lnTo>
                    <a:lnTo>
                      <a:pt x="1272" y="762"/>
                    </a:lnTo>
                    <a:lnTo>
                      <a:pt x="1226" y="778"/>
                    </a:lnTo>
                    <a:lnTo>
                      <a:pt x="1176" y="789"/>
                    </a:lnTo>
                    <a:lnTo>
                      <a:pt x="1127" y="797"/>
                    </a:lnTo>
                    <a:lnTo>
                      <a:pt x="1073" y="800"/>
                    </a:lnTo>
                    <a:lnTo>
                      <a:pt x="1027" y="797"/>
                    </a:lnTo>
                    <a:lnTo>
                      <a:pt x="978" y="791"/>
                    </a:lnTo>
                    <a:lnTo>
                      <a:pt x="928" y="782"/>
                    </a:lnTo>
                    <a:lnTo>
                      <a:pt x="875" y="766"/>
                    </a:lnTo>
                    <a:lnTo>
                      <a:pt x="821" y="746"/>
                    </a:lnTo>
                    <a:lnTo>
                      <a:pt x="764" y="722"/>
                    </a:lnTo>
                    <a:lnTo>
                      <a:pt x="739" y="707"/>
                    </a:lnTo>
                    <a:lnTo>
                      <a:pt x="716" y="687"/>
                    </a:lnTo>
                    <a:lnTo>
                      <a:pt x="699" y="665"/>
                    </a:lnTo>
                    <a:lnTo>
                      <a:pt x="685" y="640"/>
                    </a:lnTo>
                    <a:lnTo>
                      <a:pt x="677" y="612"/>
                    </a:lnTo>
                    <a:lnTo>
                      <a:pt x="673" y="584"/>
                    </a:lnTo>
                    <a:lnTo>
                      <a:pt x="674" y="555"/>
                    </a:lnTo>
                    <a:lnTo>
                      <a:pt x="682" y="526"/>
                    </a:lnTo>
                    <a:lnTo>
                      <a:pt x="0" y="48"/>
                    </a:lnTo>
                    <a:lnTo>
                      <a:pt x="32" y="0"/>
                    </a:lnTo>
                    <a:close/>
                  </a:path>
                </a:pathLst>
              </a:custGeom>
              <a:grpFill/>
              <a:ln w="0">
                <a:noFill/>
                <a:prstDash val="solid"/>
                <a:round/>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Times New Roman" panose="02020603050405020304" pitchFamily="18" charset="0"/>
                  <a:cs typeface="Times New Roman" panose="02020603050405020304" pitchFamily="18" charset="0"/>
                </a:endParaRPr>
              </a:p>
            </p:txBody>
          </p:sp>
        </p:grpSp>
      </p:grpSp>
      <p:grpSp>
        <p:nvGrpSpPr>
          <p:cNvPr id="50" name="Groupe 49"/>
          <p:cNvGrpSpPr/>
          <p:nvPr/>
        </p:nvGrpSpPr>
        <p:grpSpPr>
          <a:xfrm>
            <a:off x="4473392" y="4903515"/>
            <a:ext cx="6897614" cy="846717"/>
            <a:chOff x="4741562" y="4899611"/>
            <a:chExt cx="6518167" cy="846717"/>
          </a:xfrm>
        </p:grpSpPr>
        <p:sp>
          <p:nvSpPr>
            <p:cNvPr id="43" name="Forme libre 42"/>
            <p:cNvSpPr/>
            <p:nvPr/>
          </p:nvSpPr>
          <p:spPr>
            <a:xfrm>
              <a:off x="5164921" y="4984283"/>
              <a:ext cx="6094808" cy="677373"/>
            </a:xfrm>
            <a:custGeom>
              <a:avLst/>
              <a:gdLst>
                <a:gd name="connsiteX0" fmla="*/ 0 w 5421629"/>
                <a:gd name="connsiteY0" fmla="*/ 112898 h 677373"/>
                <a:gd name="connsiteX1" fmla="*/ 112898 w 5421629"/>
                <a:gd name="connsiteY1" fmla="*/ 0 h 677373"/>
                <a:gd name="connsiteX2" fmla="*/ 5308731 w 5421629"/>
                <a:gd name="connsiteY2" fmla="*/ 0 h 677373"/>
                <a:gd name="connsiteX3" fmla="*/ 5421629 w 5421629"/>
                <a:gd name="connsiteY3" fmla="*/ 112898 h 677373"/>
                <a:gd name="connsiteX4" fmla="*/ 5421629 w 5421629"/>
                <a:gd name="connsiteY4" fmla="*/ 564475 h 677373"/>
                <a:gd name="connsiteX5" fmla="*/ 5308731 w 5421629"/>
                <a:gd name="connsiteY5" fmla="*/ 677373 h 677373"/>
                <a:gd name="connsiteX6" fmla="*/ 112898 w 5421629"/>
                <a:gd name="connsiteY6" fmla="*/ 677373 h 677373"/>
                <a:gd name="connsiteX7" fmla="*/ 0 w 5421629"/>
                <a:gd name="connsiteY7" fmla="*/ 564475 h 677373"/>
                <a:gd name="connsiteX8" fmla="*/ 0 w 5421629"/>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21629" h="677373">
                  <a:moveTo>
                    <a:pt x="0" y="112898"/>
                  </a:moveTo>
                  <a:cubicBezTo>
                    <a:pt x="0" y="50546"/>
                    <a:pt x="50546" y="0"/>
                    <a:pt x="112898" y="0"/>
                  </a:cubicBezTo>
                  <a:lnTo>
                    <a:pt x="5308731" y="0"/>
                  </a:lnTo>
                  <a:cubicBezTo>
                    <a:pt x="5371083" y="0"/>
                    <a:pt x="5421629" y="50546"/>
                    <a:pt x="5421629" y="112898"/>
                  </a:cubicBezTo>
                  <a:lnTo>
                    <a:pt x="5421629" y="564475"/>
                  </a:lnTo>
                  <a:cubicBezTo>
                    <a:pt x="5421629" y="626827"/>
                    <a:pt x="5371083" y="677373"/>
                    <a:pt x="5308731" y="677373"/>
                  </a:cubicBezTo>
                  <a:lnTo>
                    <a:pt x="112898" y="677373"/>
                  </a:lnTo>
                  <a:cubicBezTo>
                    <a:pt x="50546" y="677373"/>
                    <a:pt x="0" y="626827"/>
                    <a:pt x="0" y="564475"/>
                  </a:cubicBezTo>
                  <a:lnTo>
                    <a:pt x="0" y="112898"/>
                  </a:lnTo>
                  <a:close/>
                </a:path>
              </a:pathLst>
            </a:custGeom>
            <a:solidFill>
              <a:srgbClr val="A8CC7A"/>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104187" rIns="104187" bIns="104187" numCol="1" spcCol="1270" anchor="ctr" anchorCtr="0">
              <a:noAutofit/>
            </a:bodyPr>
            <a:lstStyle/>
            <a:p>
              <a:pPr lvl="0" algn="l" defTabSz="1244600">
                <a:lnSpc>
                  <a:spcPct val="90000"/>
                </a:lnSpc>
                <a:spcBef>
                  <a:spcPct val="0"/>
                </a:spcBef>
                <a:spcAft>
                  <a:spcPct val="35000"/>
                </a:spcAft>
              </a:pPr>
              <a:r>
                <a:rPr lang="en-US" altLang="ko-KR" sz="2800" b="1" kern="1200" dirty="0">
                  <a:solidFill>
                    <a:schemeClr val="bg1"/>
                  </a:solidFill>
                  <a:latin typeface="Times New Roman" panose="02020603050405020304" pitchFamily="18" charset="0"/>
                  <a:cs typeface="Times New Roman" panose="02020603050405020304" pitchFamily="18" charset="0"/>
                </a:rPr>
                <a:t>5. Conclusion &amp; </a:t>
              </a:r>
              <a:r>
                <a:rPr lang="fr-FR" altLang="ko-KR" sz="2800" b="1" kern="1200" dirty="0">
                  <a:solidFill>
                    <a:schemeClr val="bg1"/>
                  </a:solidFill>
                  <a:latin typeface="Times New Roman" panose="02020603050405020304" pitchFamily="18" charset="0"/>
                  <a:cs typeface="Times New Roman" panose="02020603050405020304" pitchFamily="18" charset="0"/>
                </a:rPr>
                <a:t>Perspectives</a:t>
              </a:r>
              <a:endParaRPr lang="fr-FR" sz="2800" kern="1200" dirty="0">
                <a:solidFill>
                  <a:schemeClr val="bg1"/>
                </a:solidFill>
                <a:latin typeface="Times New Roman" panose="02020603050405020304" pitchFamily="18" charset="0"/>
                <a:cs typeface="Times New Roman" panose="02020603050405020304" pitchFamily="18" charset="0"/>
              </a:endParaRPr>
            </a:p>
          </p:txBody>
        </p:sp>
        <p:sp>
          <p:nvSpPr>
            <p:cNvPr id="45" name="Ellipse 44"/>
            <p:cNvSpPr/>
            <p:nvPr/>
          </p:nvSpPr>
          <p:spPr>
            <a:xfrm>
              <a:off x="4741562" y="4899611"/>
              <a:ext cx="846717" cy="846717"/>
            </a:xfrm>
            <a:prstGeom prst="ellipse">
              <a:avLst/>
            </a:prstGeom>
            <a:ln w="38100">
              <a:solidFill>
                <a:srgbClr val="A8CC7A"/>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a:latin typeface="Times New Roman" panose="02020603050405020304" pitchFamily="18" charset="0"/>
                <a:cs typeface="Times New Roman" panose="02020603050405020304" pitchFamily="18" charset="0"/>
              </a:endParaRPr>
            </a:p>
          </p:txBody>
        </p:sp>
        <p:sp>
          <p:nvSpPr>
            <p:cNvPr id="44" name="Freeform 37"/>
            <p:cNvSpPr>
              <a:spLocks noEditPoints="1"/>
            </p:cNvSpPr>
            <p:nvPr/>
          </p:nvSpPr>
          <p:spPr bwMode="auto">
            <a:xfrm>
              <a:off x="4952025" y="5131962"/>
              <a:ext cx="454654" cy="431500"/>
            </a:xfrm>
            <a:custGeom>
              <a:avLst/>
              <a:gdLst>
                <a:gd name="T0" fmla="*/ 2288 w 4012"/>
                <a:gd name="T1" fmla="*/ 3051 h 3882"/>
                <a:gd name="T2" fmla="*/ 2196 w 4012"/>
                <a:gd name="T3" fmla="*/ 2925 h 3882"/>
                <a:gd name="T4" fmla="*/ 2332 w 4012"/>
                <a:gd name="T5" fmla="*/ 2916 h 3882"/>
                <a:gd name="T6" fmla="*/ 2312 w 4012"/>
                <a:gd name="T7" fmla="*/ 3132 h 3882"/>
                <a:gd name="T8" fmla="*/ 2221 w 4012"/>
                <a:gd name="T9" fmla="*/ 3094 h 3882"/>
                <a:gd name="T10" fmla="*/ 2221 w 4012"/>
                <a:gd name="T11" fmla="*/ 2806 h 3882"/>
                <a:gd name="T12" fmla="*/ 2112 w 4012"/>
                <a:gd name="T13" fmla="*/ 3161 h 3882"/>
                <a:gd name="T14" fmla="*/ 2441 w 4012"/>
                <a:gd name="T15" fmla="*/ 2929 h 3882"/>
                <a:gd name="T16" fmla="*/ 2337 w 4012"/>
                <a:gd name="T17" fmla="*/ 2698 h 3882"/>
                <a:gd name="T18" fmla="*/ 2453 w 4012"/>
                <a:gd name="T19" fmla="*/ 3240 h 3882"/>
                <a:gd name="T20" fmla="*/ 1933 w 4012"/>
                <a:gd name="T21" fmla="*/ 3048 h 3882"/>
                <a:gd name="T22" fmla="*/ 1742 w 4012"/>
                <a:gd name="T23" fmla="*/ 2248 h 3882"/>
                <a:gd name="T24" fmla="*/ 1121 w 4012"/>
                <a:gd name="T25" fmla="*/ 3001 h 3882"/>
                <a:gd name="T26" fmla="*/ 1742 w 4012"/>
                <a:gd name="T27" fmla="*/ 3754 h 3882"/>
                <a:gd name="T28" fmla="*/ 2599 w 4012"/>
                <a:gd name="T29" fmla="*/ 3283 h 3882"/>
                <a:gd name="T30" fmla="*/ 2293 w 4012"/>
                <a:gd name="T31" fmla="*/ 2351 h 3882"/>
                <a:gd name="T32" fmla="*/ 2455 w 4012"/>
                <a:gd name="T33" fmla="*/ 2327 h 3882"/>
                <a:gd name="T34" fmla="*/ 2683 w 4012"/>
                <a:gd name="T35" fmla="*/ 3379 h 3882"/>
                <a:gd name="T36" fmla="*/ 1728 w 4012"/>
                <a:gd name="T37" fmla="*/ 3869 h 3882"/>
                <a:gd name="T38" fmla="*/ 1009 w 4012"/>
                <a:gd name="T39" fmla="*/ 3081 h 3882"/>
                <a:gd name="T40" fmla="*/ 1580 w 4012"/>
                <a:gd name="T41" fmla="*/ 2175 h 3882"/>
                <a:gd name="T42" fmla="*/ 1121 w 4012"/>
                <a:gd name="T43" fmla="*/ 1158 h 3882"/>
                <a:gd name="T44" fmla="*/ 558 w 4012"/>
                <a:gd name="T45" fmla="*/ 1242 h 3882"/>
                <a:gd name="T46" fmla="*/ 853 w 4012"/>
                <a:gd name="T47" fmla="*/ 833 h 3882"/>
                <a:gd name="T48" fmla="*/ 2874 w 4012"/>
                <a:gd name="T49" fmla="*/ 911 h 3882"/>
                <a:gd name="T50" fmla="*/ 3157 w 4012"/>
                <a:gd name="T51" fmla="*/ 1286 h 3882"/>
                <a:gd name="T52" fmla="*/ 3320 w 4012"/>
                <a:gd name="T53" fmla="*/ 845 h 3882"/>
                <a:gd name="T54" fmla="*/ 3382 w 4012"/>
                <a:gd name="T55" fmla="*/ 611 h 3882"/>
                <a:gd name="T56" fmla="*/ 3630 w 4012"/>
                <a:gd name="T57" fmla="*/ 881 h 3882"/>
                <a:gd name="T58" fmla="*/ 3616 w 4012"/>
                <a:gd name="T59" fmla="*/ 1245 h 3882"/>
                <a:gd name="T60" fmla="*/ 3407 w 4012"/>
                <a:gd name="T61" fmla="*/ 1477 h 3882"/>
                <a:gd name="T62" fmla="*/ 3044 w 4012"/>
                <a:gd name="T63" fmla="*/ 1522 h 3882"/>
                <a:gd name="T64" fmla="*/ 2812 w 4012"/>
                <a:gd name="T65" fmla="*/ 1323 h 3882"/>
                <a:gd name="T66" fmla="*/ 2641 w 4012"/>
                <a:gd name="T67" fmla="*/ 1125 h 3882"/>
                <a:gd name="T68" fmla="*/ 2656 w 4012"/>
                <a:gd name="T69" fmla="*/ 760 h 3882"/>
                <a:gd name="T70" fmla="*/ 2925 w 4012"/>
                <a:gd name="T71" fmla="*/ 511 h 3882"/>
                <a:gd name="T72" fmla="*/ 3236 w 4012"/>
                <a:gd name="T73" fmla="*/ 495 h 3882"/>
                <a:gd name="T74" fmla="*/ 2418 w 4012"/>
                <a:gd name="T75" fmla="*/ 741 h 3882"/>
                <a:gd name="T76" fmla="*/ 2725 w 4012"/>
                <a:gd name="T77" fmla="*/ 1671 h 3882"/>
                <a:gd name="T78" fmla="*/ 3695 w 4012"/>
                <a:gd name="T79" fmla="*/ 1539 h 3882"/>
                <a:gd name="T80" fmla="*/ 3740 w 4012"/>
                <a:gd name="T81" fmla="*/ 559 h 3882"/>
                <a:gd name="T82" fmla="*/ 1008 w 4012"/>
                <a:gd name="T83" fmla="*/ 270 h 3882"/>
                <a:gd name="T84" fmla="*/ 896 w 4012"/>
                <a:gd name="T85" fmla="*/ 738 h 3882"/>
                <a:gd name="T86" fmla="*/ 643 w 4012"/>
                <a:gd name="T87" fmla="*/ 327 h 3882"/>
                <a:gd name="T88" fmla="*/ 3698 w 4012"/>
                <a:gd name="T89" fmla="*/ 348 h 3882"/>
                <a:gd name="T90" fmla="*/ 3927 w 4012"/>
                <a:gd name="T91" fmla="*/ 1400 h 3882"/>
                <a:gd name="T92" fmla="*/ 2972 w 4012"/>
                <a:gd name="T93" fmla="*/ 1890 h 3882"/>
                <a:gd name="T94" fmla="*/ 2252 w 4012"/>
                <a:gd name="T95" fmla="*/ 1102 h 3882"/>
                <a:gd name="T96" fmla="*/ 2823 w 4012"/>
                <a:gd name="T97" fmla="*/ 196 h 3882"/>
                <a:gd name="T98" fmla="*/ 247 w 4012"/>
                <a:gd name="T99" fmla="*/ 445 h 3882"/>
                <a:gd name="T100" fmla="*/ 347 w 4012"/>
                <a:gd name="T101" fmla="*/ 1380 h 3882"/>
                <a:gd name="T102" fmla="*/ 584 w 4012"/>
                <a:gd name="T103" fmla="*/ 870 h 3882"/>
                <a:gd name="T104" fmla="*/ 1014 w 4012"/>
                <a:gd name="T105" fmla="*/ 800 h 3882"/>
                <a:gd name="T106" fmla="*/ 1344 w 4012"/>
                <a:gd name="T107" fmla="*/ 1178 h 3882"/>
                <a:gd name="T108" fmla="*/ 1584 w 4012"/>
                <a:gd name="T109" fmla="*/ 854 h 3882"/>
                <a:gd name="T110" fmla="*/ 928 w 4012"/>
                <a:gd name="T111" fmla="*/ 126 h 3882"/>
                <a:gd name="T112" fmla="*/ 1646 w 4012"/>
                <a:gd name="T113" fmla="*/ 539 h 3882"/>
                <a:gd name="T114" fmla="*/ 1306 w 4012"/>
                <a:gd name="T115" fmla="*/ 1577 h 3882"/>
                <a:gd name="T116" fmla="*/ 223 w 4012"/>
                <a:gd name="T117" fmla="*/ 1428 h 3882"/>
                <a:gd name="T118" fmla="*/ 174 w 4012"/>
                <a:gd name="T119" fmla="*/ 337 h 3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12" h="3882">
                  <a:moveTo>
                    <a:pt x="1283" y="3126"/>
                  </a:moveTo>
                  <a:lnTo>
                    <a:pt x="1863" y="3126"/>
                  </a:lnTo>
                  <a:lnTo>
                    <a:pt x="1863" y="3283"/>
                  </a:lnTo>
                  <a:lnTo>
                    <a:pt x="1283" y="3283"/>
                  </a:lnTo>
                  <a:lnTo>
                    <a:pt x="1283" y="3126"/>
                  </a:lnTo>
                  <a:close/>
                  <a:moveTo>
                    <a:pt x="2263" y="3034"/>
                  </a:moveTo>
                  <a:lnTo>
                    <a:pt x="2263" y="3092"/>
                  </a:lnTo>
                  <a:lnTo>
                    <a:pt x="2277" y="3087"/>
                  </a:lnTo>
                  <a:lnTo>
                    <a:pt x="2285" y="3081"/>
                  </a:lnTo>
                  <a:lnTo>
                    <a:pt x="2290" y="3075"/>
                  </a:lnTo>
                  <a:lnTo>
                    <a:pt x="2291" y="3068"/>
                  </a:lnTo>
                  <a:lnTo>
                    <a:pt x="2291" y="3065"/>
                  </a:lnTo>
                  <a:lnTo>
                    <a:pt x="2291" y="3060"/>
                  </a:lnTo>
                  <a:lnTo>
                    <a:pt x="2290" y="3055"/>
                  </a:lnTo>
                  <a:lnTo>
                    <a:pt x="2288" y="3051"/>
                  </a:lnTo>
                  <a:lnTo>
                    <a:pt x="2284" y="3048"/>
                  </a:lnTo>
                  <a:lnTo>
                    <a:pt x="2275" y="3040"/>
                  </a:lnTo>
                  <a:lnTo>
                    <a:pt x="2263" y="3034"/>
                  </a:lnTo>
                  <a:close/>
                  <a:moveTo>
                    <a:pt x="1283" y="2922"/>
                  </a:moveTo>
                  <a:lnTo>
                    <a:pt x="1863" y="2922"/>
                  </a:lnTo>
                  <a:lnTo>
                    <a:pt x="1863" y="3080"/>
                  </a:lnTo>
                  <a:lnTo>
                    <a:pt x="1283" y="3080"/>
                  </a:lnTo>
                  <a:lnTo>
                    <a:pt x="1283" y="2922"/>
                  </a:lnTo>
                  <a:close/>
                  <a:moveTo>
                    <a:pt x="2221" y="2899"/>
                  </a:moveTo>
                  <a:lnTo>
                    <a:pt x="2214" y="2902"/>
                  </a:lnTo>
                  <a:lnTo>
                    <a:pt x="2208" y="2905"/>
                  </a:lnTo>
                  <a:lnTo>
                    <a:pt x="2203" y="2908"/>
                  </a:lnTo>
                  <a:lnTo>
                    <a:pt x="2199" y="2913"/>
                  </a:lnTo>
                  <a:lnTo>
                    <a:pt x="2197" y="2919"/>
                  </a:lnTo>
                  <a:lnTo>
                    <a:pt x="2196" y="2925"/>
                  </a:lnTo>
                  <a:lnTo>
                    <a:pt x="2196" y="2930"/>
                  </a:lnTo>
                  <a:lnTo>
                    <a:pt x="2197" y="2935"/>
                  </a:lnTo>
                  <a:lnTo>
                    <a:pt x="2199" y="2938"/>
                  </a:lnTo>
                  <a:lnTo>
                    <a:pt x="2202" y="2942"/>
                  </a:lnTo>
                  <a:lnTo>
                    <a:pt x="2207" y="2947"/>
                  </a:lnTo>
                  <a:lnTo>
                    <a:pt x="2213" y="2951"/>
                  </a:lnTo>
                  <a:lnTo>
                    <a:pt x="2221" y="2956"/>
                  </a:lnTo>
                  <a:lnTo>
                    <a:pt x="2221" y="2899"/>
                  </a:lnTo>
                  <a:close/>
                  <a:moveTo>
                    <a:pt x="2221" y="2806"/>
                  </a:moveTo>
                  <a:lnTo>
                    <a:pt x="2263" y="2806"/>
                  </a:lnTo>
                  <a:lnTo>
                    <a:pt x="2263" y="2843"/>
                  </a:lnTo>
                  <a:lnTo>
                    <a:pt x="2306" y="2849"/>
                  </a:lnTo>
                  <a:lnTo>
                    <a:pt x="2347" y="2862"/>
                  </a:lnTo>
                  <a:lnTo>
                    <a:pt x="2351" y="2863"/>
                  </a:lnTo>
                  <a:lnTo>
                    <a:pt x="2332" y="2916"/>
                  </a:lnTo>
                  <a:lnTo>
                    <a:pt x="2326" y="2914"/>
                  </a:lnTo>
                  <a:lnTo>
                    <a:pt x="2294" y="2904"/>
                  </a:lnTo>
                  <a:lnTo>
                    <a:pt x="2263" y="2898"/>
                  </a:lnTo>
                  <a:lnTo>
                    <a:pt x="2263" y="2970"/>
                  </a:lnTo>
                  <a:lnTo>
                    <a:pt x="2277" y="2976"/>
                  </a:lnTo>
                  <a:lnTo>
                    <a:pt x="2304" y="2987"/>
                  </a:lnTo>
                  <a:lnTo>
                    <a:pt x="2323" y="3000"/>
                  </a:lnTo>
                  <a:lnTo>
                    <a:pt x="2338" y="3012"/>
                  </a:lnTo>
                  <a:lnTo>
                    <a:pt x="2348" y="3027"/>
                  </a:lnTo>
                  <a:lnTo>
                    <a:pt x="2354" y="3043"/>
                  </a:lnTo>
                  <a:lnTo>
                    <a:pt x="2356" y="3061"/>
                  </a:lnTo>
                  <a:lnTo>
                    <a:pt x="2354" y="3083"/>
                  </a:lnTo>
                  <a:lnTo>
                    <a:pt x="2345" y="3103"/>
                  </a:lnTo>
                  <a:lnTo>
                    <a:pt x="2331" y="3120"/>
                  </a:lnTo>
                  <a:lnTo>
                    <a:pt x="2312" y="3132"/>
                  </a:lnTo>
                  <a:lnTo>
                    <a:pt x="2290" y="3141"/>
                  </a:lnTo>
                  <a:lnTo>
                    <a:pt x="2263" y="3147"/>
                  </a:lnTo>
                  <a:lnTo>
                    <a:pt x="2263" y="3197"/>
                  </a:lnTo>
                  <a:lnTo>
                    <a:pt x="2221" y="3197"/>
                  </a:lnTo>
                  <a:lnTo>
                    <a:pt x="2221" y="3148"/>
                  </a:lnTo>
                  <a:lnTo>
                    <a:pt x="2187" y="3146"/>
                  </a:lnTo>
                  <a:lnTo>
                    <a:pt x="2158" y="3140"/>
                  </a:lnTo>
                  <a:lnTo>
                    <a:pt x="2132" y="3131"/>
                  </a:lnTo>
                  <a:lnTo>
                    <a:pt x="2129" y="3130"/>
                  </a:lnTo>
                  <a:lnTo>
                    <a:pt x="2129" y="3068"/>
                  </a:lnTo>
                  <a:lnTo>
                    <a:pt x="2137" y="3073"/>
                  </a:lnTo>
                  <a:lnTo>
                    <a:pt x="2158" y="3082"/>
                  </a:lnTo>
                  <a:lnTo>
                    <a:pt x="2181" y="3088"/>
                  </a:lnTo>
                  <a:lnTo>
                    <a:pt x="2203" y="3093"/>
                  </a:lnTo>
                  <a:lnTo>
                    <a:pt x="2221" y="3094"/>
                  </a:lnTo>
                  <a:lnTo>
                    <a:pt x="2221" y="3019"/>
                  </a:lnTo>
                  <a:lnTo>
                    <a:pt x="2205" y="3014"/>
                  </a:lnTo>
                  <a:lnTo>
                    <a:pt x="2182" y="3003"/>
                  </a:lnTo>
                  <a:lnTo>
                    <a:pt x="2164" y="2991"/>
                  </a:lnTo>
                  <a:lnTo>
                    <a:pt x="2149" y="2978"/>
                  </a:lnTo>
                  <a:lnTo>
                    <a:pt x="2139" y="2963"/>
                  </a:lnTo>
                  <a:lnTo>
                    <a:pt x="2133" y="2946"/>
                  </a:lnTo>
                  <a:lnTo>
                    <a:pt x="2131" y="2925"/>
                  </a:lnTo>
                  <a:lnTo>
                    <a:pt x="2134" y="2904"/>
                  </a:lnTo>
                  <a:lnTo>
                    <a:pt x="2143" y="2886"/>
                  </a:lnTo>
                  <a:lnTo>
                    <a:pt x="2158" y="2870"/>
                  </a:lnTo>
                  <a:lnTo>
                    <a:pt x="2175" y="2857"/>
                  </a:lnTo>
                  <a:lnTo>
                    <a:pt x="2197" y="2849"/>
                  </a:lnTo>
                  <a:lnTo>
                    <a:pt x="2221" y="2844"/>
                  </a:lnTo>
                  <a:lnTo>
                    <a:pt x="2221" y="2806"/>
                  </a:lnTo>
                  <a:close/>
                  <a:moveTo>
                    <a:pt x="2246" y="2793"/>
                  </a:moveTo>
                  <a:lnTo>
                    <a:pt x="2208" y="2797"/>
                  </a:lnTo>
                  <a:lnTo>
                    <a:pt x="2174" y="2806"/>
                  </a:lnTo>
                  <a:lnTo>
                    <a:pt x="2140" y="2822"/>
                  </a:lnTo>
                  <a:lnTo>
                    <a:pt x="2112" y="2843"/>
                  </a:lnTo>
                  <a:lnTo>
                    <a:pt x="2086" y="2867"/>
                  </a:lnTo>
                  <a:lnTo>
                    <a:pt x="2067" y="2897"/>
                  </a:lnTo>
                  <a:lnTo>
                    <a:pt x="2051" y="2929"/>
                  </a:lnTo>
                  <a:lnTo>
                    <a:pt x="2041" y="2964"/>
                  </a:lnTo>
                  <a:lnTo>
                    <a:pt x="2039" y="3001"/>
                  </a:lnTo>
                  <a:lnTo>
                    <a:pt x="2041" y="3038"/>
                  </a:lnTo>
                  <a:lnTo>
                    <a:pt x="2051" y="3073"/>
                  </a:lnTo>
                  <a:lnTo>
                    <a:pt x="2067" y="3105"/>
                  </a:lnTo>
                  <a:lnTo>
                    <a:pt x="2086" y="3135"/>
                  </a:lnTo>
                  <a:lnTo>
                    <a:pt x="2112" y="3161"/>
                  </a:lnTo>
                  <a:lnTo>
                    <a:pt x="2140" y="3180"/>
                  </a:lnTo>
                  <a:lnTo>
                    <a:pt x="2174" y="3196"/>
                  </a:lnTo>
                  <a:lnTo>
                    <a:pt x="2208" y="3206"/>
                  </a:lnTo>
                  <a:lnTo>
                    <a:pt x="2246" y="3208"/>
                  </a:lnTo>
                  <a:lnTo>
                    <a:pt x="2283" y="3206"/>
                  </a:lnTo>
                  <a:lnTo>
                    <a:pt x="2318" y="3196"/>
                  </a:lnTo>
                  <a:lnTo>
                    <a:pt x="2350" y="3180"/>
                  </a:lnTo>
                  <a:lnTo>
                    <a:pt x="2380" y="3161"/>
                  </a:lnTo>
                  <a:lnTo>
                    <a:pt x="2404" y="3135"/>
                  </a:lnTo>
                  <a:lnTo>
                    <a:pt x="2425" y="3105"/>
                  </a:lnTo>
                  <a:lnTo>
                    <a:pt x="2441" y="3073"/>
                  </a:lnTo>
                  <a:lnTo>
                    <a:pt x="2450" y="3038"/>
                  </a:lnTo>
                  <a:lnTo>
                    <a:pt x="2453" y="3001"/>
                  </a:lnTo>
                  <a:lnTo>
                    <a:pt x="2450" y="2964"/>
                  </a:lnTo>
                  <a:lnTo>
                    <a:pt x="2441" y="2929"/>
                  </a:lnTo>
                  <a:lnTo>
                    <a:pt x="2425" y="2897"/>
                  </a:lnTo>
                  <a:lnTo>
                    <a:pt x="2404" y="2867"/>
                  </a:lnTo>
                  <a:lnTo>
                    <a:pt x="2380" y="2843"/>
                  </a:lnTo>
                  <a:lnTo>
                    <a:pt x="2350" y="2822"/>
                  </a:lnTo>
                  <a:lnTo>
                    <a:pt x="2318" y="2806"/>
                  </a:lnTo>
                  <a:lnTo>
                    <a:pt x="2283" y="2797"/>
                  </a:lnTo>
                  <a:lnTo>
                    <a:pt x="2246" y="2793"/>
                  </a:lnTo>
                  <a:close/>
                  <a:moveTo>
                    <a:pt x="1213" y="2716"/>
                  </a:moveTo>
                  <a:lnTo>
                    <a:pt x="1793" y="2716"/>
                  </a:lnTo>
                  <a:lnTo>
                    <a:pt x="1793" y="2873"/>
                  </a:lnTo>
                  <a:lnTo>
                    <a:pt x="1213" y="2873"/>
                  </a:lnTo>
                  <a:lnTo>
                    <a:pt x="1213" y="2716"/>
                  </a:lnTo>
                  <a:close/>
                  <a:moveTo>
                    <a:pt x="2246" y="2684"/>
                  </a:moveTo>
                  <a:lnTo>
                    <a:pt x="2293" y="2688"/>
                  </a:lnTo>
                  <a:lnTo>
                    <a:pt x="2337" y="2698"/>
                  </a:lnTo>
                  <a:lnTo>
                    <a:pt x="2380" y="2714"/>
                  </a:lnTo>
                  <a:lnTo>
                    <a:pt x="2418" y="2736"/>
                  </a:lnTo>
                  <a:lnTo>
                    <a:pt x="2453" y="2763"/>
                  </a:lnTo>
                  <a:lnTo>
                    <a:pt x="2484" y="2793"/>
                  </a:lnTo>
                  <a:lnTo>
                    <a:pt x="2511" y="2829"/>
                  </a:lnTo>
                  <a:lnTo>
                    <a:pt x="2533" y="2867"/>
                  </a:lnTo>
                  <a:lnTo>
                    <a:pt x="2549" y="2910"/>
                  </a:lnTo>
                  <a:lnTo>
                    <a:pt x="2559" y="2954"/>
                  </a:lnTo>
                  <a:lnTo>
                    <a:pt x="2563" y="3001"/>
                  </a:lnTo>
                  <a:lnTo>
                    <a:pt x="2559" y="3048"/>
                  </a:lnTo>
                  <a:lnTo>
                    <a:pt x="2549" y="3092"/>
                  </a:lnTo>
                  <a:lnTo>
                    <a:pt x="2533" y="3135"/>
                  </a:lnTo>
                  <a:lnTo>
                    <a:pt x="2511" y="3173"/>
                  </a:lnTo>
                  <a:lnTo>
                    <a:pt x="2484" y="3208"/>
                  </a:lnTo>
                  <a:lnTo>
                    <a:pt x="2453" y="3240"/>
                  </a:lnTo>
                  <a:lnTo>
                    <a:pt x="2418" y="3266"/>
                  </a:lnTo>
                  <a:lnTo>
                    <a:pt x="2380" y="3288"/>
                  </a:lnTo>
                  <a:lnTo>
                    <a:pt x="2337" y="3304"/>
                  </a:lnTo>
                  <a:lnTo>
                    <a:pt x="2293" y="3314"/>
                  </a:lnTo>
                  <a:lnTo>
                    <a:pt x="2246" y="3318"/>
                  </a:lnTo>
                  <a:lnTo>
                    <a:pt x="2199" y="3314"/>
                  </a:lnTo>
                  <a:lnTo>
                    <a:pt x="2154" y="3304"/>
                  </a:lnTo>
                  <a:lnTo>
                    <a:pt x="2112" y="3288"/>
                  </a:lnTo>
                  <a:lnTo>
                    <a:pt x="2074" y="3266"/>
                  </a:lnTo>
                  <a:lnTo>
                    <a:pt x="2039" y="3240"/>
                  </a:lnTo>
                  <a:lnTo>
                    <a:pt x="2007" y="3208"/>
                  </a:lnTo>
                  <a:lnTo>
                    <a:pt x="1981" y="3173"/>
                  </a:lnTo>
                  <a:lnTo>
                    <a:pt x="1959" y="3135"/>
                  </a:lnTo>
                  <a:lnTo>
                    <a:pt x="1943" y="3092"/>
                  </a:lnTo>
                  <a:lnTo>
                    <a:pt x="1933" y="3048"/>
                  </a:lnTo>
                  <a:lnTo>
                    <a:pt x="1929" y="3001"/>
                  </a:lnTo>
                  <a:lnTo>
                    <a:pt x="1933" y="2954"/>
                  </a:lnTo>
                  <a:lnTo>
                    <a:pt x="1943" y="2910"/>
                  </a:lnTo>
                  <a:lnTo>
                    <a:pt x="1959" y="2867"/>
                  </a:lnTo>
                  <a:lnTo>
                    <a:pt x="1981" y="2829"/>
                  </a:lnTo>
                  <a:lnTo>
                    <a:pt x="2007" y="2793"/>
                  </a:lnTo>
                  <a:lnTo>
                    <a:pt x="2039" y="2763"/>
                  </a:lnTo>
                  <a:lnTo>
                    <a:pt x="2074" y="2736"/>
                  </a:lnTo>
                  <a:lnTo>
                    <a:pt x="2112" y="2714"/>
                  </a:lnTo>
                  <a:lnTo>
                    <a:pt x="2154" y="2698"/>
                  </a:lnTo>
                  <a:lnTo>
                    <a:pt x="2199" y="2688"/>
                  </a:lnTo>
                  <a:lnTo>
                    <a:pt x="2246" y="2684"/>
                  </a:lnTo>
                  <a:close/>
                  <a:moveTo>
                    <a:pt x="1886" y="2235"/>
                  </a:moveTo>
                  <a:lnTo>
                    <a:pt x="1813" y="2239"/>
                  </a:lnTo>
                  <a:lnTo>
                    <a:pt x="1742" y="2248"/>
                  </a:lnTo>
                  <a:lnTo>
                    <a:pt x="1672" y="2266"/>
                  </a:lnTo>
                  <a:lnTo>
                    <a:pt x="1605" y="2289"/>
                  </a:lnTo>
                  <a:lnTo>
                    <a:pt x="1541" y="2317"/>
                  </a:lnTo>
                  <a:lnTo>
                    <a:pt x="1480" y="2351"/>
                  </a:lnTo>
                  <a:lnTo>
                    <a:pt x="1424" y="2391"/>
                  </a:lnTo>
                  <a:lnTo>
                    <a:pt x="1370" y="2435"/>
                  </a:lnTo>
                  <a:lnTo>
                    <a:pt x="1322" y="2484"/>
                  </a:lnTo>
                  <a:lnTo>
                    <a:pt x="1276" y="2538"/>
                  </a:lnTo>
                  <a:lnTo>
                    <a:pt x="1237" y="2595"/>
                  </a:lnTo>
                  <a:lnTo>
                    <a:pt x="1203" y="2656"/>
                  </a:lnTo>
                  <a:lnTo>
                    <a:pt x="1175" y="2720"/>
                  </a:lnTo>
                  <a:lnTo>
                    <a:pt x="1151" y="2786"/>
                  </a:lnTo>
                  <a:lnTo>
                    <a:pt x="1134" y="2856"/>
                  </a:lnTo>
                  <a:lnTo>
                    <a:pt x="1124" y="2927"/>
                  </a:lnTo>
                  <a:lnTo>
                    <a:pt x="1121" y="3001"/>
                  </a:lnTo>
                  <a:lnTo>
                    <a:pt x="1124" y="3075"/>
                  </a:lnTo>
                  <a:lnTo>
                    <a:pt x="1134" y="3147"/>
                  </a:lnTo>
                  <a:lnTo>
                    <a:pt x="1151" y="3216"/>
                  </a:lnTo>
                  <a:lnTo>
                    <a:pt x="1175" y="3283"/>
                  </a:lnTo>
                  <a:lnTo>
                    <a:pt x="1203" y="3347"/>
                  </a:lnTo>
                  <a:lnTo>
                    <a:pt x="1237" y="3407"/>
                  </a:lnTo>
                  <a:lnTo>
                    <a:pt x="1276" y="3464"/>
                  </a:lnTo>
                  <a:lnTo>
                    <a:pt x="1322" y="3518"/>
                  </a:lnTo>
                  <a:lnTo>
                    <a:pt x="1370" y="3567"/>
                  </a:lnTo>
                  <a:lnTo>
                    <a:pt x="1424" y="3611"/>
                  </a:lnTo>
                  <a:lnTo>
                    <a:pt x="1480" y="3650"/>
                  </a:lnTo>
                  <a:lnTo>
                    <a:pt x="1541" y="3685"/>
                  </a:lnTo>
                  <a:lnTo>
                    <a:pt x="1605" y="3713"/>
                  </a:lnTo>
                  <a:lnTo>
                    <a:pt x="1672" y="3736"/>
                  </a:lnTo>
                  <a:lnTo>
                    <a:pt x="1742" y="3754"/>
                  </a:lnTo>
                  <a:lnTo>
                    <a:pt x="1813" y="3763"/>
                  </a:lnTo>
                  <a:lnTo>
                    <a:pt x="1886" y="3767"/>
                  </a:lnTo>
                  <a:lnTo>
                    <a:pt x="1960" y="3763"/>
                  </a:lnTo>
                  <a:lnTo>
                    <a:pt x="2032" y="3754"/>
                  </a:lnTo>
                  <a:lnTo>
                    <a:pt x="2101" y="3736"/>
                  </a:lnTo>
                  <a:lnTo>
                    <a:pt x="2169" y="3713"/>
                  </a:lnTo>
                  <a:lnTo>
                    <a:pt x="2232" y="3685"/>
                  </a:lnTo>
                  <a:lnTo>
                    <a:pt x="2293" y="3650"/>
                  </a:lnTo>
                  <a:lnTo>
                    <a:pt x="2350" y="3611"/>
                  </a:lnTo>
                  <a:lnTo>
                    <a:pt x="2403" y="3567"/>
                  </a:lnTo>
                  <a:lnTo>
                    <a:pt x="2452" y="3518"/>
                  </a:lnTo>
                  <a:lnTo>
                    <a:pt x="2496" y="3464"/>
                  </a:lnTo>
                  <a:lnTo>
                    <a:pt x="2536" y="3407"/>
                  </a:lnTo>
                  <a:lnTo>
                    <a:pt x="2570" y="3347"/>
                  </a:lnTo>
                  <a:lnTo>
                    <a:pt x="2599" y="3283"/>
                  </a:lnTo>
                  <a:lnTo>
                    <a:pt x="2621" y="3216"/>
                  </a:lnTo>
                  <a:lnTo>
                    <a:pt x="2639" y="3147"/>
                  </a:lnTo>
                  <a:lnTo>
                    <a:pt x="2648" y="3075"/>
                  </a:lnTo>
                  <a:lnTo>
                    <a:pt x="2652" y="3001"/>
                  </a:lnTo>
                  <a:lnTo>
                    <a:pt x="2648" y="2927"/>
                  </a:lnTo>
                  <a:lnTo>
                    <a:pt x="2639" y="2856"/>
                  </a:lnTo>
                  <a:lnTo>
                    <a:pt x="2621" y="2786"/>
                  </a:lnTo>
                  <a:lnTo>
                    <a:pt x="2599" y="2720"/>
                  </a:lnTo>
                  <a:lnTo>
                    <a:pt x="2570" y="2656"/>
                  </a:lnTo>
                  <a:lnTo>
                    <a:pt x="2536" y="2595"/>
                  </a:lnTo>
                  <a:lnTo>
                    <a:pt x="2496" y="2538"/>
                  </a:lnTo>
                  <a:lnTo>
                    <a:pt x="2452" y="2484"/>
                  </a:lnTo>
                  <a:lnTo>
                    <a:pt x="2403" y="2435"/>
                  </a:lnTo>
                  <a:lnTo>
                    <a:pt x="2350" y="2391"/>
                  </a:lnTo>
                  <a:lnTo>
                    <a:pt x="2293" y="2351"/>
                  </a:lnTo>
                  <a:lnTo>
                    <a:pt x="2232" y="2317"/>
                  </a:lnTo>
                  <a:lnTo>
                    <a:pt x="2169" y="2289"/>
                  </a:lnTo>
                  <a:lnTo>
                    <a:pt x="2101" y="2266"/>
                  </a:lnTo>
                  <a:lnTo>
                    <a:pt x="2032" y="2248"/>
                  </a:lnTo>
                  <a:lnTo>
                    <a:pt x="1960" y="2239"/>
                  </a:lnTo>
                  <a:lnTo>
                    <a:pt x="1886" y="2235"/>
                  </a:lnTo>
                  <a:close/>
                  <a:moveTo>
                    <a:pt x="1886" y="2119"/>
                  </a:moveTo>
                  <a:lnTo>
                    <a:pt x="1967" y="2123"/>
                  </a:lnTo>
                  <a:lnTo>
                    <a:pt x="2045" y="2134"/>
                  </a:lnTo>
                  <a:lnTo>
                    <a:pt x="2121" y="2151"/>
                  </a:lnTo>
                  <a:lnTo>
                    <a:pt x="2194" y="2175"/>
                  </a:lnTo>
                  <a:lnTo>
                    <a:pt x="2264" y="2204"/>
                  </a:lnTo>
                  <a:lnTo>
                    <a:pt x="2332" y="2240"/>
                  </a:lnTo>
                  <a:lnTo>
                    <a:pt x="2394" y="2282"/>
                  </a:lnTo>
                  <a:lnTo>
                    <a:pt x="2455" y="2327"/>
                  </a:lnTo>
                  <a:lnTo>
                    <a:pt x="2510" y="2379"/>
                  </a:lnTo>
                  <a:lnTo>
                    <a:pt x="2560" y="2434"/>
                  </a:lnTo>
                  <a:lnTo>
                    <a:pt x="2607" y="2493"/>
                  </a:lnTo>
                  <a:lnTo>
                    <a:pt x="2647" y="2557"/>
                  </a:lnTo>
                  <a:lnTo>
                    <a:pt x="2683" y="2624"/>
                  </a:lnTo>
                  <a:lnTo>
                    <a:pt x="2712" y="2694"/>
                  </a:lnTo>
                  <a:lnTo>
                    <a:pt x="2737" y="2766"/>
                  </a:lnTo>
                  <a:lnTo>
                    <a:pt x="2754" y="2843"/>
                  </a:lnTo>
                  <a:lnTo>
                    <a:pt x="2765" y="2921"/>
                  </a:lnTo>
                  <a:lnTo>
                    <a:pt x="2768" y="3001"/>
                  </a:lnTo>
                  <a:lnTo>
                    <a:pt x="2765" y="3081"/>
                  </a:lnTo>
                  <a:lnTo>
                    <a:pt x="2754" y="3159"/>
                  </a:lnTo>
                  <a:lnTo>
                    <a:pt x="2737" y="3235"/>
                  </a:lnTo>
                  <a:lnTo>
                    <a:pt x="2712" y="3308"/>
                  </a:lnTo>
                  <a:lnTo>
                    <a:pt x="2683" y="3379"/>
                  </a:lnTo>
                  <a:lnTo>
                    <a:pt x="2647" y="3445"/>
                  </a:lnTo>
                  <a:lnTo>
                    <a:pt x="2607" y="3509"/>
                  </a:lnTo>
                  <a:lnTo>
                    <a:pt x="2560" y="3569"/>
                  </a:lnTo>
                  <a:lnTo>
                    <a:pt x="2510" y="3625"/>
                  </a:lnTo>
                  <a:lnTo>
                    <a:pt x="2455" y="3675"/>
                  </a:lnTo>
                  <a:lnTo>
                    <a:pt x="2394" y="3722"/>
                  </a:lnTo>
                  <a:lnTo>
                    <a:pt x="2331" y="3762"/>
                  </a:lnTo>
                  <a:lnTo>
                    <a:pt x="2264" y="3798"/>
                  </a:lnTo>
                  <a:lnTo>
                    <a:pt x="2194" y="3827"/>
                  </a:lnTo>
                  <a:lnTo>
                    <a:pt x="2121" y="3852"/>
                  </a:lnTo>
                  <a:lnTo>
                    <a:pt x="2045" y="3869"/>
                  </a:lnTo>
                  <a:lnTo>
                    <a:pt x="1967" y="3879"/>
                  </a:lnTo>
                  <a:lnTo>
                    <a:pt x="1886" y="3882"/>
                  </a:lnTo>
                  <a:lnTo>
                    <a:pt x="1807" y="3879"/>
                  </a:lnTo>
                  <a:lnTo>
                    <a:pt x="1728" y="3869"/>
                  </a:lnTo>
                  <a:lnTo>
                    <a:pt x="1653" y="3852"/>
                  </a:lnTo>
                  <a:lnTo>
                    <a:pt x="1580" y="3827"/>
                  </a:lnTo>
                  <a:lnTo>
                    <a:pt x="1510" y="3798"/>
                  </a:lnTo>
                  <a:lnTo>
                    <a:pt x="1442" y="3762"/>
                  </a:lnTo>
                  <a:lnTo>
                    <a:pt x="1378" y="3722"/>
                  </a:lnTo>
                  <a:lnTo>
                    <a:pt x="1319" y="3675"/>
                  </a:lnTo>
                  <a:lnTo>
                    <a:pt x="1264" y="3625"/>
                  </a:lnTo>
                  <a:lnTo>
                    <a:pt x="1213" y="3569"/>
                  </a:lnTo>
                  <a:lnTo>
                    <a:pt x="1167" y="3509"/>
                  </a:lnTo>
                  <a:lnTo>
                    <a:pt x="1125" y="3445"/>
                  </a:lnTo>
                  <a:lnTo>
                    <a:pt x="1090" y="3379"/>
                  </a:lnTo>
                  <a:lnTo>
                    <a:pt x="1060" y="3308"/>
                  </a:lnTo>
                  <a:lnTo>
                    <a:pt x="1037" y="3235"/>
                  </a:lnTo>
                  <a:lnTo>
                    <a:pt x="1020" y="3159"/>
                  </a:lnTo>
                  <a:lnTo>
                    <a:pt x="1009" y="3081"/>
                  </a:lnTo>
                  <a:lnTo>
                    <a:pt x="1005" y="3001"/>
                  </a:lnTo>
                  <a:lnTo>
                    <a:pt x="1009" y="2921"/>
                  </a:lnTo>
                  <a:lnTo>
                    <a:pt x="1020" y="2843"/>
                  </a:lnTo>
                  <a:lnTo>
                    <a:pt x="1037" y="2766"/>
                  </a:lnTo>
                  <a:lnTo>
                    <a:pt x="1060" y="2694"/>
                  </a:lnTo>
                  <a:lnTo>
                    <a:pt x="1090" y="2624"/>
                  </a:lnTo>
                  <a:lnTo>
                    <a:pt x="1125" y="2557"/>
                  </a:lnTo>
                  <a:lnTo>
                    <a:pt x="1167" y="2493"/>
                  </a:lnTo>
                  <a:lnTo>
                    <a:pt x="1213" y="2434"/>
                  </a:lnTo>
                  <a:lnTo>
                    <a:pt x="1264" y="2379"/>
                  </a:lnTo>
                  <a:lnTo>
                    <a:pt x="1319" y="2327"/>
                  </a:lnTo>
                  <a:lnTo>
                    <a:pt x="1378" y="2282"/>
                  </a:lnTo>
                  <a:lnTo>
                    <a:pt x="1442" y="2240"/>
                  </a:lnTo>
                  <a:lnTo>
                    <a:pt x="1510" y="2204"/>
                  </a:lnTo>
                  <a:lnTo>
                    <a:pt x="1580" y="2175"/>
                  </a:lnTo>
                  <a:lnTo>
                    <a:pt x="1653" y="2151"/>
                  </a:lnTo>
                  <a:lnTo>
                    <a:pt x="1728" y="2134"/>
                  </a:lnTo>
                  <a:lnTo>
                    <a:pt x="1807" y="2123"/>
                  </a:lnTo>
                  <a:lnTo>
                    <a:pt x="1886" y="2119"/>
                  </a:lnTo>
                  <a:close/>
                  <a:moveTo>
                    <a:pt x="2648" y="1902"/>
                  </a:moveTo>
                  <a:lnTo>
                    <a:pt x="2768" y="1975"/>
                  </a:lnTo>
                  <a:lnTo>
                    <a:pt x="2588" y="2267"/>
                  </a:lnTo>
                  <a:lnTo>
                    <a:pt x="2471" y="2194"/>
                  </a:lnTo>
                  <a:lnTo>
                    <a:pt x="2648" y="1902"/>
                  </a:lnTo>
                  <a:close/>
                  <a:moveTo>
                    <a:pt x="1325" y="1836"/>
                  </a:moveTo>
                  <a:lnTo>
                    <a:pt x="1473" y="2111"/>
                  </a:lnTo>
                  <a:lnTo>
                    <a:pt x="1351" y="2177"/>
                  </a:lnTo>
                  <a:lnTo>
                    <a:pt x="1204" y="1902"/>
                  </a:lnTo>
                  <a:lnTo>
                    <a:pt x="1325" y="1836"/>
                  </a:lnTo>
                  <a:close/>
                  <a:moveTo>
                    <a:pt x="1121" y="1158"/>
                  </a:moveTo>
                  <a:lnTo>
                    <a:pt x="1121" y="1534"/>
                  </a:lnTo>
                  <a:lnTo>
                    <a:pt x="1154" y="1519"/>
                  </a:lnTo>
                  <a:lnTo>
                    <a:pt x="1160" y="1479"/>
                  </a:lnTo>
                  <a:lnTo>
                    <a:pt x="1163" y="1434"/>
                  </a:lnTo>
                  <a:lnTo>
                    <a:pt x="1163" y="1388"/>
                  </a:lnTo>
                  <a:lnTo>
                    <a:pt x="1162" y="1342"/>
                  </a:lnTo>
                  <a:lnTo>
                    <a:pt x="1157" y="1297"/>
                  </a:lnTo>
                  <a:lnTo>
                    <a:pt x="1150" y="1254"/>
                  </a:lnTo>
                  <a:lnTo>
                    <a:pt x="1141" y="1216"/>
                  </a:lnTo>
                  <a:lnTo>
                    <a:pt x="1132" y="1184"/>
                  </a:lnTo>
                  <a:lnTo>
                    <a:pt x="1121" y="1158"/>
                  </a:lnTo>
                  <a:close/>
                  <a:moveTo>
                    <a:pt x="585" y="1158"/>
                  </a:moveTo>
                  <a:lnTo>
                    <a:pt x="576" y="1180"/>
                  </a:lnTo>
                  <a:lnTo>
                    <a:pt x="566" y="1208"/>
                  </a:lnTo>
                  <a:lnTo>
                    <a:pt x="558" y="1242"/>
                  </a:lnTo>
                  <a:lnTo>
                    <a:pt x="551" y="1278"/>
                  </a:lnTo>
                  <a:lnTo>
                    <a:pt x="546" y="1319"/>
                  </a:lnTo>
                  <a:lnTo>
                    <a:pt x="544" y="1361"/>
                  </a:lnTo>
                  <a:lnTo>
                    <a:pt x="542" y="1402"/>
                  </a:lnTo>
                  <a:lnTo>
                    <a:pt x="542" y="1443"/>
                  </a:lnTo>
                  <a:lnTo>
                    <a:pt x="546" y="1483"/>
                  </a:lnTo>
                  <a:lnTo>
                    <a:pt x="552" y="1520"/>
                  </a:lnTo>
                  <a:lnTo>
                    <a:pt x="585" y="1534"/>
                  </a:lnTo>
                  <a:lnTo>
                    <a:pt x="585" y="1158"/>
                  </a:lnTo>
                  <a:close/>
                  <a:moveTo>
                    <a:pt x="1838" y="899"/>
                  </a:moveTo>
                  <a:lnTo>
                    <a:pt x="2129" y="899"/>
                  </a:lnTo>
                  <a:lnTo>
                    <a:pt x="2129" y="1038"/>
                  </a:lnTo>
                  <a:lnTo>
                    <a:pt x="1838" y="1038"/>
                  </a:lnTo>
                  <a:lnTo>
                    <a:pt x="1838" y="899"/>
                  </a:lnTo>
                  <a:close/>
                  <a:moveTo>
                    <a:pt x="853" y="833"/>
                  </a:moveTo>
                  <a:lnTo>
                    <a:pt x="789" y="1253"/>
                  </a:lnTo>
                  <a:lnTo>
                    <a:pt x="853" y="1340"/>
                  </a:lnTo>
                  <a:lnTo>
                    <a:pt x="854" y="1340"/>
                  </a:lnTo>
                  <a:lnTo>
                    <a:pt x="917" y="1253"/>
                  </a:lnTo>
                  <a:lnTo>
                    <a:pt x="854" y="833"/>
                  </a:lnTo>
                  <a:lnTo>
                    <a:pt x="853" y="833"/>
                  </a:lnTo>
                  <a:close/>
                  <a:moveTo>
                    <a:pt x="3119" y="754"/>
                  </a:moveTo>
                  <a:lnTo>
                    <a:pt x="3079" y="757"/>
                  </a:lnTo>
                  <a:lnTo>
                    <a:pt x="3042" y="765"/>
                  </a:lnTo>
                  <a:lnTo>
                    <a:pt x="3007" y="779"/>
                  </a:lnTo>
                  <a:lnTo>
                    <a:pt x="2971" y="798"/>
                  </a:lnTo>
                  <a:lnTo>
                    <a:pt x="2941" y="822"/>
                  </a:lnTo>
                  <a:lnTo>
                    <a:pt x="2915" y="849"/>
                  </a:lnTo>
                  <a:lnTo>
                    <a:pt x="2893" y="879"/>
                  </a:lnTo>
                  <a:lnTo>
                    <a:pt x="2874" y="911"/>
                  </a:lnTo>
                  <a:lnTo>
                    <a:pt x="2862" y="947"/>
                  </a:lnTo>
                  <a:lnTo>
                    <a:pt x="2853" y="984"/>
                  </a:lnTo>
                  <a:lnTo>
                    <a:pt x="2851" y="1021"/>
                  </a:lnTo>
                  <a:lnTo>
                    <a:pt x="2853" y="1059"/>
                  </a:lnTo>
                  <a:lnTo>
                    <a:pt x="2862" y="1097"/>
                  </a:lnTo>
                  <a:lnTo>
                    <a:pt x="2876" y="1134"/>
                  </a:lnTo>
                  <a:lnTo>
                    <a:pt x="2894" y="1168"/>
                  </a:lnTo>
                  <a:lnTo>
                    <a:pt x="2917" y="1197"/>
                  </a:lnTo>
                  <a:lnTo>
                    <a:pt x="2944" y="1224"/>
                  </a:lnTo>
                  <a:lnTo>
                    <a:pt x="2974" y="1247"/>
                  </a:lnTo>
                  <a:lnTo>
                    <a:pt x="3007" y="1265"/>
                  </a:lnTo>
                  <a:lnTo>
                    <a:pt x="3042" y="1278"/>
                  </a:lnTo>
                  <a:lnTo>
                    <a:pt x="3079" y="1286"/>
                  </a:lnTo>
                  <a:lnTo>
                    <a:pt x="3119" y="1289"/>
                  </a:lnTo>
                  <a:lnTo>
                    <a:pt x="3157" y="1286"/>
                  </a:lnTo>
                  <a:lnTo>
                    <a:pt x="3193" y="1278"/>
                  </a:lnTo>
                  <a:lnTo>
                    <a:pt x="3230" y="1265"/>
                  </a:lnTo>
                  <a:lnTo>
                    <a:pt x="3265" y="1245"/>
                  </a:lnTo>
                  <a:lnTo>
                    <a:pt x="3295" y="1222"/>
                  </a:lnTo>
                  <a:lnTo>
                    <a:pt x="3322" y="1195"/>
                  </a:lnTo>
                  <a:lnTo>
                    <a:pt x="3344" y="1164"/>
                  </a:lnTo>
                  <a:lnTo>
                    <a:pt x="3362" y="1131"/>
                  </a:lnTo>
                  <a:lnTo>
                    <a:pt x="3375" y="1097"/>
                  </a:lnTo>
                  <a:lnTo>
                    <a:pt x="3382" y="1060"/>
                  </a:lnTo>
                  <a:lnTo>
                    <a:pt x="3386" y="1023"/>
                  </a:lnTo>
                  <a:lnTo>
                    <a:pt x="3382" y="985"/>
                  </a:lnTo>
                  <a:lnTo>
                    <a:pt x="3375" y="947"/>
                  </a:lnTo>
                  <a:lnTo>
                    <a:pt x="3362" y="910"/>
                  </a:lnTo>
                  <a:lnTo>
                    <a:pt x="3342" y="876"/>
                  </a:lnTo>
                  <a:lnTo>
                    <a:pt x="3320" y="845"/>
                  </a:lnTo>
                  <a:lnTo>
                    <a:pt x="3293" y="819"/>
                  </a:lnTo>
                  <a:lnTo>
                    <a:pt x="3262" y="797"/>
                  </a:lnTo>
                  <a:lnTo>
                    <a:pt x="3229" y="779"/>
                  </a:lnTo>
                  <a:lnTo>
                    <a:pt x="3193" y="765"/>
                  </a:lnTo>
                  <a:lnTo>
                    <a:pt x="3157" y="757"/>
                  </a:lnTo>
                  <a:lnTo>
                    <a:pt x="3119" y="754"/>
                  </a:lnTo>
                  <a:close/>
                  <a:moveTo>
                    <a:pt x="3254" y="494"/>
                  </a:moveTo>
                  <a:lnTo>
                    <a:pt x="3271" y="498"/>
                  </a:lnTo>
                  <a:lnTo>
                    <a:pt x="3342" y="525"/>
                  </a:lnTo>
                  <a:lnTo>
                    <a:pt x="3358" y="533"/>
                  </a:lnTo>
                  <a:lnTo>
                    <a:pt x="3371" y="544"/>
                  </a:lnTo>
                  <a:lnTo>
                    <a:pt x="3380" y="559"/>
                  </a:lnTo>
                  <a:lnTo>
                    <a:pt x="3385" y="576"/>
                  </a:lnTo>
                  <a:lnTo>
                    <a:pt x="3386" y="593"/>
                  </a:lnTo>
                  <a:lnTo>
                    <a:pt x="3382" y="611"/>
                  </a:lnTo>
                  <a:lnTo>
                    <a:pt x="3362" y="667"/>
                  </a:lnTo>
                  <a:lnTo>
                    <a:pt x="3395" y="692"/>
                  </a:lnTo>
                  <a:lnTo>
                    <a:pt x="3425" y="720"/>
                  </a:lnTo>
                  <a:lnTo>
                    <a:pt x="3452" y="752"/>
                  </a:lnTo>
                  <a:lnTo>
                    <a:pt x="3508" y="726"/>
                  </a:lnTo>
                  <a:lnTo>
                    <a:pt x="3525" y="721"/>
                  </a:lnTo>
                  <a:lnTo>
                    <a:pt x="3542" y="721"/>
                  </a:lnTo>
                  <a:lnTo>
                    <a:pt x="3559" y="725"/>
                  </a:lnTo>
                  <a:lnTo>
                    <a:pt x="3574" y="732"/>
                  </a:lnTo>
                  <a:lnTo>
                    <a:pt x="3587" y="744"/>
                  </a:lnTo>
                  <a:lnTo>
                    <a:pt x="3597" y="759"/>
                  </a:lnTo>
                  <a:lnTo>
                    <a:pt x="3628" y="828"/>
                  </a:lnTo>
                  <a:lnTo>
                    <a:pt x="3634" y="845"/>
                  </a:lnTo>
                  <a:lnTo>
                    <a:pt x="3634" y="863"/>
                  </a:lnTo>
                  <a:lnTo>
                    <a:pt x="3630" y="881"/>
                  </a:lnTo>
                  <a:lnTo>
                    <a:pt x="3623" y="895"/>
                  </a:lnTo>
                  <a:lnTo>
                    <a:pt x="3611" y="909"/>
                  </a:lnTo>
                  <a:lnTo>
                    <a:pt x="3595" y="917"/>
                  </a:lnTo>
                  <a:lnTo>
                    <a:pt x="3541" y="943"/>
                  </a:lnTo>
                  <a:lnTo>
                    <a:pt x="3547" y="985"/>
                  </a:lnTo>
                  <a:lnTo>
                    <a:pt x="3548" y="1026"/>
                  </a:lnTo>
                  <a:lnTo>
                    <a:pt x="3546" y="1067"/>
                  </a:lnTo>
                  <a:lnTo>
                    <a:pt x="3602" y="1088"/>
                  </a:lnTo>
                  <a:lnTo>
                    <a:pt x="3618" y="1097"/>
                  </a:lnTo>
                  <a:lnTo>
                    <a:pt x="3630" y="1109"/>
                  </a:lnTo>
                  <a:lnTo>
                    <a:pt x="3640" y="1123"/>
                  </a:lnTo>
                  <a:lnTo>
                    <a:pt x="3645" y="1140"/>
                  </a:lnTo>
                  <a:lnTo>
                    <a:pt x="3646" y="1157"/>
                  </a:lnTo>
                  <a:lnTo>
                    <a:pt x="3641" y="1175"/>
                  </a:lnTo>
                  <a:lnTo>
                    <a:pt x="3616" y="1245"/>
                  </a:lnTo>
                  <a:lnTo>
                    <a:pt x="3607" y="1261"/>
                  </a:lnTo>
                  <a:lnTo>
                    <a:pt x="3596" y="1275"/>
                  </a:lnTo>
                  <a:lnTo>
                    <a:pt x="3580" y="1283"/>
                  </a:lnTo>
                  <a:lnTo>
                    <a:pt x="3564" y="1289"/>
                  </a:lnTo>
                  <a:lnTo>
                    <a:pt x="3546" y="1289"/>
                  </a:lnTo>
                  <a:lnTo>
                    <a:pt x="3528" y="1286"/>
                  </a:lnTo>
                  <a:lnTo>
                    <a:pt x="3473" y="1265"/>
                  </a:lnTo>
                  <a:lnTo>
                    <a:pt x="3447" y="1298"/>
                  </a:lnTo>
                  <a:lnTo>
                    <a:pt x="3419" y="1329"/>
                  </a:lnTo>
                  <a:lnTo>
                    <a:pt x="3389" y="1356"/>
                  </a:lnTo>
                  <a:lnTo>
                    <a:pt x="3413" y="1411"/>
                  </a:lnTo>
                  <a:lnTo>
                    <a:pt x="3418" y="1428"/>
                  </a:lnTo>
                  <a:lnTo>
                    <a:pt x="3419" y="1445"/>
                  </a:lnTo>
                  <a:lnTo>
                    <a:pt x="3416" y="1463"/>
                  </a:lnTo>
                  <a:lnTo>
                    <a:pt x="3407" y="1477"/>
                  </a:lnTo>
                  <a:lnTo>
                    <a:pt x="3396" y="1491"/>
                  </a:lnTo>
                  <a:lnTo>
                    <a:pt x="3380" y="1501"/>
                  </a:lnTo>
                  <a:lnTo>
                    <a:pt x="3311" y="1531"/>
                  </a:lnTo>
                  <a:lnTo>
                    <a:pt x="3294" y="1537"/>
                  </a:lnTo>
                  <a:lnTo>
                    <a:pt x="3277" y="1537"/>
                  </a:lnTo>
                  <a:lnTo>
                    <a:pt x="3260" y="1534"/>
                  </a:lnTo>
                  <a:lnTo>
                    <a:pt x="3245" y="1526"/>
                  </a:lnTo>
                  <a:lnTo>
                    <a:pt x="3231" y="1514"/>
                  </a:lnTo>
                  <a:lnTo>
                    <a:pt x="3222" y="1498"/>
                  </a:lnTo>
                  <a:lnTo>
                    <a:pt x="3197" y="1444"/>
                  </a:lnTo>
                  <a:lnTo>
                    <a:pt x="3155" y="1450"/>
                  </a:lnTo>
                  <a:lnTo>
                    <a:pt x="3114" y="1452"/>
                  </a:lnTo>
                  <a:lnTo>
                    <a:pt x="3073" y="1449"/>
                  </a:lnTo>
                  <a:lnTo>
                    <a:pt x="3052" y="1506"/>
                  </a:lnTo>
                  <a:lnTo>
                    <a:pt x="3044" y="1522"/>
                  </a:lnTo>
                  <a:lnTo>
                    <a:pt x="3031" y="1534"/>
                  </a:lnTo>
                  <a:lnTo>
                    <a:pt x="3017" y="1544"/>
                  </a:lnTo>
                  <a:lnTo>
                    <a:pt x="2999" y="1549"/>
                  </a:lnTo>
                  <a:lnTo>
                    <a:pt x="2982" y="1550"/>
                  </a:lnTo>
                  <a:lnTo>
                    <a:pt x="2965" y="1545"/>
                  </a:lnTo>
                  <a:lnTo>
                    <a:pt x="2894" y="1519"/>
                  </a:lnTo>
                  <a:lnTo>
                    <a:pt x="2878" y="1510"/>
                  </a:lnTo>
                  <a:lnTo>
                    <a:pt x="2866" y="1499"/>
                  </a:lnTo>
                  <a:lnTo>
                    <a:pt x="2856" y="1485"/>
                  </a:lnTo>
                  <a:lnTo>
                    <a:pt x="2851" y="1468"/>
                  </a:lnTo>
                  <a:lnTo>
                    <a:pt x="2850" y="1450"/>
                  </a:lnTo>
                  <a:lnTo>
                    <a:pt x="2855" y="1432"/>
                  </a:lnTo>
                  <a:lnTo>
                    <a:pt x="2876" y="1377"/>
                  </a:lnTo>
                  <a:lnTo>
                    <a:pt x="2842" y="1351"/>
                  </a:lnTo>
                  <a:lnTo>
                    <a:pt x="2812" y="1323"/>
                  </a:lnTo>
                  <a:lnTo>
                    <a:pt x="2783" y="1292"/>
                  </a:lnTo>
                  <a:lnTo>
                    <a:pt x="2729" y="1317"/>
                  </a:lnTo>
                  <a:lnTo>
                    <a:pt x="2712" y="1323"/>
                  </a:lnTo>
                  <a:lnTo>
                    <a:pt x="2695" y="1323"/>
                  </a:lnTo>
                  <a:lnTo>
                    <a:pt x="2678" y="1319"/>
                  </a:lnTo>
                  <a:lnTo>
                    <a:pt x="2662" y="1310"/>
                  </a:lnTo>
                  <a:lnTo>
                    <a:pt x="2650" y="1299"/>
                  </a:lnTo>
                  <a:lnTo>
                    <a:pt x="2640" y="1283"/>
                  </a:lnTo>
                  <a:lnTo>
                    <a:pt x="2608" y="1215"/>
                  </a:lnTo>
                  <a:lnTo>
                    <a:pt x="2603" y="1197"/>
                  </a:lnTo>
                  <a:lnTo>
                    <a:pt x="2602" y="1180"/>
                  </a:lnTo>
                  <a:lnTo>
                    <a:pt x="2606" y="1163"/>
                  </a:lnTo>
                  <a:lnTo>
                    <a:pt x="2614" y="1148"/>
                  </a:lnTo>
                  <a:lnTo>
                    <a:pt x="2626" y="1135"/>
                  </a:lnTo>
                  <a:lnTo>
                    <a:pt x="2641" y="1125"/>
                  </a:lnTo>
                  <a:lnTo>
                    <a:pt x="2695" y="1100"/>
                  </a:lnTo>
                  <a:lnTo>
                    <a:pt x="2690" y="1059"/>
                  </a:lnTo>
                  <a:lnTo>
                    <a:pt x="2688" y="1017"/>
                  </a:lnTo>
                  <a:lnTo>
                    <a:pt x="2690" y="976"/>
                  </a:lnTo>
                  <a:lnTo>
                    <a:pt x="2635" y="956"/>
                  </a:lnTo>
                  <a:lnTo>
                    <a:pt x="2619" y="947"/>
                  </a:lnTo>
                  <a:lnTo>
                    <a:pt x="2606" y="936"/>
                  </a:lnTo>
                  <a:lnTo>
                    <a:pt x="2597" y="920"/>
                  </a:lnTo>
                  <a:lnTo>
                    <a:pt x="2591" y="904"/>
                  </a:lnTo>
                  <a:lnTo>
                    <a:pt x="2591" y="886"/>
                  </a:lnTo>
                  <a:lnTo>
                    <a:pt x="2594" y="868"/>
                  </a:lnTo>
                  <a:lnTo>
                    <a:pt x="2620" y="797"/>
                  </a:lnTo>
                  <a:lnTo>
                    <a:pt x="2629" y="782"/>
                  </a:lnTo>
                  <a:lnTo>
                    <a:pt x="2641" y="769"/>
                  </a:lnTo>
                  <a:lnTo>
                    <a:pt x="2656" y="760"/>
                  </a:lnTo>
                  <a:lnTo>
                    <a:pt x="2673" y="755"/>
                  </a:lnTo>
                  <a:lnTo>
                    <a:pt x="2690" y="754"/>
                  </a:lnTo>
                  <a:lnTo>
                    <a:pt x="2707" y="758"/>
                  </a:lnTo>
                  <a:lnTo>
                    <a:pt x="2764" y="779"/>
                  </a:lnTo>
                  <a:lnTo>
                    <a:pt x="2788" y="746"/>
                  </a:lnTo>
                  <a:lnTo>
                    <a:pt x="2817" y="715"/>
                  </a:lnTo>
                  <a:lnTo>
                    <a:pt x="2849" y="687"/>
                  </a:lnTo>
                  <a:lnTo>
                    <a:pt x="2823" y="633"/>
                  </a:lnTo>
                  <a:lnTo>
                    <a:pt x="2818" y="615"/>
                  </a:lnTo>
                  <a:lnTo>
                    <a:pt x="2817" y="598"/>
                  </a:lnTo>
                  <a:lnTo>
                    <a:pt x="2822" y="581"/>
                  </a:lnTo>
                  <a:lnTo>
                    <a:pt x="2829" y="565"/>
                  </a:lnTo>
                  <a:lnTo>
                    <a:pt x="2841" y="553"/>
                  </a:lnTo>
                  <a:lnTo>
                    <a:pt x="2856" y="543"/>
                  </a:lnTo>
                  <a:lnTo>
                    <a:pt x="2925" y="511"/>
                  </a:lnTo>
                  <a:lnTo>
                    <a:pt x="2942" y="506"/>
                  </a:lnTo>
                  <a:lnTo>
                    <a:pt x="2960" y="505"/>
                  </a:lnTo>
                  <a:lnTo>
                    <a:pt x="2976" y="510"/>
                  </a:lnTo>
                  <a:lnTo>
                    <a:pt x="2992" y="517"/>
                  </a:lnTo>
                  <a:lnTo>
                    <a:pt x="3004" y="530"/>
                  </a:lnTo>
                  <a:lnTo>
                    <a:pt x="3014" y="544"/>
                  </a:lnTo>
                  <a:lnTo>
                    <a:pt x="3040" y="598"/>
                  </a:lnTo>
                  <a:lnTo>
                    <a:pt x="3082" y="593"/>
                  </a:lnTo>
                  <a:lnTo>
                    <a:pt x="3122" y="592"/>
                  </a:lnTo>
                  <a:lnTo>
                    <a:pt x="3164" y="595"/>
                  </a:lnTo>
                  <a:lnTo>
                    <a:pt x="3185" y="538"/>
                  </a:lnTo>
                  <a:lnTo>
                    <a:pt x="3193" y="522"/>
                  </a:lnTo>
                  <a:lnTo>
                    <a:pt x="3204" y="510"/>
                  </a:lnTo>
                  <a:lnTo>
                    <a:pt x="3220" y="500"/>
                  </a:lnTo>
                  <a:lnTo>
                    <a:pt x="3236" y="495"/>
                  </a:lnTo>
                  <a:lnTo>
                    <a:pt x="3254" y="494"/>
                  </a:lnTo>
                  <a:close/>
                  <a:moveTo>
                    <a:pt x="3131" y="256"/>
                  </a:moveTo>
                  <a:lnTo>
                    <a:pt x="3057" y="259"/>
                  </a:lnTo>
                  <a:lnTo>
                    <a:pt x="2985" y="269"/>
                  </a:lnTo>
                  <a:lnTo>
                    <a:pt x="2916" y="286"/>
                  </a:lnTo>
                  <a:lnTo>
                    <a:pt x="2849" y="310"/>
                  </a:lnTo>
                  <a:lnTo>
                    <a:pt x="2785" y="338"/>
                  </a:lnTo>
                  <a:lnTo>
                    <a:pt x="2725" y="372"/>
                  </a:lnTo>
                  <a:lnTo>
                    <a:pt x="2667" y="412"/>
                  </a:lnTo>
                  <a:lnTo>
                    <a:pt x="2614" y="456"/>
                  </a:lnTo>
                  <a:lnTo>
                    <a:pt x="2565" y="505"/>
                  </a:lnTo>
                  <a:lnTo>
                    <a:pt x="2521" y="559"/>
                  </a:lnTo>
                  <a:lnTo>
                    <a:pt x="2482" y="615"/>
                  </a:lnTo>
                  <a:lnTo>
                    <a:pt x="2447" y="677"/>
                  </a:lnTo>
                  <a:lnTo>
                    <a:pt x="2418" y="741"/>
                  </a:lnTo>
                  <a:lnTo>
                    <a:pt x="2396" y="807"/>
                  </a:lnTo>
                  <a:lnTo>
                    <a:pt x="2378" y="877"/>
                  </a:lnTo>
                  <a:lnTo>
                    <a:pt x="2367" y="948"/>
                  </a:lnTo>
                  <a:lnTo>
                    <a:pt x="2365" y="1022"/>
                  </a:lnTo>
                  <a:lnTo>
                    <a:pt x="2367" y="1096"/>
                  </a:lnTo>
                  <a:lnTo>
                    <a:pt x="2378" y="1168"/>
                  </a:lnTo>
                  <a:lnTo>
                    <a:pt x="2396" y="1237"/>
                  </a:lnTo>
                  <a:lnTo>
                    <a:pt x="2418" y="1304"/>
                  </a:lnTo>
                  <a:lnTo>
                    <a:pt x="2447" y="1368"/>
                  </a:lnTo>
                  <a:lnTo>
                    <a:pt x="2482" y="1428"/>
                  </a:lnTo>
                  <a:lnTo>
                    <a:pt x="2521" y="1485"/>
                  </a:lnTo>
                  <a:lnTo>
                    <a:pt x="2565" y="1539"/>
                  </a:lnTo>
                  <a:lnTo>
                    <a:pt x="2614" y="1588"/>
                  </a:lnTo>
                  <a:lnTo>
                    <a:pt x="2667" y="1632"/>
                  </a:lnTo>
                  <a:lnTo>
                    <a:pt x="2725" y="1671"/>
                  </a:lnTo>
                  <a:lnTo>
                    <a:pt x="2785" y="1706"/>
                  </a:lnTo>
                  <a:lnTo>
                    <a:pt x="2849" y="1734"/>
                  </a:lnTo>
                  <a:lnTo>
                    <a:pt x="2916" y="1757"/>
                  </a:lnTo>
                  <a:lnTo>
                    <a:pt x="2985" y="1774"/>
                  </a:lnTo>
                  <a:lnTo>
                    <a:pt x="3057" y="1784"/>
                  </a:lnTo>
                  <a:lnTo>
                    <a:pt x="3131" y="1788"/>
                  </a:lnTo>
                  <a:lnTo>
                    <a:pt x="3204" y="1784"/>
                  </a:lnTo>
                  <a:lnTo>
                    <a:pt x="3276" y="1774"/>
                  </a:lnTo>
                  <a:lnTo>
                    <a:pt x="3346" y="1757"/>
                  </a:lnTo>
                  <a:lnTo>
                    <a:pt x="3412" y="1734"/>
                  </a:lnTo>
                  <a:lnTo>
                    <a:pt x="3476" y="1706"/>
                  </a:lnTo>
                  <a:lnTo>
                    <a:pt x="3537" y="1671"/>
                  </a:lnTo>
                  <a:lnTo>
                    <a:pt x="3593" y="1632"/>
                  </a:lnTo>
                  <a:lnTo>
                    <a:pt x="3646" y="1588"/>
                  </a:lnTo>
                  <a:lnTo>
                    <a:pt x="3695" y="1539"/>
                  </a:lnTo>
                  <a:lnTo>
                    <a:pt x="3740" y="1485"/>
                  </a:lnTo>
                  <a:lnTo>
                    <a:pt x="3780" y="1428"/>
                  </a:lnTo>
                  <a:lnTo>
                    <a:pt x="3814" y="1368"/>
                  </a:lnTo>
                  <a:lnTo>
                    <a:pt x="3843" y="1304"/>
                  </a:lnTo>
                  <a:lnTo>
                    <a:pt x="3866" y="1237"/>
                  </a:lnTo>
                  <a:lnTo>
                    <a:pt x="3883" y="1168"/>
                  </a:lnTo>
                  <a:lnTo>
                    <a:pt x="3893" y="1096"/>
                  </a:lnTo>
                  <a:lnTo>
                    <a:pt x="3897" y="1022"/>
                  </a:lnTo>
                  <a:lnTo>
                    <a:pt x="3893" y="948"/>
                  </a:lnTo>
                  <a:lnTo>
                    <a:pt x="3883" y="877"/>
                  </a:lnTo>
                  <a:lnTo>
                    <a:pt x="3866" y="807"/>
                  </a:lnTo>
                  <a:lnTo>
                    <a:pt x="3843" y="741"/>
                  </a:lnTo>
                  <a:lnTo>
                    <a:pt x="3814" y="677"/>
                  </a:lnTo>
                  <a:lnTo>
                    <a:pt x="3780" y="615"/>
                  </a:lnTo>
                  <a:lnTo>
                    <a:pt x="3740" y="559"/>
                  </a:lnTo>
                  <a:lnTo>
                    <a:pt x="3695" y="505"/>
                  </a:lnTo>
                  <a:lnTo>
                    <a:pt x="3646" y="456"/>
                  </a:lnTo>
                  <a:lnTo>
                    <a:pt x="3593" y="412"/>
                  </a:lnTo>
                  <a:lnTo>
                    <a:pt x="3537" y="372"/>
                  </a:lnTo>
                  <a:lnTo>
                    <a:pt x="3476" y="338"/>
                  </a:lnTo>
                  <a:lnTo>
                    <a:pt x="3412" y="310"/>
                  </a:lnTo>
                  <a:lnTo>
                    <a:pt x="3346" y="286"/>
                  </a:lnTo>
                  <a:lnTo>
                    <a:pt x="3276" y="269"/>
                  </a:lnTo>
                  <a:lnTo>
                    <a:pt x="3204" y="259"/>
                  </a:lnTo>
                  <a:lnTo>
                    <a:pt x="3131" y="256"/>
                  </a:lnTo>
                  <a:close/>
                  <a:moveTo>
                    <a:pt x="853" y="220"/>
                  </a:moveTo>
                  <a:lnTo>
                    <a:pt x="896" y="224"/>
                  </a:lnTo>
                  <a:lnTo>
                    <a:pt x="935" y="234"/>
                  </a:lnTo>
                  <a:lnTo>
                    <a:pt x="973" y="250"/>
                  </a:lnTo>
                  <a:lnTo>
                    <a:pt x="1008" y="270"/>
                  </a:lnTo>
                  <a:lnTo>
                    <a:pt x="1038" y="296"/>
                  </a:lnTo>
                  <a:lnTo>
                    <a:pt x="1064" y="327"/>
                  </a:lnTo>
                  <a:lnTo>
                    <a:pt x="1085" y="361"/>
                  </a:lnTo>
                  <a:lnTo>
                    <a:pt x="1101" y="398"/>
                  </a:lnTo>
                  <a:lnTo>
                    <a:pt x="1111" y="439"/>
                  </a:lnTo>
                  <a:lnTo>
                    <a:pt x="1114" y="482"/>
                  </a:lnTo>
                  <a:lnTo>
                    <a:pt x="1111" y="523"/>
                  </a:lnTo>
                  <a:lnTo>
                    <a:pt x="1101" y="564"/>
                  </a:lnTo>
                  <a:lnTo>
                    <a:pt x="1085" y="601"/>
                  </a:lnTo>
                  <a:lnTo>
                    <a:pt x="1064" y="635"/>
                  </a:lnTo>
                  <a:lnTo>
                    <a:pt x="1038" y="666"/>
                  </a:lnTo>
                  <a:lnTo>
                    <a:pt x="1008" y="692"/>
                  </a:lnTo>
                  <a:lnTo>
                    <a:pt x="973" y="712"/>
                  </a:lnTo>
                  <a:lnTo>
                    <a:pt x="935" y="728"/>
                  </a:lnTo>
                  <a:lnTo>
                    <a:pt x="896" y="738"/>
                  </a:lnTo>
                  <a:lnTo>
                    <a:pt x="853" y="742"/>
                  </a:lnTo>
                  <a:lnTo>
                    <a:pt x="811" y="738"/>
                  </a:lnTo>
                  <a:lnTo>
                    <a:pt x="771" y="728"/>
                  </a:lnTo>
                  <a:lnTo>
                    <a:pt x="733" y="712"/>
                  </a:lnTo>
                  <a:lnTo>
                    <a:pt x="700" y="692"/>
                  </a:lnTo>
                  <a:lnTo>
                    <a:pt x="669" y="666"/>
                  </a:lnTo>
                  <a:lnTo>
                    <a:pt x="643" y="635"/>
                  </a:lnTo>
                  <a:lnTo>
                    <a:pt x="621" y="601"/>
                  </a:lnTo>
                  <a:lnTo>
                    <a:pt x="605" y="564"/>
                  </a:lnTo>
                  <a:lnTo>
                    <a:pt x="595" y="523"/>
                  </a:lnTo>
                  <a:lnTo>
                    <a:pt x="593" y="482"/>
                  </a:lnTo>
                  <a:lnTo>
                    <a:pt x="595" y="439"/>
                  </a:lnTo>
                  <a:lnTo>
                    <a:pt x="605" y="398"/>
                  </a:lnTo>
                  <a:lnTo>
                    <a:pt x="621" y="361"/>
                  </a:lnTo>
                  <a:lnTo>
                    <a:pt x="643" y="327"/>
                  </a:lnTo>
                  <a:lnTo>
                    <a:pt x="669" y="296"/>
                  </a:lnTo>
                  <a:lnTo>
                    <a:pt x="700" y="270"/>
                  </a:lnTo>
                  <a:lnTo>
                    <a:pt x="733" y="250"/>
                  </a:lnTo>
                  <a:lnTo>
                    <a:pt x="771" y="234"/>
                  </a:lnTo>
                  <a:lnTo>
                    <a:pt x="811" y="224"/>
                  </a:lnTo>
                  <a:lnTo>
                    <a:pt x="853" y="220"/>
                  </a:lnTo>
                  <a:close/>
                  <a:moveTo>
                    <a:pt x="3131" y="140"/>
                  </a:moveTo>
                  <a:lnTo>
                    <a:pt x="3211" y="144"/>
                  </a:lnTo>
                  <a:lnTo>
                    <a:pt x="3289" y="154"/>
                  </a:lnTo>
                  <a:lnTo>
                    <a:pt x="3364" y="171"/>
                  </a:lnTo>
                  <a:lnTo>
                    <a:pt x="3438" y="196"/>
                  </a:lnTo>
                  <a:lnTo>
                    <a:pt x="3508" y="225"/>
                  </a:lnTo>
                  <a:lnTo>
                    <a:pt x="3575" y="261"/>
                  </a:lnTo>
                  <a:lnTo>
                    <a:pt x="3639" y="301"/>
                  </a:lnTo>
                  <a:lnTo>
                    <a:pt x="3698" y="348"/>
                  </a:lnTo>
                  <a:lnTo>
                    <a:pt x="3753" y="398"/>
                  </a:lnTo>
                  <a:lnTo>
                    <a:pt x="3805" y="455"/>
                  </a:lnTo>
                  <a:lnTo>
                    <a:pt x="3850" y="514"/>
                  </a:lnTo>
                  <a:lnTo>
                    <a:pt x="3892" y="577"/>
                  </a:lnTo>
                  <a:lnTo>
                    <a:pt x="3927" y="644"/>
                  </a:lnTo>
                  <a:lnTo>
                    <a:pt x="3957" y="715"/>
                  </a:lnTo>
                  <a:lnTo>
                    <a:pt x="3980" y="787"/>
                  </a:lnTo>
                  <a:lnTo>
                    <a:pt x="3997" y="863"/>
                  </a:lnTo>
                  <a:lnTo>
                    <a:pt x="4008" y="942"/>
                  </a:lnTo>
                  <a:lnTo>
                    <a:pt x="4012" y="1022"/>
                  </a:lnTo>
                  <a:lnTo>
                    <a:pt x="4008" y="1102"/>
                  </a:lnTo>
                  <a:lnTo>
                    <a:pt x="3997" y="1180"/>
                  </a:lnTo>
                  <a:lnTo>
                    <a:pt x="3980" y="1256"/>
                  </a:lnTo>
                  <a:lnTo>
                    <a:pt x="3957" y="1329"/>
                  </a:lnTo>
                  <a:lnTo>
                    <a:pt x="3927" y="1400"/>
                  </a:lnTo>
                  <a:lnTo>
                    <a:pt x="3892" y="1466"/>
                  </a:lnTo>
                  <a:lnTo>
                    <a:pt x="3850" y="1530"/>
                  </a:lnTo>
                  <a:lnTo>
                    <a:pt x="3805" y="1590"/>
                  </a:lnTo>
                  <a:lnTo>
                    <a:pt x="3753" y="1646"/>
                  </a:lnTo>
                  <a:lnTo>
                    <a:pt x="3698" y="1696"/>
                  </a:lnTo>
                  <a:lnTo>
                    <a:pt x="3639" y="1743"/>
                  </a:lnTo>
                  <a:lnTo>
                    <a:pt x="3575" y="1783"/>
                  </a:lnTo>
                  <a:lnTo>
                    <a:pt x="3508" y="1819"/>
                  </a:lnTo>
                  <a:lnTo>
                    <a:pt x="3438" y="1848"/>
                  </a:lnTo>
                  <a:lnTo>
                    <a:pt x="3364" y="1873"/>
                  </a:lnTo>
                  <a:lnTo>
                    <a:pt x="3289" y="1890"/>
                  </a:lnTo>
                  <a:lnTo>
                    <a:pt x="3211" y="1900"/>
                  </a:lnTo>
                  <a:lnTo>
                    <a:pt x="3131" y="1903"/>
                  </a:lnTo>
                  <a:lnTo>
                    <a:pt x="3050" y="1900"/>
                  </a:lnTo>
                  <a:lnTo>
                    <a:pt x="2972" y="1890"/>
                  </a:lnTo>
                  <a:lnTo>
                    <a:pt x="2896" y="1873"/>
                  </a:lnTo>
                  <a:lnTo>
                    <a:pt x="2823" y="1848"/>
                  </a:lnTo>
                  <a:lnTo>
                    <a:pt x="2753" y="1819"/>
                  </a:lnTo>
                  <a:lnTo>
                    <a:pt x="2685" y="1783"/>
                  </a:lnTo>
                  <a:lnTo>
                    <a:pt x="2623" y="1743"/>
                  </a:lnTo>
                  <a:lnTo>
                    <a:pt x="2563" y="1696"/>
                  </a:lnTo>
                  <a:lnTo>
                    <a:pt x="2507" y="1646"/>
                  </a:lnTo>
                  <a:lnTo>
                    <a:pt x="2457" y="1589"/>
                  </a:lnTo>
                  <a:lnTo>
                    <a:pt x="2410" y="1530"/>
                  </a:lnTo>
                  <a:lnTo>
                    <a:pt x="2370" y="1466"/>
                  </a:lnTo>
                  <a:lnTo>
                    <a:pt x="2334" y="1400"/>
                  </a:lnTo>
                  <a:lnTo>
                    <a:pt x="2305" y="1329"/>
                  </a:lnTo>
                  <a:lnTo>
                    <a:pt x="2280" y="1256"/>
                  </a:lnTo>
                  <a:lnTo>
                    <a:pt x="2263" y="1180"/>
                  </a:lnTo>
                  <a:lnTo>
                    <a:pt x="2252" y="1102"/>
                  </a:lnTo>
                  <a:lnTo>
                    <a:pt x="2250" y="1022"/>
                  </a:lnTo>
                  <a:lnTo>
                    <a:pt x="2252" y="942"/>
                  </a:lnTo>
                  <a:lnTo>
                    <a:pt x="2263" y="863"/>
                  </a:lnTo>
                  <a:lnTo>
                    <a:pt x="2280" y="787"/>
                  </a:lnTo>
                  <a:lnTo>
                    <a:pt x="2305" y="715"/>
                  </a:lnTo>
                  <a:lnTo>
                    <a:pt x="2334" y="644"/>
                  </a:lnTo>
                  <a:lnTo>
                    <a:pt x="2370" y="577"/>
                  </a:lnTo>
                  <a:lnTo>
                    <a:pt x="2410" y="514"/>
                  </a:lnTo>
                  <a:lnTo>
                    <a:pt x="2457" y="455"/>
                  </a:lnTo>
                  <a:lnTo>
                    <a:pt x="2507" y="398"/>
                  </a:lnTo>
                  <a:lnTo>
                    <a:pt x="2563" y="348"/>
                  </a:lnTo>
                  <a:lnTo>
                    <a:pt x="2623" y="301"/>
                  </a:lnTo>
                  <a:lnTo>
                    <a:pt x="2685" y="261"/>
                  </a:lnTo>
                  <a:lnTo>
                    <a:pt x="2753" y="225"/>
                  </a:lnTo>
                  <a:lnTo>
                    <a:pt x="2823" y="196"/>
                  </a:lnTo>
                  <a:lnTo>
                    <a:pt x="2896" y="171"/>
                  </a:lnTo>
                  <a:lnTo>
                    <a:pt x="2972" y="154"/>
                  </a:lnTo>
                  <a:lnTo>
                    <a:pt x="3050" y="144"/>
                  </a:lnTo>
                  <a:lnTo>
                    <a:pt x="3131" y="140"/>
                  </a:lnTo>
                  <a:close/>
                  <a:moveTo>
                    <a:pt x="853" y="122"/>
                  </a:moveTo>
                  <a:lnTo>
                    <a:pt x="778" y="126"/>
                  </a:lnTo>
                  <a:lnTo>
                    <a:pt x="706" y="137"/>
                  </a:lnTo>
                  <a:lnTo>
                    <a:pt x="636" y="155"/>
                  </a:lnTo>
                  <a:lnTo>
                    <a:pt x="568" y="180"/>
                  </a:lnTo>
                  <a:lnTo>
                    <a:pt x="504" y="210"/>
                  </a:lnTo>
                  <a:lnTo>
                    <a:pt x="444" y="247"/>
                  </a:lnTo>
                  <a:lnTo>
                    <a:pt x="388" y="289"/>
                  </a:lnTo>
                  <a:lnTo>
                    <a:pt x="336" y="337"/>
                  </a:lnTo>
                  <a:lnTo>
                    <a:pt x="290" y="388"/>
                  </a:lnTo>
                  <a:lnTo>
                    <a:pt x="247" y="445"/>
                  </a:lnTo>
                  <a:lnTo>
                    <a:pt x="210" y="505"/>
                  </a:lnTo>
                  <a:lnTo>
                    <a:pt x="179" y="569"/>
                  </a:lnTo>
                  <a:lnTo>
                    <a:pt x="155" y="636"/>
                  </a:lnTo>
                  <a:lnTo>
                    <a:pt x="137" y="706"/>
                  </a:lnTo>
                  <a:lnTo>
                    <a:pt x="126" y="779"/>
                  </a:lnTo>
                  <a:lnTo>
                    <a:pt x="122" y="854"/>
                  </a:lnTo>
                  <a:lnTo>
                    <a:pt x="125" y="921"/>
                  </a:lnTo>
                  <a:lnTo>
                    <a:pt x="135" y="989"/>
                  </a:lnTo>
                  <a:lnTo>
                    <a:pt x="150" y="1053"/>
                  </a:lnTo>
                  <a:lnTo>
                    <a:pt x="171" y="1115"/>
                  </a:lnTo>
                  <a:lnTo>
                    <a:pt x="196" y="1174"/>
                  </a:lnTo>
                  <a:lnTo>
                    <a:pt x="227" y="1231"/>
                  </a:lnTo>
                  <a:lnTo>
                    <a:pt x="263" y="1285"/>
                  </a:lnTo>
                  <a:lnTo>
                    <a:pt x="303" y="1335"/>
                  </a:lnTo>
                  <a:lnTo>
                    <a:pt x="347" y="1380"/>
                  </a:lnTo>
                  <a:lnTo>
                    <a:pt x="346" y="1359"/>
                  </a:lnTo>
                  <a:lnTo>
                    <a:pt x="346" y="1342"/>
                  </a:lnTo>
                  <a:lnTo>
                    <a:pt x="345" y="1329"/>
                  </a:lnTo>
                  <a:lnTo>
                    <a:pt x="346" y="1274"/>
                  </a:lnTo>
                  <a:lnTo>
                    <a:pt x="352" y="1222"/>
                  </a:lnTo>
                  <a:lnTo>
                    <a:pt x="363" y="1173"/>
                  </a:lnTo>
                  <a:lnTo>
                    <a:pt x="378" y="1127"/>
                  </a:lnTo>
                  <a:lnTo>
                    <a:pt x="398" y="1086"/>
                  </a:lnTo>
                  <a:lnTo>
                    <a:pt x="420" y="1046"/>
                  </a:lnTo>
                  <a:lnTo>
                    <a:pt x="444" y="1010"/>
                  </a:lnTo>
                  <a:lnTo>
                    <a:pt x="471" y="976"/>
                  </a:lnTo>
                  <a:lnTo>
                    <a:pt x="500" y="946"/>
                  </a:lnTo>
                  <a:lnTo>
                    <a:pt x="528" y="917"/>
                  </a:lnTo>
                  <a:lnTo>
                    <a:pt x="556" y="893"/>
                  </a:lnTo>
                  <a:lnTo>
                    <a:pt x="584" y="870"/>
                  </a:lnTo>
                  <a:lnTo>
                    <a:pt x="611" y="850"/>
                  </a:lnTo>
                  <a:lnTo>
                    <a:pt x="637" y="833"/>
                  </a:lnTo>
                  <a:lnTo>
                    <a:pt x="659" y="818"/>
                  </a:lnTo>
                  <a:lnTo>
                    <a:pt x="680" y="806"/>
                  </a:lnTo>
                  <a:lnTo>
                    <a:pt x="686" y="802"/>
                  </a:lnTo>
                  <a:lnTo>
                    <a:pt x="692" y="800"/>
                  </a:lnTo>
                  <a:lnTo>
                    <a:pt x="723" y="781"/>
                  </a:lnTo>
                  <a:lnTo>
                    <a:pt x="756" y="766"/>
                  </a:lnTo>
                  <a:lnTo>
                    <a:pt x="789" y="757"/>
                  </a:lnTo>
                  <a:lnTo>
                    <a:pt x="790" y="757"/>
                  </a:lnTo>
                  <a:lnTo>
                    <a:pt x="853" y="823"/>
                  </a:lnTo>
                  <a:lnTo>
                    <a:pt x="918" y="758"/>
                  </a:lnTo>
                  <a:lnTo>
                    <a:pt x="951" y="768"/>
                  </a:lnTo>
                  <a:lnTo>
                    <a:pt x="983" y="781"/>
                  </a:lnTo>
                  <a:lnTo>
                    <a:pt x="1014" y="800"/>
                  </a:lnTo>
                  <a:lnTo>
                    <a:pt x="1020" y="802"/>
                  </a:lnTo>
                  <a:lnTo>
                    <a:pt x="1027" y="806"/>
                  </a:lnTo>
                  <a:lnTo>
                    <a:pt x="1047" y="818"/>
                  </a:lnTo>
                  <a:lnTo>
                    <a:pt x="1070" y="833"/>
                  </a:lnTo>
                  <a:lnTo>
                    <a:pt x="1096" y="851"/>
                  </a:lnTo>
                  <a:lnTo>
                    <a:pt x="1123" y="871"/>
                  </a:lnTo>
                  <a:lnTo>
                    <a:pt x="1151" y="893"/>
                  </a:lnTo>
                  <a:lnTo>
                    <a:pt x="1179" y="919"/>
                  </a:lnTo>
                  <a:lnTo>
                    <a:pt x="1209" y="947"/>
                  </a:lnTo>
                  <a:lnTo>
                    <a:pt x="1237" y="978"/>
                  </a:lnTo>
                  <a:lnTo>
                    <a:pt x="1263" y="1012"/>
                  </a:lnTo>
                  <a:lnTo>
                    <a:pt x="1289" y="1049"/>
                  </a:lnTo>
                  <a:lnTo>
                    <a:pt x="1311" y="1089"/>
                  </a:lnTo>
                  <a:lnTo>
                    <a:pt x="1329" y="1132"/>
                  </a:lnTo>
                  <a:lnTo>
                    <a:pt x="1344" y="1178"/>
                  </a:lnTo>
                  <a:lnTo>
                    <a:pt x="1355" y="1227"/>
                  </a:lnTo>
                  <a:lnTo>
                    <a:pt x="1361" y="1280"/>
                  </a:lnTo>
                  <a:lnTo>
                    <a:pt x="1360" y="1336"/>
                  </a:lnTo>
                  <a:lnTo>
                    <a:pt x="1360" y="1347"/>
                  </a:lnTo>
                  <a:lnTo>
                    <a:pt x="1359" y="1363"/>
                  </a:lnTo>
                  <a:lnTo>
                    <a:pt x="1359" y="1382"/>
                  </a:lnTo>
                  <a:lnTo>
                    <a:pt x="1403" y="1335"/>
                  </a:lnTo>
                  <a:lnTo>
                    <a:pt x="1442" y="1285"/>
                  </a:lnTo>
                  <a:lnTo>
                    <a:pt x="1479" y="1232"/>
                  </a:lnTo>
                  <a:lnTo>
                    <a:pt x="1510" y="1174"/>
                  </a:lnTo>
                  <a:lnTo>
                    <a:pt x="1535" y="1115"/>
                  </a:lnTo>
                  <a:lnTo>
                    <a:pt x="1556" y="1053"/>
                  </a:lnTo>
                  <a:lnTo>
                    <a:pt x="1572" y="989"/>
                  </a:lnTo>
                  <a:lnTo>
                    <a:pt x="1581" y="921"/>
                  </a:lnTo>
                  <a:lnTo>
                    <a:pt x="1584" y="854"/>
                  </a:lnTo>
                  <a:lnTo>
                    <a:pt x="1581" y="779"/>
                  </a:lnTo>
                  <a:lnTo>
                    <a:pt x="1570" y="706"/>
                  </a:lnTo>
                  <a:lnTo>
                    <a:pt x="1551" y="636"/>
                  </a:lnTo>
                  <a:lnTo>
                    <a:pt x="1527" y="569"/>
                  </a:lnTo>
                  <a:lnTo>
                    <a:pt x="1496" y="505"/>
                  </a:lnTo>
                  <a:lnTo>
                    <a:pt x="1459" y="445"/>
                  </a:lnTo>
                  <a:lnTo>
                    <a:pt x="1418" y="388"/>
                  </a:lnTo>
                  <a:lnTo>
                    <a:pt x="1370" y="337"/>
                  </a:lnTo>
                  <a:lnTo>
                    <a:pt x="1318" y="289"/>
                  </a:lnTo>
                  <a:lnTo>
                    <a:pt x="1262" y="247"/>
                  </a:lnTo>
                  <a:lnTo>
                    <a:pt x="1202" y="210"/>
                  </a:lnTo>
                  <a:lnTo>
                    <a:pt x="1138" y="180"/>
                  </a:lnTo>
                  <a:lnTo>
                    <a:pt x="1070" y="155"/>
                  </a:lnTo>
                  <a:lnTo>
                    <a:pt x="1000" y="137"/>
                  </a:lnTo>
                  <a:lnTo>
                    <a:pt x="928" y="126"/>
                  </a:lnTo>
                  <a:lnTo>
                    <a:pt x="853" y="122"/>
                  </a:lnTo>
                  <a:close/>
                  <a:moveTo>
                    <a:pt x="853" y="0"/>
                  </a:moveTo>
                  <a:lnTo>
                    <a:pt x="935" y="4"/>
                  </a:lnTo>
                  <a:lnTo>
                    <a:pt x="1015" y="15"/>
                  </a:lnTo>
                  <a:lnTo>
                    <a:pt x="1092" y="34"/>
                  </a:lnTo>
                  <a:lnTo>
                    <a:pt x="1167" y="59"/>
                  </a:lnTo>
                  <a:lnTo>
                    <a:pt x="1238" y="91"/>
                  </a:lnTo>
                  <a:lnTo>
                    <a:pt x="1306" y="131"/>
                  </a:lnTo>
                  <a:lnTo>
                    <a:pt x="1368" y="173"/>
                  </a:lnTo>
                  <a:lnTo>
                    <a:pt x="1429" y="224"/>
                  </a:lnTo>
                  <a:lnTo>
                    <a:pt x="1483" y="278"/>
                  </a:lnTo>
                  <a:lnTo>
                    <a:pt x="1532" y="337"/>
                  </a:lnTo>
                  <a:lnTo>
                    <a:pt x="1576" y="401"/>
                  </a:lnTo>
                  <a:lnTo>
                    <a:pt x="1614" y="468"/>
                  </a:lnTo>
                  <a:lnTo>
                    <a:pt x="1646" y="539"/>
                  </a:lnTo>
                  <a:lnTo>
                    <a:pt x="1672" y="614"/>
                  </a:lnTo>
                  <a:lnTo>
                    <a:pt x="1691" y="692"/>
                  </a:lnTo>
                  <a:lnTo>
                    <a:pt x="1702" y="771"/>
                  </a:lnTo>
                  <a:lnTo>
                    <a:pt x="1706" y="854"/>
                  </a:lnTo>
                  <a:lnTo>
                    <a:pt x="1702" y="936"/>
                  </a:lnTo>
                  <a:lnTo>
                    <a:pt x="1691" y="1016"/>
                  </a:lnTo>
                  <a:lnTo>
                    <a:pt x="1672" y="1093"/>
                  </a:lnTo>
                  <a:lnTo>
                    <a:pt x="1646" y="1167"/>
                  </a:lnTo>
                  <a:lnTo>
                    <a:pt x="1614" y="1238"/>
                  </a:lnTo>
                  <a:lnTo>
                    <a:pt x="1576" y="1305"/>
                  </a:lnTo>
                  <a:lnTo>
                    <a:pt x="1532" y="1369"/>
                  </a:lnTo>
                  <a:lnTo>
                    <a:pt x="1483" y="1428"/>
                  </a:lnTo>
                  <a:lnTo>
                    <a:pt x="1429" y="1483"/>
                  </a:lnTo>
                  <a:lnTo>
                    <a:pt x="1368" y="1533"/>
                  </a:lnTo>
                  <a:lnTo>
                    <a:pt x="1306" y="1577"/>
                  </a:lnTo>
                  <a:lnTo>
                    <a:pt x="1238" y="1615"/>
                  </a:lnTo>
                  <a:lnTo>
                    <a:pt x="1167" y="1647"/>
                  </a:lnTo>
                  <a:lnTo>
                    <a:pt x="1092" y="1673"/>
                  </a:lnTo>
                  <a:lnTo>
                    <a:pt x="1015" y="1691"/>
                  </a:lnTo>
                  <a:lnTo>
                    <a:pt x="935" y="1703"/>
                  </a:lnTo>
                  <a:lnTo>
                    <a:pt x="853" y="1707"/>
                  </a:lnTo>
                  <a:lnTo>
                    <a:pt x="771" y="1703"/>
                  </a:lnTo>
                  <a:lnTo>
                    <a:pt x="691" y="1691"/>
                  </a:lnTo>
                  <a:lnTo>
                    <a:pt x="614" y="1673"/>
                  </a:lnTo>
                  <a:lnTo>
                    <a:pt x="540" y="1647"/>
                  </a:lnTo>
                  <a:lnTo>
                    <a:pt x="469" y="1615"/>
                  </a:lnTo>
                  <a:lnTo>
                    <a:pt x="401" y="1577"/>
                  </a:lnTo>
                  <a:lnTo>
                    <a:pt x="338" y="1533"/>
                  </a:lnTo>
                  <a:lnTo>
                    <a:pt x="279" y="1483"/>
                  </a:lnTo>
                  <a:lnTo>
                    <a:pt x="223" y="1428"/>
                  </a:lnTo>
                  <a:lnTo>
                    <a:pt x="174" y="1369"/>
                  </a:lnTo>
                  <a:lnTo>
                    <a:pt x="130" y="1305"/>
                  </a:lnTo>
                  <a:lnTo>
                    <a:pt x="92" y="1238"/>
                  </a:lnTo>
                  <a:lnTo>
                    <a:pt x="60" y="1167"/>
                  </a:lnTo>
                  <a:lnTo>
                    <a:pt x="34" y="1093"/>
                  </a:lnTo>
                  <a:lnTo>
                    <a:pt x="16" y="1016"/>
                  </a:lnTo>
                  <a:lnTo>
                    <a:pt x="4" y="936"/>
                  </a:lnTo>
                  <a:lnTo>
                    <a:pt x="0" y="854"/>
                  </a:lnTo>
                  <a:lnTo>
                    <a:pt x="4" y="771"/>
                  </a:lnTo>
                  <a:lnTo>
                    <a:pt x="16" y="692"/>
                  </a:lnTo>
                  <a:lnTo>
                    <a:pt x="34" y="614"/>
                  </a:lnTo>
                  <a:lnTo>
                    <a:pt x="60" y="539"/>
                  </a:lnTo>
                  <a:lnTo>
                    <a:pt x="92" y="468"/>
                  </a:lnTo>
                  <a:lnTo>
                    <a:pt x="130" y="401"/>
                  </a:lnTo>
                  <a:lnTo>
                    <a:pt x="174" y="337"/>
                  </a:lnTo>
                  <a:lnTo>
                    <a:pt x="223" y="278"/>
                  </a:lnTo>
                  <a:lnTo>
                    <a:pt x="279" y="224"/>
                  </a:lnTo>
                  <a:lnTo>
                    <a:pt x="338" y="173"/>
                  </a:lnTo>
                  <a:lnTo>
                    <a:pt x="401" y="131"/>
                  </a:lnTo>
                  <a:lnTo>
                    <a:pt x="469" y="91"/>
                  </a:lnTo>
                  <a:lnTo>
                    <a:pt x="540" y="59"/>
                  </a:lnTo>
                  <a:lnTo>
                    <a:pt x="614" y="34"/>
                  </a:lnTo>
                  <a:lnTo>
                    <a:pt x="691" y="15"/>
                  </a:lnTo>
                  <a:lnTo>
                    <a:pt x="771" y="4"/>
                  </a:lnTo>
                  <a:lnTo>
                    <a:pt x="853" y="0"/>
                  </a:lnTo>
                  <a:lnTo>
                    <a:pt x="853" y="0"/>
                  </a:lnTo>
                  <a:close/>
                </a:path>
              </a:pathLst>
            </a:custGeom>
            <a:solidFill>
              <a:schemeClr val="accent6"/>
            </a:solidFill>
            <a:ln w="0">
              <a:noFill/>
              <a:prstDash val="solid"/>
              <a:round/>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Times New Roman" panose="02020603050405020304" pitchFamily="18" charset="0"/>
                <a:cs typeface="Times New Roman" panose="02020603050405020304" pitchFamily="18" charset="0"/>
              </a:endParaRPr>
            </a:p>
          </p:txBody>
        </p:sp>
      </p:grpSp>
      <p:sp>
        <p:nvSpPr>
          <p:cNvPr id="27" name="Donut 101"/>
          <p:cNvSpPr/>
          <p:nvPr/>
        </p:nvSpPr>
        <p:spPr>
          <a:xfrm>
            <a:off x="963458" y="1326976"/>
            <a:ext cx="3871476" cy="3871476"/>
          </a:xfrm>
          <a:prstGeom prst="donut">
            <a:avLst>
              <a:gd name="adj" fmla="val 1514"/>
            </a:avLst>
          </a:prstGeom>
          <a:gradFill>
            <a:gsLst>
              <a:gs pos="16000">
                <a:schemeClr val="bg1">
                  <a:lumMod val="8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solidFill>
                <a:schemeClr val="tx1"/>
              </a:solidFill>
              <a:latin typeface="Times New Roman" panose="02020603050405020304" pitchFamily="18" charset="0"/>
              <a:cs typeface="Times New Roman" panose="02020603050405020304" pitchFamily="18" charset="0"/>
            </a:endParaRPr>
          </a:p>
        </p:txBody>
      </p:sp>
      <p:sp>
        <p:nvSpPr>
          <p:cNvPr id="29" name="Donut 2"/>
          <p:cNvSpPr/>
          <p:nvPr/>
        </p:nvSpPr>
        <p:spPr>
          <a:xfrm>
            <a:off x="1153016" y="1464760"/>
            <a:ext cx="3519523" cy="3519523"/>
          </a:xfrm>
          <a:prstGeom prst="donut">
            <a:avLst>
              <a:gd name="adj" fmla="val 10687"/>
            </a:avLst>
          </a:prstGeom>
          <a:gradFill>
            <a:gsLst>
              <a:gs pos="16000">
                <a:schemeClr val="bg1">
                  <a:lumMod val="9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tx1"/>
              </a:solidFill>
              <a:latin typeface="Times New Roman" panose="02020603050405020304" pitchFamily="18" charset="0"/>
              <a:cs typeface="Times New Roman" panose="02020603050405020304" pitchFamily="18" charset="0"/>
            </a:endParaRPr>
          </a:p>
        </p:txBody>
      </p:sp>
      <p:sp>
        <p:nvSpPr>
          <p:cNvPr id="3" name="ZoneTexte 2"/>
          <p:cNvSpPr txBox="1"/>
          <p:nvPr/>
        </p:nvSpPr>
        <p:spPr>
          <a:xfrm>
            <a:off x="2310014" y="2891289"/>
            <a:ext cx="24237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 </a:t>
            </a:r>
          </a:p>
        </p:txBody>
      </p:sp>
      <p:sp>
        <p:nvSpPr>
          <p:cNvPr id="4" name="Rectangle 3"/>
          <p:cNvSpPr/>
          <p:nvPr/>
        </p:nvSpPr>
        <p:spPr>
          <a:xfrm>
            <a:off x="1529580" y="2624356"/>
            <a:ext cx="2885007" cy="1200329"/>
          </a:xfrm>
          <a:prstGeom prst="rect">
            <a:avLst/>
          </a:prstGeom>
        </p:spPr>
        <p:txBody>
          <a:bodyPr wrap="square">
            <a:spAutoFit/>
          </a:bodyPr>
          <a:lstStyle/>
          <a:p>
            <a:pPr algn="ctr"/>
            <a:r>
              <a:rPr lang="en-US" sz="7200" b="1" dirty="0">
                <a:solidFill>
                  <a:schemeClr val="accent1">
                    <a:lumMod val="50000"/>
                  </a:schemeClr>
                </a:solidFill>
                <a:latin typeface="Times New Roman" panose="02020603050405020304" pitchFamily="18" charset="0"/>
                <a:cs typeface="Times New Roman" panose="02020603050405020304" pitchFamily="18" charset="0"/>
              </a:rPr>
              <a:t>PLAN</a:t>
            </a:r>
            <a:endParaRPr lang="fr-FR" sz="72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47" name="Groupe 46"/>
          <p:cNvGrpSpPr/>
          <p:nvPr/>
        </p:nvGrpSpPr>
        <p:grpSpPr>
          <a:xfrm>
            <a:off x="4884292" y="1852404"/>
            <a:ext cx="6486714" cy="846717"/>
            <a:chOff x="5226948" y="1852404"/>
            <a:chExt cx="6919332" cy="846717"/>
          </a:xfrm>
        </p:grpSpPr>
        <p:sp>
          <p:nvSpPr>
            <p:cNvPr id="36" name="Forme libre 35"/>
            <p:cNvSpPr/>
            <p:nvPr/>
          </p:nvSpPr>
          <p:spPr>
            <a:xfrm>
              <a:off x="5650307" y="1908048"/>
              <a:ext cx="6495973" cy="762045"/>
            </a:xfrm>
            <a:custGeom>
              <a:avLst/>
              <a:gdLst>
                <a:gd name="connsiteX0" fmla="*/ 0 w 4936243"/>
                <a:gd name="connsiteY0" fmla="*/ 112898 h 677373"/>
                <a:gd name="connsiteX1" fmla="*/ 112898 w 4936243"/>
                <a:gd name="connsiteY1" fmla="*/ 0 h 677373"/>
                <a:gd name="connsiteX2" fmla="*/ 4823345 w 4936243"/>
                <a:gd name="connsiteY2" fmla="*/ 0 h 677373"/>
                <a:gd name="connsiteX3" fmla="*/ 4936243 w 4936243"/>
                <a:gd name="connsiteY3" fmla="*/ 112898 h 677373"/>
                <a:gd name="connsiteX4" fmla="*/ 4936243 w 4936243"/>
                <a:gd name="connsiteY4" fmla="*/ 564475 h 677373"/>
                <a:gd name="connsiteX5" fmla="*/ 4823345 w 4936243"/>
                <a:gd name="connsiteY5" fmla="*/ 677373 h 677373"/>
                <a:gd name="connsiteX6" fmla="*/ 112898 w 4936243"/>
                <a:gd name="connsiteY6" fmla="*/ 677373 h 677373"/>
                <a:gd name="connsiteX7" fmla="*/ 0 w 4936243"/>
                <a:gd name="connsiteY7" fmla="*/ 564475 h 677373"/>
                <a:gd name="connsiteX8" fmla="*/ 0 w 4936243"/>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36243" h="677373">
                  <a:moveTo>
                    <a:pt x="0" y="112898"/>
                  </a:moveTo>
                  <a:cubicBezTo>
                    <a:pt x="0" y="50546"/>
                    <a:pt x="50546" y="0"/>
                    <a:pt x="112898" y="0"/>
                  </a:cubicBezTo>
                  <a:lnTo>
                    <a:pt x="4823345" y="0"/>
                  </a:lnTo>
                  <a:cubicBezTo>
                    <a:pt x="4885697" y="0"/>
                    <a:pt x="4936243" y="50546"/>
                    <a:pt x="4936243" y="112898"/>
                  </a:cubicBezTo>
                  <a:lnTo>
                    <a:pt x="4936243" y="564475"/>
                  </a:lnTo>
                  <a:cubicBezTo>
                    <a:pt x="4936243" y="626827"/>
                    <a:pt x="4885697" y="677373"/>
                    <a:pt x="4823345" y="677373"/>
                  </a:cubicBezTo>
                  <a:lnTo>
                    <a:pt x="112898" y="677373"/>
                  </a:lnTo>
                  <a:cubicBezTo>
                    <a:pt x="50546" y="677373"/>
                    <a:pt x="0" y="626827"/>
                    <a:pt x="0" y="564475"/>
                  </a:cubicBezTo>
                  <a:lnTo>
                    <a:pt x="0" y="112898"/>
                  </a:lnTo>
                  <a:close/>
                </a:path>
              </a:pathLst>
            </a:custGeom>
            <a:solidFill>
              <a:srgbClr val="3B6D11"/>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104187" rIns="104187" bIns="104187" numCol="1" spcCol="1270" anchor="ctr" anchorCtr="0">
              <a:noAutofit/>
            </a:bodyPr>
            <a:lstStyle/>
            <a:p>
              <a:pPr defTabSz="1244600">
                <a:lnSpc>
                  <a:spcPct val="90000"/>
                </a:lnSpc>
                <a:spcBef>
                  <a:spcPct val="0"/>
                </a:spcBef>
                <a:spcAft>
                  <a:spcPct val="35000"/>
                </a:spcAft>
              </a:pPr>
              <a:r>
                <a:rPr lang="fr-FR" sz="2800" b="1" dirty="0">
                  <a:solidFill>
                    <a:schemeClr val="bg1"/>
                  </a:solidFill>
                  <a:latin typeface="Times New Roman" panose="02020603050405020304" pitchFamily="18" charset="0"/>
                  <a:cs typeface="Times New Roman" panose="02020603050405020304" pitchFamily="18" charset="0"/>
                </a:rPr>
                <a:t>2. Conception de la solution </a:t>
              </a:r>
              <a:endParaRPr lang="fr-FR" sz="2300" kern="1200" dirty="0">
                <a:solidFill>
                  <a:schemeClr val="bg1"/>
                </a:solidFill>
                <a:latin typeface="Times New Roman" panose="02020603050405020304" pitchFamily="18" charset="0"/>
                <a:cs typeface="Times New Roman" panose="02020603050405020304" pitchFamily="18" charset="0"/>
              </a:endParaRPr>
            </a:p>
          </p:txBody>
        </p:sp>
        <p:sp>
          <p:nvSpPr>
            <p:cNvPr id="37" name="Ellipse 36"/>
            <p:cNvSpPr/>
            <p:nvPr/>
          </p:nvSpPr>
          <p:spPr>
            <a:xfrm>
              <a:off x="5226948" y="1852404"/>
              <a:ext cx="846717" cy="846717"/>
            </a:xfrm>
            <a:prstGeom prst="ellipse">
              <a:avLst/>
            </a:prstGeom>
            <a:ln w="38100">
              <a:solidFill>
                <a:srgbClr val="3B6D1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a:latin typeface="Times New Roman" panose="02020603050405020304" pitchFamily="18" charset="0"/>
                <a:cs typeface="Times New Roman" panose="02020603050405020304" pitchFamily="18" charset="0"/>
              </a:endParaRPr>
            </a:p>
          </p:txBody>
        </p:sp>
        <p:pic>
          <p:nvPicPr>
            <p:cNvPr id="9" name="Imag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20327" y="2079839"/>
              <a:ext cx="467336" cy="408585"/>
            </a:xfrm>
            <a:prstGeom prst="rect">
              <a:avLst/>
            </a:prstGeom>
          </p:spPr>
        </p:pic>
      </p:grpSp>
      <p:grpSp>
        <p:nvGrpSpPr>
          <p:cNvPr id="48" name="Groupe 47"/>
          <p:cNvGrpSpPr/>
          <p:nvPr/>
        </p:nvGrpSpPr>
        <p:grpSpPr>
          <a:xfrm>
            <a:off x="5033267" y="2868140"/>
            <a:ext cx="6337739" cy="846717"/>
            <a:chOff x="5375923" y="2868140"/>
            <a:chExt cx="5961970" cy="846717"/>
          </a:xfrm>
        </p:grpSpPr>
        <p:sp>
          <p:nvSpPr>
            <p:cNvPr id="38" name="Forme libre 37"/>
            <p:cNvSpPr/>
            <p:nvPr/>
          </p:nvSpPr>
          <p:spPr>
            <a:xfrm>
              <a:off x="5799281" y="2952812"/>
              <a:ext cx="5538612" cy="677373"/>
            </a:xfrm>
            <a:custGeom>
              <a:avLst/>
              <a:gdLst>
                <a:gd name="connsiteX0" fmla="*/ 0 w 4787269"/>
                <a:gd name="connsiteY0" fmla="*/ 112898 h 677373"/>
                <a:gd name="connsiteX1" fmla="*/ 112898 w 4787269"/>
                <a:gd name="connsiteY1" fmla="*/ 0 h 677373"/>
                <a:gd name="connsiteX2" fmla="*/ 4674371 w 4787269"/>
                <a:gd name="connsiteY2" fmla="*/ 0 h 677373"/>
                <a:gd name="connsiteX3" fmla="*/ 4787269 w 4787269"/>
                <a:gd name="connsiteY3" fmla="*/ 112898 h 677373"/>
                <a:gd name="connsiteX4" fmla="*/ 4787269 w 4787269"/>
                <a:gd name="connsiteY4" fmla="*/ 564475 h 677373"/>
                <a:gd name="connsiteX5" fmla="*/ 4674371 w 4787269"/>
                <a:gd name="connsiteY5" fmla="*/ 677373 h 677373"/>
                <a:gd name="connsiteX6" fmla="*/ 112898 w 4787269"/>
                <a:gd name="connsiteY6" fmla="*/ 677373 h 677373"/>
                <a:gd name="connsiteX7" fmla="*/ 0 w 4787269"/>
                <a:gd name="connsiteY7" fmla="*/ 564475 h 677373"/>
                <a:gd name="connsiteX8" fmla="*/ 0 w 4787269"/>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7269" h="677373">
                  <a:moveTo>
                    <a:pt x="0" y="112898"/>
                  </a:moveTo>
                  <a:cubicBezTo>
                    <a:pt x="0" y="50546"/>
                    <a:pt x="50546" y="0"/>
                    <a:pt x="112898" y="0"/>
                  </a:cubicBezTo>
                  <a:lnTo>
                    <a:pt x="4674371" y="0"/>
                  </a:lnTo>
                  <a:cubicBezTo>
                    <a:pt x="4736723" y="0"/>
                    <a:pt x="4787269" y="50546"/>
                    <a:pt x="4787269" y="112898"/>
                  </a:cubicBezTo>
                  <a:lnTo>
                    <a:pt x="4787269" y="564475"/>
                  </a:lnTo>
                  <a:cubicBezTo>
                    <a:pt x="4787269" y="626827"/>
                    <a:pt x="4736723" y="677373"/>
                    <a:pt x="4674371" y="677373"/>
                  </a:cubicBezTo>
                  <a:lnTo>
                    <a:pt x="112898" y="677373"/>
                  </a:lnTo>
                  <a:cubicBezTo>
                    <a:pt x="50546" y="677373"/>
                    <a:pt x="0" y="626827"/>
                    <a:pt x="0" y="564475"/>
                  </a:cubicBezTo>
                  <a:lnTo>
                    <a:pt x="0" y="112898"/>
                  </a:lnTo>
                  <a:close/>
                </a:path>
              </a:pathLst>
            </a:custGeom>
            <a:solidFill>
              <a:srgbClr val="639922"/>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94027" rIns="94027" bIns="94027" numCol="1" spcCol="1270" anchor="ctr" anchorCtr="0">
              <a:noAutofit/>
            </a:bodyPr>
            <a:lstStyle/>
            <a:p>
              <a:pPr lvl="0" algn="l" defTabSz="1066800">
                <a:lnSpc>
                  <a:spcPct val="90000"/>
                </a:lnSpc>
                <a:spcBef>
                  <a:spcPct val="0"/>
                </a:spcBef>
                <a:spcAft>
                  <a:spcPct val="35000"/>
                </a:spcAft>
              </a:pPr>
              <a:r>
                <a:rPr lang="fr-FR" altLang="ko-KR" sz="2600" b="1" kern="1200" dirty="0">
                  <a:solidFill>
                    <a:schemeClr val="bg1"/>
                  </a:solidFill>
                  <a:latin typeface="Times New Roman" panose="02020603050405020304" pitchFamily="18" charset="0"/>
                  <a:cs typeface="Times New Roman" panose="02020603050405020304" pitchFamily="18" charset="0"/>
                </a:rPr>
                <a:t>3. </a:t>
              </a:r>
              <a:r>
                <a:rPr lang="fr-FR" altLang="ko-KR" sz="2600" b="1" dirty="0">
                  <a:solidFill>
                    <a:schemeClr val="bg1"/>
                  </a:solidFill>
                  <a:latin typeface="Times New Roman" panose="02020603050405020304" pitchFamily="18" charset="0"/>
                  <a:cs typeface="Times New Roman" panose="02020603050405020304" pitchFamily="18" charset="0"/>
                </a:rPr>
                <a:t>Méthodologie adaptée</a:t>
              </a:r>
              <a:endParaRPr lang="fr-FR" sz="2600" kern="1200" dirty="0">
                <a:solidFill>
                  <a:schemeClr val="bg1"/>
                </a:solidFill>
                <a:latin typeface="Times New Roman" panose="02020603050405020304" pitchFamily="18" charset="0"/>
                <a:cs typeface="Times New Roman" panose="02020603050405020304" pitchFamily="18" charset="0"/>
              </a:endParaRPr>
            </a:p>
          </p:txBody>
        </p:sp>
        <p:sp>
          <p:nvSpPr>
            <p:cNvPr id="40" name="Ellipse 39"/>
            <p:cNvSpPr/>
            <p:nvPr/>
          </p:nvSpPr>
          <p:spPr>
            <a:xfrm>
              <a:off x="5375923" y="2868140"/>
              <a:ext cx="846717" cy="846717"/>
            </a:xfrm>
            <a:prstGeom prst="ellipse">
              <a:avLst/>
            </a:prstGeom>
            <a:ln w="38100">
              <a:solidFill>
                <a:srgbClr val="639922"/>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a:latin typeface="Times New Roman" panose="02020603050405020304" pitchFamily="18" charset="0"/>
                <a:cs typeface="Times New Roman" panose="02020603050405020304" pitchFamily="18" charset="0"/>
              </a:endParaRPr>
            </a:p>
          </p:txBody>
        </p:sp>
        <p:pic>
          <p:nvPicPr>
            <p:cNvPr id="11" name="Imag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98161" y="3028715"/>
              <a:ext cx="522476" cy="522476"/>
            </a:xfrm>
            <a:prstGeom prst="rect">
              <a:avLst/>
            </a:prstGeom>
          </p:spPr>
        </p:pic>
      </p:grpSp>
      <p:grpSp>
        <p:nvGrpSpPr>
          <p:cNvPr id="49" name="Groupe 48"/>
          <p:cNvGrpSpPr/>
          <p:nvPr/>
        </p:nvGrpSpPr>
        <p:grpSpPr>
          <a:xfrm>
            <a:off x="4884292" y="3883875"/>
            <a:ext cx="6486714" cy="846717"/>
            <a:chOff x="5226948" y="3883875"/>
            <a:chExt cx="6109911" cy="846717"/>
          </a:xfrm>
        </p:grpSpPr>
        <p:sp>
          <p:nvSpPr>
            <p:cNvPr id="41" name="Forme libre 40"/>
            <p:cNvSpPr/>
            <p:nvPr/>
          </p:nvSpPr>
          <p:spPr>
            <a:xfrm>
              <a:off x="5724792" y="3968547"/>
              <a:ext cx="5612067" cy="677373"/>
            </a:xfrm>
            <a:custGeom>
              <a:avLst/>
              <a:gdLst>
                <a:gd name="connsiteX0" fmla="*/ 0 w 4936243"/>
                <a:gd name="connsiteY0" fmla="*/ 112898 h 677373"/>
                <a:gd name="connsiteX1" fmla="*/ 112898 w 4936243"/>
                <a:gd name="connsiteY1" fmla="*/ 0 h 677373"/>
                <a:gd name="connsiteX2" fmla="*/ 4823345 w 4936243"/>
                <a:gd name="connsiteY2" fmla="*/ 0 h 677373"/>
                <a:gd name="connsiteX3" fmla="*/ 4936243 w 4936243"/>
                <a:gd name="connsiteY3" fmla="*/ 112898 h 677373"/>
                <a:gd name="connsiteX4" fmla="*/ 4936243 w 4936243"/>
                <a:gd name="connsiteY4" fmla="*/ 564475 h 677373"/>
                <a:gd name="connsiteX5" fmla="*/ 4823345 w 4936243"/>
                <a:gd name="connsiteY5" fmla="*/ 677373 h 677373"/>
                <a:gd name="connsiteX6" fmla="*/ 112898 w 4936243"/>
                <a:gd name="connsiteY6" fmla="*/ 677373 h 677373"/>
                <a:gd name="connsiteX7" fmla="*/ 0 w 4936243"/>
                <a:gd name="connsiteY7" fmla="*/ 564475 h 677373"/>
                <a:gd name="connsiteX8" fmla="*/ 0 w 4936243"/>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36243" h="677373">
                  <a:moveTo>
                    <a:pt x="0" y="112898"/>
                  </a:moveTo>
                  <a:cubicBezTo>
                    <a:pt x="0" y="50546"/>
                    <a:pt x="50546" y="0"/>
                    <a:pt x="112898" y="0"/>
                  </a:cubicBezTo>
                  <a:lnTo>
                    <a:pt x="4823345" y="0"/>
                  </a:lnTo>
                  <a:cubicBezTo>
                    <a:pt x="4885697" y="0"/>
                    <a:pt x="4936243" y="50546"/>
                    <a:pt x="4936243" y="112898"/>
                  </a:cubicBezTo>
                  <a:lnTo>
                    <a:pt x="4936243" y="564475"/>
                  </a:lnTo>
                  <a:cubicBezTo>
                    <a:pt x="4936243" y="626827"/>
                    <a:pt x="4885697" y="677373"/>
                    <a:pt x="4823345" y="677373"/>
                  </a:cubicBezTo>
                  <a:lnTo>
                    <a:pt x="112898" y="677373"/>
                  </a:lnTo>
                  <a:cubicBezTo>
                    <a:pt x="50546" y="677373"/>
                    <a:pt x="0" y="626827"/>
                    <a:pt x="0" y="564475"/>
                  </a:cubicBezTo>
                  <a:lnTo>
                    <a:pt x="0" y="112898"/>
                  </a:lnTo>
                  <a:close/>
                </a:path>
              </a:pathLst>
            </a:custGeom>
            <a:solidFill>
              <a:srgbClr val="97C459"/>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104187" rIns="104187" bIns="104187" numCol="1" spcCol="1270" anchor="ctr" anchorCtr="0">
              <a:noAutofit/>
            </a:bodyPr>
            <a:lstStyle/>
            <a:p>
              <a:pPr defTabSz="1244600">
                <a:lnSpc>
                  <a:spcPct val="90000"/>
                </a:lnSpc>
                <a:spcBef>
                  <a:spcPct val="0"/>
                </a:spcBef>
                <a:spcAft>
                  <a:spcPct val="35000"/>
                </a:spcAft>
              </a:pPr>
              <a:r>
                <a:rPr lang="fr-FR" altLang="ko-KR" sz="2800" b="1" kern="1200" dirty="0">
                  <a:solidFill>
                    <a:schemeClr val="bg1"/>
                  </a:solidFill>
                  <a:latin typeface="Times New Roman" panose="02020603050405020304" pitchFamily="18" charset="0"/>
                  <a:cs typeface="Times New Roman" panose="02020603050405020304" pitchFamily="18" charset="0"/>
                </a:rPr>
                <a:t>4. Réalisation</a:t>
              </a:r>
              <a:r>
                <a:rPr lang="fr-FR" altLang="ko-KR" sz="2300" b="1" kern="1200" dirty="0">
                  <a:solidFill>
                    <a:schemeClr val="bg1"/>
                  </a:solidFill>
                  <a:latin typeface="Times New Roman" panose="02020603050405020304" pitchFamily="18" charset="0"/>
                  <a:cs typeface="Times New Roman" panose="02020603050405020304" pitchFamily="18" charset="0"/>
                </a:rPr>
                <a:t> </a:t>
              </a:r>
              <a:endParaRPr lang="fr-FR" sz="2300" kern="1200" dirty="0">
                <a:solidFill>
                  <a:schemeClr val="bg1"/>
                </a:solidFill>
                <a:latin typeface="Times New Roman" panose="02020603050405020304" pitchFamily="18" charset="0"/>
                <a:cs typeface="Times New Roman" panose="02020603050405020304" pitchFamily="18" charset="0"/>
              </a:endParaRPr>
            </a:p>
          </p:txBody>
        </p:sp>
        <p:sp>
          <p:nvSpPr>
            <p:cNvPr id="42" name="Ellipse 41"/>
            <p:cNvSpPr/>
            <p:nvPr/>
          </p:nvSpPr>
          <p:spPr>
            <a:xfrm>
              <a:off x="5226948" y="3883875"/>
              <a:ext cx="846717" cy="846717"/>
            </a:xfrm>
            <a:prstGeom prst="ellipse">
              <a:avLst/>
            </a:prstGeom>
            <a:ln w="38100">
              <a:solidFill>
                <a:srgbClr val="97C459"/>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a:latin typeface="Times New Roman" panose="02020603050405020304" pitchFamily="18" charset="0"/>
                <a:cs typeface="Times New Roman" panose="02020603050405020304" pitchFamily="18" charset="0"/>
              </a:endParaRPr>
            </a:p>
          </p:txBody>
        </p:sp>
        <p:pic>
          <p:nvPicPr>
            <p:cNvPr id="12" name="Imag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60189" y="4064186"/>
              <a:ext cx="504000" cy="504000"/>
            </a:xfrm>
            <a:prstGeom prst="rect">
              <a:avLst/>
            </a:prstGeom>
          </p:spPr>
        </p:pic>
      </p:grpSp>
    </p:spTree>
    <p:extLst>
      <p:ext uri="{BB962C8B-B14F-4D97-AF65-F5344CB8AC3E}">
        <p14:creationId xmlns:p14="http://schemas.microsoft.com/office/powerpoint/2010/main" val="74449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remove" grpId="0" nodeType="withEffect">
                                  <p:stCondLst>
                                    <p:cond delay="0"/>
                                  </p:stCondLst>
                                  <p:childTnLst>
                                    <p:animRot by="21600000">
                                      <p:cBhvr>
                                        <p:cTn id="6" dur="2000" fill="hold"/>
                                        <p:tgtEl>
                                          <p:spTgt spid="29"/>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27"/>
                                        </p:tgtEl>
                                        <p:attrNameLst>
                                          <p:attrName>r</p:attrName>
                                        </p:attrNameLst>
                                      </p:cBhvr>
                                    </p:animRot>
                                  </p:childTnLst>
                                </p:cTn>
                              </p:par>
                              <p:par>
                                <p:cTn id="9" presetID="16" presetClass="entr" presetSubtype="21"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barn(inVertical)">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46"/>
                                        </p:tgtEl>
                                        <p:attrNameLst>
                                          <p:attrName>style.visibility</p:attrName>
                                        </p:attrNameLst>
                                      </p:cBhvr>
                                      <p:to>
                                        <p:strVal val="visible"/>
                                      </p:to>
                                    </p:set>
                                    <p:anim calcmode="lin" valueType="num">
                                      <p:cBhvr>
                                        <p:cTn id="16" dur="500" fill="hold"/>
                                        <p:tgtEl>
                                          <p:spTgt spid="46"/>
                                        </p:tgtEl>
                                        <p:attrNameLst>
                                          <p:attrName>ppt_w</p:attrName>
                                        </p:attrNameLst>
                                      </p:cBhvr>
                                      <p:tavLst>
                                        <p:tav tm="0">
                                          <p:val>
                                            <p:fltVal val="0"/>
                                          </p:val>
                                        </p:tav>
                                        <p:tav tm="100000">
                                          <p:val>
                                            <p:strVal val="#ppt_w"/>
                                          </p:val>
                                        </p:tav>
                                      </p:tavLst>
                                    </p:anim>
                                    <p:anim calcmode="lin" valueType="num">
                                      <p:cBhvr>
                                        <p:cTn id="17" dur="500" fill="hold"/>
                                        <p:tgtEl>
                                          <p:spTgt spid="46"/>
                                        </p:tgtEl>
                                        <p:attrNameLst>
                                          <p:attrName>ppt_h</p:attrName>
                                        </p:attrNameLst>
                                      </p:cBhvr>
                                      <p:tavLst>
                                        <p:tav tm="0">
                                          <p:val>
                                            <p:fltVal val="0"/>
                                          </p:val>
                                        </p:tav>
                                        <p:tav tm="100000">
                                          <p:val>
                                            <p:strVal val="#ppt_h"/>
                                          </p:val>
                                        </p:tav>
                                      </p:tavLst>
                                    </p:anim>
                                    <p:animEffect transition="in" filter="fade">
                                      <p:cBhvr>
                                        <p:cTn id="18" dur="500"/>
                                        <p:tgtEl>
                                          <p:spTgt spid="46"/>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anim calcmode="lin" valueType="num">
                                      <p:cBhvr>
                                        <p:cTn id="23" dur="500" fill="hold"/>
                                        <p:tgtEl>
                                          <p:spTgt spid="47"/>
                                        </p:tgtEl>
                                        <p:attrNameLst>
                                          <p:attrName>ppt_w</p:attrName>
                                        </p:attrNameLst>
                                      </p:cBhvr>
                                      <p:tavLst>
                                        <p:tav tm="0">
                                          <p:val>
                                            <p:fltVal val="0"/>
                                          </p:val>
                                        </p:tav>
                                        <p:tav tm="100000">
                                          <p:val>
                                            <p:strVal val="#ppt_w"/>
                                          </p:val>
                                        </p:tav>
                                      </p:tavLst>
                                    </p:anim>
                                    <p:anim calcmode="lin" valueType="num">
                                      <p:cBhvr>
                                        <p:cTn id="24" dur="500" fill="hold"/>
                                        <p:tgtEl>
                                          <p:spTgt spid="47"/>
                                        </p:tgtEl>
                                        <p:attrNameLst>
                                          <p:attrName>ppt_h</p:attrName>
                                        </p:attrNameLst>
                                      </p:cBhvr>
                                      <p:tavLst>
                                        <p:tav tm="0">
                                          <p:val>
                                            <p:fltVal val="0"/>
                                          </p:val>
                                        </p:tav>
                                        <p:tav tm="100000">
                                          <p:val>
                                            <p:strVal val="#ppt_h"/>
                                          </p:val>
                                        </p:tav>
                                      </p:tavLst>
                                    </p:anim>
                                    <p:animEffect transition="in" filter="fade">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 calcmode="lin" valueType="num">
                                      <p:cBhvr>
                                        <p:cTn id="30" dur="500" fill="hold"/>
                                        <p:tgtEl>
                                          <p:spTgt spid="48"/>
                                        </p:tgtEl>
                                        <p:attrNameLst>
                                          <p:attrName>ppt_w</p:attrName>
                                        </p:attrNameLst>
                                      </p:cBhvr>
                                      <p:tavLst>
                                        <p:tav tm="0">
                                          <p:val>
                                            <p:fltVal val="0"/>
                                          </p:val>
                                        </p:tav>
                                        <p:tav tm="100000">
                                          <p:val>
                                            <p:strVal val="#ppt_w"/>
                                          </p:val>
                                        </p:tav>
                                      </p:tavLst>
                                    </p:anim>
                                    <p:anim calcmode="lin" valueType="num">
                                      <p:cBhvr>
                                        <p:cTn id="31" dur="500" fill="hold"/>
                                        <p:tgtEl>
                                          <p:spTgt spid="48"/>
                                        </p:tgtEl>
                                        <p:attrNameLst>
                                          <p:attrName>ppt_h</p:attrName>
                                        </p:attrNameLst>
                                      </p:cBhvr>
                                      <p:tavLst>
                                        <p:tav tm="0">
                                          <p:val>
                                            <p:fltVal val="0"/>
                                          </p:val>
                                        </p:tav>
                                        <p:tav tm="100000">
                                          <p:val>
                                            <p:strVal val="#ppt_h"/>
                                          </p:val>
                                        </p:tav>
                                      </p:tavLst>
                                    </p:anim>
                                    <p:animEffect transition="in" filter="fade">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 calcmode="lin" valueType="num">
                                      <p:cBhvr>
                                        <p:cTn id="37" dur="500" fill="hold"/>
                                        <p:tgtEl>
                                          <p:spTgt spid="49"/>
                                        </p:tgtEl>
                                        <p:attrNameLst>
                                          <p:attrName>ppt_w</p:attrName>
                                        </p:attrNameLst>
                                      </p:cBhvr>
                                      <p:tavLst>
                                        <p:tav tm="0">
                                          <p:val>
                                            <p:fltVal val="0"/>
                                          </p:val>
                                        </p:tav>
                                        <p:tav tm="100000">
                                          <p:val>
                                            <p:strVal val="#ppt_w"/>
                                          </p:val>
                                        </p:tav>
                                      </p:tavLst>
                                    </p:anim>
                                    <p:anim calcmode="lin" valueType="num">
                                      <p:cBhvr>
                                        <p:cTn id="38" dur="500" fill="hold"/>
                                        <p:tgtEl>
                                          <p:spTgt spid="49"/>
                                        </p:tgtEl>
                                        <p:attrNameLst>
                                          <p:attrName>ppt_h</p:attrName>
                                        </p:attrNameLst>
                                      </p:cBhvr>
                                      <p:tavLst>
                                        <p:tav tm="0">
                                          <p:val>
                                            <p:fltVal val="0"/>
                                          </p:val>
                                        </p:tav>
                                        <p:tav tm="100000">
                                          <p:val>
                                            <p:strVal val="#ppt_h"/>
                                          </p:val>
                                        </p:tav>
                                      </p:tavLst>
                                    </p:anim>
                                    <p:animEffect transition="in" filter="fade">
                                      <p:cBhvr>
                                        <p:cTn id="39" dur="500"/>
                                        <p:tgtEl>
                                          <p:spTgt spid="49"/>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 calcmode="lin" valueType="num">
                                      <p:cBhvr>
                                        <p:cTn id="44" dur="500" fill="hold"/>
                                        <p:tgtEl>
                                          <p:spTgt spid="50"/>
                                        </p:tgtEl>
                                        <p:attrNameLst>
                                          <p:attrName>ppt_w</p:attrName>
                                        </p:attrNameLst>
                                      </p:cBhvr>
                                      <p:tavLst>
                                        <p:tav tm="0">
                                          <p:val>
                                            <p:fltVal val="0"/>
                                          </p:val>
                                        </p:tav>
                                        <p:tav tm="100000">
                                          <p:val>
                                            <p:strVal val="#ppt_w"/>
                                          </p:val>
                                        </p:tav>
                                      </p:tavLst>
                                    </p:anim>
                                    <p:anim calcmode="lin" valueType="num">
                                      <p:cBhvr>
                                        <p:cTn id="45" dur="500" fill="hold"/>
                                        <p:tgtEl>
                                          <p:spTgt spid="50"/>
                                        </p:tgtEl>
                                        <p:attrNameLst>
                                          <p:attrName>ppt_h</p:attrName>
                                        </p:attrNameLst>
                                      </p:cBhvr>
                                      <p:tavLst>
                                        <p:tav tm="0">
                                          <p:val>
                                            <p:fltVal val="0"/>
                                          </p:val>
                                        </p:tav>
                                        <p:tav tm="100000">
                                          <p:val>
                                            <p:strVal val="#ppt_h"/>
                                          </p:val>
                                        </p:tav>
                                      </p:tavLst>
                                    </p:anim>
                                    <p:animEffect transition="in" filter="fade">
                                      <p:cBhvr>
                                        <p:cTn id="46" dur="5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47"/>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4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4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50"/>
                                        </p:tgtEl>
                                        <p:attrNameLst>
                                          <p:attrName>style.visibility</p:attrName>
                                        </p:attrNameLst>
                                      </p:cBhvr>
                                      <p:to>
                                        <p:strVal val="hidden"/>
                                      </p:to>
                                    </p:set>
                                  </p:childTnLst>
                                </p:cTn>
                              </p:par>
                            </p:childTnLst>
                          </p:cTn>
                        </p:par>
                        <p:par>
                          <p:cTn id="57" fill="hold">
                            <p:stCondLst>
                              <p:cond delay="0"/>
                            </p:stCondLst>
                            <p:childTnLst>
                              <p:par>
                                <p:cTn id="58" presetID="42" presetClass="path" presetSubtype="0" accel="50000" decel="50000" fill="hold" nodeType="afterEffect">
                                  <p:stCondLst>
                                    <p:cond delay="0"/>
                                  </p:stCondLst>
                                  <p:childTnLst>
                                    <p:animMotion origin="layout" path="M 3.95833E-6 -4.81481E-6 L 0.04895 0.29607 " pathEditMode="relative" rAng="0" ptsTypes="AA">
                                      <p:cBhvr>
                                        <p:cTn id="59" dur="2000" fill="hold"/>
                                        <p:tgtEl>
                                          <p:spTgt spid="46"/>
                                        </p:tgtEl>
                                        <p:attrNameLst>
                                          <p:attrName>ppt_x</p:attrName>
                                          <p:attrName>ppt_y</p:attrName>
                                        </p:attrNameLst>
                                      </p:cBhvr>
                                      <p:rCtr x="2435" y="15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3420CA9-587D-C247-C7E7-7095FBFCB74B}"/>
              </a:ext>
            </a:extLst>
          </p:cNvPr>
          <p:cNvGrpSpPr/>
          <p:nvPr/>
        </p:nvGrpSpPr>
        <p:grpSpPr>
          <a:xfrm>
            <a:off x="153774" y="4367547"/>
            <a:ext cx="4856304" cy="1668524"/>
            <a:chOff x="223096" y="4244983"/>
            <a:chExt cx="4856304" cy="1668524"/>
          </a:xfrm>
        </p:grpSpPr>
        <p:sp>
          <p:nvSpPr>
            <p:cNvPr id="7" name="Rectangle: Rounded Corners 6">
              <a:extLst>
                <a:ext uri="{FF2B5EF4-FFF2-40B4-BE49-F238E27FC236}">
                  <a16:creationId xmlns:a16="http://schemas.microsoft.com/office/drawing/2014/main" id="{0D6D78A2-A859-380E-2838-54512E326450}"/>
                </a:ext>
              </a:extLst>
            </p:cNvPr>
            <p:cNvSpPr/>
            <p:nvPr/>
          </p:nvSpPr>
          <p:spPr>
            <a:xfrm>
              <a:off x="223096" y="4769519"/>
              <a:ext cx="3460203" cy="1143988"/>
            </a:xfrm>
            <a:prstGeom prst="roundRect">
              <a:avLst/>
            </a:prstGeom>
            <a:ln>
              <a:solidFill>
                <a:schemeClr val="accent1">
                  <a:lumMod val="75000"/>
                </a:schemeClr>
              </a:solidFill>
            </a:ln>
          </p:spPr>
          <p:style>
            <a:lnRef idx="2">
              <a:schemeClr val="accent4"/>
            </a:lnRef>
            <a:fillRef idx="1">
              <a:schemeClr val="lt1"/>
            </a:fillRef>
            <a:effectRef idx="0">
              <a:schemeClr val="accent4"/>
            </a:effectRef>
            <a:fontRef idx="minor">
              <a:schemeClr val="dk1"/>
            </a:fontRef>
          </p:style>
          <p:txBody>
            <a:bodyPr rtlCol="0" anchor="ctr"/>
            <a:lstStyle/>
            <a:p>
              <a:r>
                <a:rPr lang="fr-FR" dirty="0"/>
                <a:t>Technologies : Java, PHP, Ionic, Spring Boot, Symfony, </a:t>
              </a:r>
              <a:r>
                <a:rPr lang="fr-FR" dirty="0" err="1"/>
                <a:t>Angular</a:t>
              </a:r>
              <a:r>
                <a:rPr lang="fr-FR" dirty="0"/>
                <a:t>, Hadoop, Spark </a:t>
              </a:r>
              <a:endParaRPr lang="fr-FR" sz="1600" b="0" dirty="0">
                <a:effectLst/>
                <a:latin typeface="Times New Roman" panose="02020603050405020304" pitchFamily="18" charset="0"/>
                <a:cs typeface="Times New Roman" panose="02020603050405020304" pitchFamily="18" charset="0"/>
              </a:endParaRPr>
            </a:p>
          </p:txBody>
        </p:sp>
        <p:cxnSp>
          <p:nvCxnSpPr>
            <p:cNvPr id="14" name="Connector: Elbow 13">
              <a:extLst>
                <a:ext uri="{FF2B5EF4-FFF2-40B4-BE49-F238E27FC236}">
                  <a16:creationId xmlns:a16="http://schemas.microsoft.com/office/drawing/2014/main" id="{FFBA04B9-BBB1-0116-421D-46ED71D9891A}"/>
                </a:ext>
              </a:extLst>
            </p:cNvPr>
            <p:cNvCxnSpPr>
              <a:cxnSpLocks/>
            </p:cNvCxnSpPr>
            <p:nvPr/>
          </p:nvCxnSpPr>
          <p:spPr>
            <a:xfrm flipV="1">
              <a:off x="3695657" y="4244983"/>
              <a:ext cx="1383743" cy="1327089"/>
            </a:xfrm>
            <a:prstGeom prst="bentConnector3">
              <a:avLst>
                <a:gd name="adj1" fmla="val 64402"/>
              </a:avLst>
            </a:prstGeom>
            <a:ln w="9525">
              <a:solidFill>
                <a:schemeClr val="accent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53AF7B4A-E842-7422-4387-19E9CC7AA326}"/>
              </a:ext>
            </a:extLst>
          </p:cNvPr>
          <p:cNvGrpSpPr/>
          <p:nvPr/>
        </p:nvGrpSpPr>
        <p:grpSpPr>
          <a:xfrm>
            <a:off x="153775" y="2257809"/>
            <a:ext cx="4856304" cy="1871827"/>
            <a:chOff x="376918" y="2285012"/>
            <a:chExt cx="5039549" cy="1871827"/>
          </a:xfrm>
        </p:grpSpPr>
        <p:sp>
          <p:nvSpPr>
            <p:cNvPr id="5" name="Rectangle: Rounded Corners 4">
              <a:extLst>
                <a:ext uri="{FF2B5EF4-FFF2-40B4-BE49-F238E27FC236}">
                  <a16:creationId xmlns:a16="http://schemas.microsoft.com/office/drawing/2014/main" id="{7EE92318-F865-09FF-D341-48D444DA4510}"/>
                </a:ext>
              </a:extLst>
            </p:cNvPr>
            <p:cNvSpPr/>
            <p:nvPr/>
          </p:nvSpPr>
          <p:spPr>
            <a:xfrm>
              <a:off x="376918" y="2285012"/>
              <a:ext cx="3460203" cy="1143988"/>
            </a:xfrm>
            <a:prstGeom prst="round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r>
                <a:rPr lang="fr-FR" dirty="0"/>
                <a:t>Société de services et d'ingénierie informatique ,Sfax, Tunisie</a:t>
              </a:r>
              <a:endParaRPr lang="fr-FR" b="0" dirty="0">
                <a:effectLst/>
                <a:latin typeface="Times New Roman" panose="02020603050405020304" pitchFamily="18" charset="0"/>
                <a:cs typeface="Times New Roman" panose="02020603050405020304" pitchFamily="18" charset="0"/>
              </a:endParaRPr>
            </a:p>
          </p:txBody>
        </p:sp>
        <p:cxnSp>
          <p:nvCxnSpPr>
            <p:cNvPr id="32" name="Connector: Elbow 31">
              <a:extLst>
                <a:ext uri="{FF2B5EF4-FFF2-40B4-BE49-F238E27FC236}">
                  <a16:creationId xmlns:a16="http://schemas.microsoft.com/office/drawing/2014/main" id="{FA3F38B1-364D-0515-5B83-8D18B1B9063F}"/>
                </a:ext>
              </a:extLst>
            </p:cNvPr>
            <p:cNvCxnSpPr>
              <a:cxnSpLocks/>
              <a:stCxn id="5" idx="3"/>
              <a:endCxn id="19" idx="1"/>
            </p:cNvCxnSpPr>
            <p:nvPr/>
          </p:nvCxnSpPr>
          <p:spPr>
            <a:xfrm>
              <a:off x="3837121" y="2857006"/>
              <a:ext cx="1579346" cy="1299833"/>
            </a:xfrm>
            <a:prstGeom prst="bentConnector3">
              <a:avLst>
                <a:gd name="adj1" fmla="val 50000"/>
              </a:avLst>
            </a:prstGeom>
            <a:ln w="9525">
              <a:solidFill>
                <a:schemeClr val="accent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D7E1D073-9C08-BBB8-CFF9-BA01E65509F6}"/>
              </a:ext>
            </a:extLst>
          </p:cNvPr>
          <p:cNvGrpSpPr/>
          <p:nvPr/>
        </p:nvGrpSpPr>
        <p:grpSpPr>
          <a:xfrm>
            <a:off x="7242049" y="3084897"/>
            <a:ext cx="4642354" cy="1662809"/>
            <a:chOff x="7234544" y="2257809"/>
            <a:chExt cx="4642354" cy="1662809"/>
          </a:xfrm>
        </p:grpSpPr>
        <p:sp>
          <p:nvSpPr>
            <p:cNvPr id="8" name="Rectangle: Rounded Corners 7">
              <a:extLst>
                <a:ext uri="{FF2B5EF4-FFF2-40B4-BE49-F238E27FC236}">
                  <a16:creationId xmlns:a16="http://schemas.microsoft.com/office/drawing/2014/main" id="{74044EB8-C9F8-9537-4D44-AEEB3A52A78B}"/>
                </a:ext>
              </a:extLst>
            </p:cNvPr>
            <p:cNvSpPr/>
            <p:nvPr/>
          </p:nvSpPr>
          <p:spPr>
            <a:xfrm>
              <a:off x="8257010" y="2257809"/>
              <a:ext cx="3619888" cy="1662809"/>
            </a:xfrm>
            <a:prstGeom prst="roundRect">
              <a:avLst/>
            </a:prstGeom>
            <a:ln>
              <a:solidFill>
                <a:schemeClr val="accent1">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r>
                <a:rPr lang="fr-FR" dirty="0"/>
                <a:t>Domaines: développement web, développement mobile, Big Data, externalisation</a:t>
              </a:r>
              <a:endParaRPr lang="en-US" sz="1600" b="1" dirty="0">
                <a:latin typeface="Times New Roman" panose="02020603050405020304" pitchFamily="18" charset="0"/>
                <a:cs typeface="Times New Roman" panose="02020603050405020304" pitchFamily="18" charset="0"/>
              </a:endParaRPr>
            </a:p>
          </p:txBody>
        </p:sp>
        <p:cxnSp>
          <p:nvCxnSpPr>
            <p:cNvPr id="33" name="Connector: Elbow 32">
              <a:extLst>
                <a:ext uri="{FF2B5EF4-FFF2-40B4-BE49-F238E27FC236}">
                  <a16:creationId xmlns:a16="http://schemas.microsoft.com/office/drawing/2014/main" id="{7D7DDFA9-7A87-4091-DBEC-882670F5DC33}"/>
                </a:ext>
              </a:extLst>
            </p:cNvPr>
            <p:cNvCxnSpPr>
              <a:cxnSpLocks/>
            </p:cNvCxnSpPr>
            <p:nvPr/>
          </p:nvCxnSpPr>
          <p:spPr>
            <a:xfrm rot="10800000">
              <a:off x="7234544" y="3302548"/>
              <a:ext cx="1022467" cy="1"/>
            </a:xfrm>
            <a:prstGeom prst="bentConnector3">
              <a:avLst>
                <a:gd name="adj1" fmla="val 50000"/>
              </a:avLst>
            </a:prstGeom>
            <a:ln w="9525">
              <a:solidFill>
                <a:schemeClr val="accent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graphicFrame>
        <p:nvGraphicFramePr>
          <p:cNvPr id="15" name="Diagramme 30">
            <a:extLst>
              <a:ext uri="{FF2B5EF4-FFF2-40B4-BE49-F238E27FC236}">
                <a16:creationId xmlns:a16="http://schemas.microsoft.com/office/drawing/2014/main" id="{D2EC3428-D889-20ED-264E-5443EAF8D371}"/>
              </a:ext>
            </a:extLst>
          </p:cNvPr>
          <p:cNvGraphicFramePr/>
          <p:nvPr>
            <p:extLst>
              <p:ext uri="{D42A27DB-BD31-4B8C-83A1-F6EECF244321}">
                <p14:modId xmlns:p14="http://schemas.microsoft.com/office/powerpoint/2010/main" val="504401835"/>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TextBox 17">
            <a:extLst>
              <a:ext uri="{FF2B5EF4-FFF2-40B4-BE49-F238E27FC236}">
                <a16:creationId xmlns:a16="http://schemas.microsoft.com/office/drawing/2014/main" id="{DF8E76DE-A8EE-FF2F-6F8A-6440CCB2732F}"/>
              </a:ext>
            </a:extLst>
          </p:cNvPr>
          <p:cNvSpPr txBox="1"/>
          <p:nvPr/>
        </p:nvSpPr>
        <p:spPr>
          <a:xfrm>
            <a:off x="2882591" y="1028322"/>
            <a:ext cx="6128238"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Présentation de la Société</a:t>
            </a:r>
          </a:p>
        </p:txBody>
      </p:sp>
      <p:sp>
        <p:nvSpPr>
          <p:cNvPr id="17" name="TextBox 27">
            <a:extLst>
              <a:ext uri="{FF2B5EF4-FFF2-40B4-BE49-F238E27FC236}">
                <a16:creationId xmlns:a16="http://schemas.microsoft.com/office/drawing/2014/main" id="{66B2B029-6CD6-49CB-A83B-5444D8C5674E}"/>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3</a:t>
            </a:r>
          </a:p>
        </p:txBody>
      </p:sp>
      <p:pic>
        <p:nvPicPr>
          <p:cNvPr id="19" name="Image 18">
            <a:extLst>
              <a:ext uri="{FF2B5EF4-FFF2-40B4-BE49-F238E27FC236}">
                <a16:creationId xmlns:a16="http://schemas.microsoft.com/office/drawing/2014/main" id="{D31EFE7A-9C92-6630-4E91-BEF6125FE140}"/>
              </a:ext>
            </a:extLst>
          </p:cNvPr>
          <p:cNvPicPr>
            <a:picLocks noChangeAspect="1"/>
          </p:cNvPicPr>
          <p:nvPr/>
        </p:nvPicPr>
        <p:blipFill>
          <a:blip r:embed="rId8"/>
          <a:srcRect l="7186"/>
          <a:stretch>
            <a:fillRect/>
          </a:stretch>
        </p:blipFill>
        <p:spPr>
          <a:xfrm>
            <a:off x="5193323" y="3718065"/>
            <a:ext cx="2366962" cy="823141"/>
          </a:xfrm>
          <a:prstGeom prst="rect">
            <a:avLst/>
          </a:prstGeom>
        </p:spPr>
      </p:pic>
    </p:spTree>
    <p:extLst>
      <p:ext uri="{BB962C8B-B14F-4D97-AF65-F5344CB8AC3E}">
        <p14:creationId xmlns:p14="http://schemas.microsoft.com/office/powerpoint/2010/main" val="17584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00"/>
                                        <p:tgtEl>
                                          <p:spTgt spid="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17">
            <a:extLst>
              <a:ext uri="{FF2B5EF4-FFF2-40B4-BE49-F238E27FC236}">
                <a16:creationId xmlns:a16="http://schemas.microsoft.com/office/drawing/2014/main" id="{66AFB67D-1C7B-4297-9B83-AB430DB52001}"/>
              </a:ext>
            </a:extLst>
          </p:cNvPr>
          <p:cNvSpPr txBox="1"/>
          <p:nvPr/>
        </p:nvSpPr>
        <p:spPr>
          <a:xfrm>
            <a:off x="4104004" y="908700"/>
            <a:ext cx="3472453"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Étude de l'existant </a:t>
            </a:r>
            <a:endParaRPr lang="en-US" sz="3200" b="1" dirty="0">
              <a:latin typeface="Times New Roman" panose="02020603050405020304" pitchFamily="18" charset="0"/>
              <a:cs typeface="Times New Roman" panose="02020603050405020304" pitchFamily="18" charset="0"/>
            </a:endParaRPr>
          </a:p>
        </p:txBody>
      </p:sp>
      <p:graphicFrame>
        <p:nvGraphicFramePr>
          <p:cNvPr id="19" name="Diagramme 30">
            <a:extLst>
              <a:ext uri="{FF2B5EF4-FFF2-40B4-BE49-F238E27FC236}">
                <a16:creationId xmlns:a16="http://schemas.microsoft.com/office/drawing/2014/main" id="{3771B97F-6208-4AAC-A880-694AE65158F3}"/>
              </a:ext>
            </a:extLst>
          </p:cNvPr>
          <p:cNvGraphicFramePr/>
          <p:nvPr>
            <p:extLst>
              <p:ext uri="{D42A27DB-BD31-4B8C-83A1-F6EECF244321}">
                <p14:modId xmlns:p14="http://schemas.microsoft.com/office/powerpoint/2010/main" val="1934368090"/>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27">
            <a:extLst>
              <a:ext uri="{FF2B5EF4-FFF2-40B4-BE49-F238E27FC236}">
                <a16:creationId xmlns:a16="http://schemas.microsoft.com/office/drawing/2014/main" id="{4BD3D1CC-8B69-4B38-8E08-4D1EBA06E221}"/>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4</a:t>
            </a:r>
          </a:p>
        </p:txBody>
      </p:sp>
      <p:sp>
        <p:nvSpPr>
          <p:cNvPr id="2" name="ZoneTexte 1">
            <a:extLst>
              <a:ext uri="{FF2B5EF4-FFF2-40B4-BE49-F238E27FC236}">
                <a16:creationId xmlns:a16="http://schemas.microsoft.com/office/drawing/2014/main" id="{2C0E89E4-5F54-700E-CC03-0440C0104209}"/>
              </a:ext>
            </a:extLst>
          </p:cNvPr>
          <p:cNvSpPr txBox="1"/>
          <p:nvPr/>
        </p:nvSpPr>
        <p:spPr>
          <a:xfrm>
            <a:off x="4485503" y="4707924"/>
            <a:ext cx="780983" cy="369332"/>
          </a:xfrm>
          <a:prstGeom prst="rect">
            <a:avLst/>
          </a:prstGeom>
          <a:noFill/>
        </p:spPr>
        <p:txBody>
          <a:bodyPr wrap="none" rtlCol="0">
            <a:spAutoFit/>
          </a:bodyPr>
          <a:lstStyle/>
          <a:p>
            <a:r>
              <a:rPr lang="fr-FR" dirty="0" err="1"/>
              <a:t>Video</a:t>
            </a:r>
            <a:r>
              <a:rPr lang="fr-FR" dirty="0"/>
              <a:t> </a:t>
            </a:r>
          </a:p>
        </p:txBody>
      </p:sp>
    </p:spTree>
    <p:extLst>
      <p:ext uri="{BB962C8B-B14F-4D97-AF65-F5344CB8AC3E}">
        <p14:creationId xmlns:p14="http://schemas.microsoft.com/office/powerpoint/2010/main" val="2348591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37C9152A-6712-95A7-7AFC-1DEFB5F93326}"/>
              </a:ext>
            </a:extLst>
          </p:cNvPr>
          <p:cNvGrpSpPr/>
          <p:nvPr/>
        </p:nvGrpSpPr>
        <p:grpSpPr>
          <a:xfrm>
            <a:off x="3734049" y="2831654"/>
            <a:ext cx="1745071" cy="2274126"/>
            <a:chOff x="5324475" y="755650"/>
            <a:chExt cx="4105275" cy="5349875"/>
          </a:xfrm>
        </p:grpSpPr>
        <p:grpSp>
          <p:nvGrpSpPr>
            <p:cNvPr id="2" name="Group 1">
              <a:extLst>
                <a:ext uri="{FF2B5EF4-FFF2-40B4-BE49-F238E27FC236}">
                  <a16:creationId xmlns:a16="http://schemas.microsoft.com/office/drawing/2014/main" id="{AE122EC3-424B-F539-7D2F-04754214DB11}"/>
                </a:ext>
              </a:extLst>
            </p:cNvPr>
            <p:cNvGrpSpPr/>
            <p:nvPr/>
          </p:nvGrpSpPr>
          <p:grpSpPr>
            <a:xfrm>
              <a:off x="5324475" y="755650"/>
              <a:ext cx="3154363" cy="1463675"/>
              <a:chOff x="5324475" y="755650"/>
              <a:chExt cx="3154363" cy="1463675"/>
            </a:xfrm>
          </p:grpSpPr>
          <p:grpSp>
            <p:nvGrpSpPr>
              <p:cNvPr id="3" name="Group 2">
                <a:extLst>
                  <a:ext uri="{FF2B5EF4-FFF2-40B4-BE49-F238E27FC236}">
                    <a16:creationId xmlns:a16="http://schemas.microsoft.com/office/drawing/2014/main" id="{2FA043B6-D19A-D318-BCAB-0122325B8610}"/>
                  </a:ext>
                </a:extLst>
              </p:cNvPr>
              <p:cNvGrpSpPr>
                <a:grpSpLocks/>
              </p:cNvGrpSpPr>
              <p:nvPr/>
            </p:nvGrpSpPr>
            <p:grpSpPr bwMode="auto">
              <a:xfrm>
                <a:off x="5324475" y="1871663"/>
                <a:ext cx="347663" cy="347662"/>
                <a:chOff x="5324475" y="1871663"/>
                <a:chExt cx="347663" cy="347663"/>
              </a:xfrm>
            </p:grpSpPr>
            <p:sp>
              <p:nvSpPr>
                <p:cNvPr id="36906" name="Freeform 8">
                  <a:extLst>
                    <a:ext uri="{FF2B5EF4-FFF2-40B4-BE49-F238E27FC236}">
                      <a16:creationId xmlns:a16="http://schemas.microsoft.com/office/drawing/2014/main" id="{28DCFE2E-A6B6-86C9-6D17-350FB5941518}"/>
                    </a:ext>
                  </a:extLst>
                </p:cNvPr>
                <p:cNvSpPr>
                  <a:spLocks/>
                </p:cNvSpPr>
                <p:nvPr/>
              </p:nvSpPr>
              <p:spPr bwMode="auto">
                <a:xfrm>
                  <a:off x="5405438" y="1952625"/>
                  <a:ext cx="185738" cy="187325"/>
                </a:xfrm>
                <a:custGeom>
                  <a:avLst/>
                  <a:gdLst>
                    <a:gd name="T0" fmla="*/ 26534 w 49"/>
                    <a:gd name="T1" fmla="*/ 45876 h 49"/>
                    <a:gd name="T2" fmla="*/ 144042 w 49"/>
                    <a:gd name="T3" fmla="*/ 26761 h 49"/>
                    <a:gd name="T4" fmla="*/ 159204 w 49"/>
                    <a:gd name="T5" fmla="*/ 141449 h 49"/>
                    <a:gd name="T6" fmla="*/ 45487 w 49"/>
                    <a:gd name="T7" fmla="*/ 160564 h 49"/>
                    <a:gd name="T8" fmla="*/ 26534 w 49"/>
                    <a:gd name="T9" fmla="*/ 45876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49">
                      <a:moveTo>
                        <a:pt x="7" y="12"/>
                      </a:moveTo>
                      <a:cubicBezTo>
                        <a:pt x="14" y="2"/>
                        <a:pt x="28" y="0"/>
                        <a:pt x="38" y="7"/>
                      </a:cubicBezTo>
                      <a:cubicBezTo>
                        <a:pt x="47" y="14"/>
                        <a:pt x="49" y="28"/>
                        <a:pt x="42" y="37"/>
                      </a:cubicBezTo>
                      <a:cubicBezTo>
                        <a:pt x="35" y="47"/>
                        <a:pt x="22" y="49"/>
                        <a:pt x="12" y="42"/>
                      </a:cubicBezTo>
                      <a:cubicBezTo>
                        <a:pt x="2" y="35"/>
                        <a:pt x="0" y="22"/>
                        <a:pt x="7" y="12"/>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7" name="Freeform 16">
                  <a:extLst>
                    <a:ext uri="{FF2B5EF4-FFF2-40B4-BE49-F238E27FC236}">
                      <a16:creationId xmlns:a16="http://schemas.microsoft.com/office/drawing/2014/main" id="{C9B9453A-3249-9C8A-7AF9-AC218C854F90}"/>
                    </a:ext>
                  </a:extLst>
                </p:cNvPr>
                <p:cNvSpPr>
                  <a:spLocks/>
                </p:cNvSpPr>
                <p:nvPr/>
              </p:nvSpPr>
              <p:spPr bwMode="auto">
                <a:xfrm>
                  <a:off x="5324475" y="1871663"/>
                  <a:ext cx="347663" cy="347663"/>
                </a:xfrm>
                <a:custGeom>
                  <a:avLst/>
                  <a:gdLst>
                    <a:gd name="T0" fmla="*/ 49666 w 91"/>
                    <a:gd name="T1" fmla="*/ 84050 h 91"/>
                    <a:gd name="T2" fmla="*/ 263613 w 91"/>
                    <a:gd name="T3" fmla="*/ 49666 h 91"/>
                    <a:gd name="T4" fmla="*/ 297997 w 91"/>
                    <a:gd name="T5" fmla="*/ 263613 h 91"/>
                    <a:gd name="T6" fmla="*/ 84050 w 91"/>
                    <a:gd name="T7" fmla="*/ 297997 h 91"/>
                    <a:gd name="T8" fmla="*/ 49666 w 91"/>
                    <a:gd name="T9" fmla="*/ 84050 h 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91">
                      <a:moveTo>
                        <a:pt x="13" y="22"/>
                      </a:moveTo>
                      <a:cubicBezTo>
                        <a:pt x="26" y="4"/>
                        <a:pt x="51" y="0"/>
                        <a:pt x="69" y="13"/>
                      </a:cubicBezTo>
                      <a:cubicBezTo>
                        <a:pt x="87" y="26"/>
                        <a:pt x="91" y="51"/>
                        <a:pt x="78" y="69"/>
                      </a:cubicBezTo>
                      <a:cubicBezTo>
                        <a:pt x="65" y="87"/>
                        <a:pt x="40" y="91"/>
                        <a:pt x="22" y="78"/>
                      </a:cubicBezTo>
                      <a:cubicBezTo>
                        <a:pt x="4" y="65"/>
                        <a:pt x="0" y="40"/>
                        <a:pt x="13" y="22"/>
                      </a:cubicBezTo>
                      <a:close/>
                    </a:path>
                  </a:pathLst>
                </a:custGeom>
                <a:noFill/>
                <a:ln w="539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1" name="Freeform 20">
                <a:extLst>
                  <a:ext uri="{FF2B5EF4-FFF2-40B4-BE49-F238E27FC236}">
                    <a16:creationId xmlns:a16="http://schemas.microsoft.com/office/drawing/2014/main" id="{74AEF0A9-9ADD-5AAB-954D-A0DAEFCE2EEC}"/>
                  </a:ext>
                </a:extLst>
              </p:cNvPr>
              <p:cNvSpPr>
                <a:spLocks/>
              </p:cNvSpPr>
              <p:nvPr/>
            </p:nvSpPr>
            <p:spPr bwMode="auto">
              <a:xfrm>
                <a:off x="5438775" y="755650"/>
                <a:ext cx="3040063" cy="1120775"/>
              </a:xfrm>
              <a:custGeom>
                <a:avLst/>
                <a:gdLst>
                  <a:gd name="T0" fmla="*/ 2493921 w 796"/>
                  <a:gd name="T1" fmla="*/ 0 h 293"/>
                  <a:gd name="T2" fmla="*/ 595791 w 796"/>
                  <a:gd name="T3" fmla="*/ 0 h 293"/>
                  <a:gd name="T4" fmla="*/ 156586 w 796"/>
                  <a:gd name="T5" fmla="*/ 225685 h 293"/>
                  <a:gd name="T6" fmla="*/ 202416 w 796"/>
                  <a:gd name="T7" fmla="*/ 925691 h 293"/>
                  <a:gd name="T8" fmla="*/ 183320 w 796"/>
                  <a:gd name="T9" fmla="*/ 1120775 h 293"/>
                  <a:gd name="T10" fmla="*/ 362822 w 796"/>
                  <a:gd name="T11" fmla="*/ 1040446 h 293"/>
                  <a:gd name="T12" fmla="*/ 595791 w 796"/>
                  <a:gd name="T13" fmla="*/ 1093999 h 293"/>
                  <a:gd name="T14" fmla="*/ 2490102 w 796"/>
                  <a:gd name="T15" fmla="*/ 1093999 h 293"/>
                  <a:gd name="T16" fmla="*/ 3040063 w 796"/>
                  <a:gd name="T17" fmla="*/ 546999 h 293"/>
                  <a:gd name="T18" fmla="*/ 2493921 w 796"/>
                  <a:gd name="T19" fmla="*/ 0 h 2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96" h="293">
                    <a:moveTo>
                      <a:pt x="653" y="0"/>
                    </a:moveTo>
                    <a:cubicBezTo>
                      <a:pt x="652" y="0"/>
                      <a:pt x="156" y="0"/>
                      <a:pt x="156" y="0"/>
                    </a:cubicBezTo>
                    <a:cubicBezTo>
                      <a:pt x="112" y="0"/>
                      <a:pt x="69" y="21"/>
                      <a:pt x="41" y="59"/>
                    </a:cubicBezTo>
                    <a:cubicBezTo>
                      <a:pt x="0" y="116"/>
                      <a:pt x="6" y="193"/>
                      <a:pt x="53" y="242"/>
                    </a:cubicBezTo>
                    <a:cubicBezTo>
                      <a:pt x="48" y="293"/>
                      <a:pt x="48" y="293"/>
                      <a:pt x="48" y="293"/>
                    </a:cubicBezTo>
                    <a:cubicBezTo>
                      <a:pt x="95" y="272"/>
                      <a:pt x="95" y="272"/>
                      <a:pt x="95" y="272"/>
                    </a:cubicBezTo>
                    <a:cubicBezTo>
                      <a:pt x="115" y="282"/>
                      <a:pt x="135" y="286"/>
                      <a:pt x="156" y="286"/>
                    </a:cubicBezTo>
                    <a:cubicBezTo>
                      <a:pt x="156" y="286"/>
                      <a:pt x="652" y="286"/>
                      <a:pt x="652" y="286"/>
                    </a:cubicBezTo>
                    <a:cubicBezTo>
                      <a:pt x="732" y="286"/>
                      <a:pt x="796" y="222"/>
                      <a:pt x="796" y="143"/>
                    </a:cubicBezTo>
                    <a:cubicBezTo>
                      <a:pt x="796" y="64"/>
                      <a:pt x="732" y="0"/>
                      <a:pt x="653" y="0"/>
                    </a:cubicBezTo>
                    <a:close/>
                  </a:path>
                </a:pathLst>
              </a:custGeom>
              <a:ln/>
            </p:spPr>
            <p:style>
              <a:lnRef idx="2">
                <a:schemeClr val="accent2"/>
              </a:lnRef>
              <a:fillRef idx="1">
                <a:schemeClr val="lt1"/>
              </a:fillRef>
              <a:effectRef idx="0">
                <a:schemeClr val="accent2"/>
              </a:effectRef>
              <a:fontRef idx="minor">
                <a:schemeClr val="dk1"/>
              </a:fontRef>
            </p:style>
            <p:txBody>
              <a:bodyPr/>
              <a:lstStyle/>
              <a:p>
                <a:endParaRPr lang="en-US"/>
              </a:p>
            </p:txBody>
          </p:sp>
        </p:grpSp>
        <p:grpSp>
          <p:nvGrpSpPr>
            <p:cNvPr id="8" name="Group 7">
              <a:extLst>
                <a:ext uri="{FF2B5EF4-FFF2-40B4-BE49-F238E27FC236}">
                  <a16:creationId xmlns:a16="http://schemas.microsoft.com/office/drawing/2014/main" id="{AFC359A7-0F34-998F-58E9-125EB3EA5EB9}"/>
                </a:ext>
              </a:extLst>
            </p:cNvPr>
            <p:cNvGrpSpPr/>
            <p:nvPr/>
          </p:nvGrpSpPr>
          <p:grpSpPr>
            <a:xfrm>
              <a:off x="5946775" y="2070100"/>
              <a:ext cx="3482975" cy="1093788"/>
              <a:chOff x="5946775" y="2070100"/>
              <a:chExt cx="3482975" cy="1093788"/>
            </a:xfrm>
          </p:grpSpPr>
          <p:grpSp>
            <p:nvGrpSpPr>
              <p:cNvPr id="4" name="Group 3">
                <a:extLst>
                  <a:ext uri="{FF2B5EF4-FFF2-40B4-BE49-F238E27FC236}">
                    <a16:creationId xmlns:a16="http://schemas.microsoft.com/office/drawing/2014/main" id="{8DB4BB77-9F0B-E796-2E96-43C2BF1EC5EE}"/>
                  </a:ext>
                </a:extLst>
              </p:cNvPr>
              <p:cNvGrpSpPr>
                <a:grpSpLocks/>
              </p:cNvGrpSpPr>
              <p:nvPr/>
            </p:nvGrpSpPr>
            <p:grpSpPr bwMode="auto">
              <a:xfrm>
                <a:off x="5946775" y="2727325"/>
                <a:ext cx="347663" cy="347663"/>
                <a:chOff x="5946775" y="2727325"/>
                <a:chExt cx="347663" cy="347663"/>
              </a:xfrm>
            </p:grpSpPr>
            <p:sp>
              <p:nvSpPr>
                <p:cNvPr id="36908" name="Freeform 7">
                  <a:extLst>
                    <a:ext uri="{FF2B5EF4-FFF2-40B4-BE49-F238E27FC236}">
                      <a16:creationId xmlns:a16="http://schemas.microsoft.com/office/drawing/2014/main" id="{65F7A278-66A8-8FBE-C498-A6EAF84F70D6}"/>
                    </a:ext>
                  </a:extLst>
                </p:cNvPr>
                <p:cNvSpPr>
                  <a:spLocks/>
                </p:cNvSpPr>
                <p:nvPr/>
              </p:nvSpPr>
              <p:spPr bwMode="auto">
                <a:xfrm>
                  <a:off x="6027738" y="2808288"/>
                  <a:ext cx="187325" cy="187325"/>
                </a:xfrm>
                <a:custGeom>
                  <a:avLst/>
                  <a:gdLst>
                    <a:gd name="T0" fmla="*/ 68813 w 49"/>
                    <a:gd name="T1" fmla="*/ 15292 h 49"/>
                    <a:gd name="T2" fmla="*/ 172033 w 49"/>
                    <a:gd name="T3" fmla="*/ 68813 h 49"/>
                    <a:gd name="T4" fmla="*/ 118512 w 49"/>
                    <a:gd name="T5" fmla="*/ 172033 h 49"/>
                    <a:gd name="T6" fmla="*/ 15292 w 49"/>
                    <a:gd name="T7" fmla="*/ 118512 h 49"/>
                    <a:gd name="T8" fmla="*/ 68813 w 49"/>
                    <a:gd name="T9" fmla="*/ 15292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49">
                      <a:moveTo>
                        <a:pt x="18" y="4"/>
                      </a:moveTo>
                      <a:cubicBezTo>
                        <a:pt x="29" y="0"/>
                        <a:pt x="41" y="6"/>
                        <a:pt x="45" y="18"/>
                      </a:cubicBezTo>
                      <a:cubicBezTo>
                        <a:pt x="49" y="29"/>
                        <a:pt x="43" y="41"/>
                        <a:pt x="31" y="45"/>
                      </a:cubicBezTo>
                      <a:cubicBezTo>
                        <a:pt x="20" y="49"/>
                        <a:pt x="7" y="43"/>
                        <a:pt x="4" y="31"/>
                      </a:cubicBezTo>
                      <a:cubicBezTo>
                        <a:pt x="0" y="20"/>
                        <a:pt x="6" y="8"/>
                        <a:pt x="18" y="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9" name="Freeform 15">
                  <a:extLst>
                    <a:ext uri="{FF2B5EF4-FFF2-40B4-BE49-F238E27FC236}">
                      <a16:creationId xmlns:a16="http://schemas.microsoft.com/office/drawing/2014/main" id="{805FA985-281E-A201-C6D2-C11A0B4D0FC0}"/>
                    </a:ext>
                  </a:extLst>
                </p:cNvPr>
                <p:cNvSpPr>
                  <a:spLocks/>
                </p:cNvSpPr>
                <p:nvPr/>
              </p:nvSpPr>
              <p:spPr bwMode="auto">
                <a:xfrm>
                  <a:off x="5946775" y="2727325"/>
                  <a:ext cx="347663" cy="347663"/>
                </a:xfrm>
                <a:custGeom>
                  <a:avLst/>
                  <a:gdLst>
                    <a:gd name="T0" fmla="*/ 126076 w 91"/>
                    <a:gd name="T1" fmla="*/ 26743 h 91"/>
                    <a:gd name="T2" fmla="*/ 320920 w 91"/>
                    <a:gd name="T3" fmla="*/ 126076 h 91"/>
                    <a:gd name="T4" fmla="*/ 221587 w 91"/>
                    <a:gd name="T5" fmla="*/ 320920 h 91"/>
                    <a:gd name="T6" fmla="*/ 26743 w 91"/>
                    <a:gd name="T7" fmla="*/ 221587 h 91"/>
                    <a:gd name="T8" fmla="*/ 126076 w 91"/>
                    <a:gd name="T9" fmla="*/ 26743 h 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91">
                      <a:moveTo>
                        <a:pt x="33" y="7"/>
                      </a:moveTo>
                      <a:cubicBezTo>
                        <a:pt x="54" y="0"/>
                        <a:pt x="77" y="12"/>
                        <a:pt x="84" y="33"/>
                      </a:cubicBezTo>
                      <a:cubicBezTo>
                        <a:pt x="91" y="54"/>
                        <a:pt x="79" y="77"/>
                        <a:pt x="58" y="84"/>
                      </a:cubicBezTo>
                      <a:cubicBezTo>
                        <a:pt x="37" y="91"/>
                        <a:pt x="14" y="79"/>
                        <a:pt x="7" y="58"/>
                      </a:cubicBezTo>
                      <a:cubicBezTo>
                        <a:pt x="0" y="37"/>
                        <a:pt x="12" y="14"/>
                        <a:pt x="33" y="7"/>
                      </a:cubicBezTo>
                      <a:close/>
                    </a:path>
                  </a:pathLst>
                </a:custGeom>
                <a:noFill/>
                <a:ln w="53975"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0" name="Freeform 19">
                <a:extLst>
                  <a:ext uri="{FF2B5EF4-FFF2-40B4-BE49-F238E27FC236}">
                    <a16:creationId xmlns:a16="http://schemas.microsoft.com/office/drawing/2014/main" id="{4DA00F4F-07CD-F022-1611-D23CC136548B}"/>
                  </a:ext>
                </a:extLst>
              </p:cNvPr>
              <p:cNvSpPr>
                <a:spLocks/>
              </p:cNvSpPr>
              <p:nvPr/>
            </p:nvSpPr>
            <p:spPr bwMode="auto">
              <a:xfrm>
                <a:off x="6318250" y="2070100"/>
                <a:ext cx="3111500" cy="1093788"/>
              </a:xfrm>
              <a:custGeom>
                <a:avLst/>
                <a:gdLst>
                  <a:gd name="T0" fmla="*/ 2565556 w 815"/>
                  <a:gd name="T1" fmla="*/ 0 h 286"/>
                  <a:gd name="T2" fmla="*/ 668113 w 815"/>
                  <a:gd name="T3" fmla="*/ 0 h 286"/>
                  <a:gd name="T4" fmla="*/ 507766 w 815"/>
                  <a:gd name="T5" fmla="*/ 26771 h 286"/>
                  <a:gd name="T6" fmla="*/ 133623 w 815"/>
                  <a:gd name="T7" fmla="*/ 619558 h 286"/>
                  <a:gd name="T8" fmla="*/ 0 w 815"/>
                  <a:gd name="T9" fmla="*/ 768711 h 286"/>
                  <a:gd name="T10" fmla="*/ 194707 w 815"/>
                  <a:gd name="T11" fmla="*/ 806955 h 286"/>
                  <a:gd name="T12" fmla="*/ 668113 w 815"/>
                  <a:gd name="T13" fmla="*/ 1093788 h 286"/>
                  <a:gd name="T14" fmla="*/ 2565556 w 815"/>
                  <a:gd name="T15" fmla="*/ 1093788 h 286"/>
                  <a:gd name="T16" fmla="*/ 3111500 w 815"/>
                  <a:gd name="T17" fmla="*/ 546894 h 286"/>
                  <a:gd name="T18" fmla="*/ 2565556 w 815"/>
                  <a:gd name="T19" fmla="*/ 0 h 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15" h="286">
                    <a:moveTo>
                      <a:pt x="672" y="0"/>
                    </a:moveTo>
                    <a:cubicBezTo>
                      <a:pt x="672" y="0"/>
                      <a:pt x="175" y="0"/>
                      <a:pt x="175" y="0"/>
                    </a:cubicBezTo>
                    <a:cubicBezTo>
                      <a:pt x="161" y="0"/>
                      <a:pt x="147" y="3"/>
                      <a:pt x="133" y="7"/>
                    </a:cubicBezTo>
                    <a:cubicBezTo>
                      <a:pt x="66" y="29"/>
                      <a:pt x="26" y="95"/>
                      <a:pt x="35" y="162"/>
                    </a:cubicBezTo>
                    <a:cubicBezTo>
                      <a:pt x="0" y="201"/>
                      <a:pt x="0" y="201"/>
                      <a:pt x="0" y="201"/>
                    </a:cubicBezTo>
                    <a:cubicBezTo>
                      <a:pt x="51" y="211"/>
                      <a:pt x="51" y="211"/>
                      <a:pt x="51" y="211"/>
                    </a:cubicBezTo>
                    <a:cubicBezTo>
                      <a:pt x="76" y="257"/>
                      <a:pt x="124" y="286"/>
                      <a:pt x="175" y="286"/>
                    </a:cubicBezTo>
                    <a:cubicBezTo>
                      <a:pt x="175" y="286"/>
                      <a:pt x="672" y="286"/>
                      <a:pt x="672" y="286"/>
                    </a:cubicBezTo>
                    <a:cubicBezTo>
                      <a:pt x="751" y="286"/>
                      <a:pt x="815" y="222"/>
                      <a:pt x="815" y="143"/>
                    </a:cubicBezTo>
                    <a:cubicBezTo>
                      <a:pt x="815" y="64"/>
                      <a:pt x="751" y="0"/>
                      <a:pt x="672" y="0"/>
                    </a:cubicBezTo>
                    <a:close/>
                  </a:path>
                </a:pathLst>
              </a:custGeom>
              <a:ln/>
            </p:spPr>
            <p:style>
              <a:lnRef idx="2">
                <a:schemeClr val="accent1"/>
              </a:lnRef>
              <a:fillRef idx="1">
                <a:schemeClr val="lt1"/>
              </a:fillRef>
              <a:effectRef idx="0">
                <a:schemeClr val="accent1"/>
              </a:effectRef>
              <a:fontRef idx="minor">
                <a:schemeClr val="dk1"/>
              </a:fontRef>
            </p:style>
            <p:txBody>
              <a:bodyPr/>
              <a:lstStyle/>
              <a:p>
                <a:endParaRPr lang="en-US" dirty="0"/>
              </a:p>
            </p:txBody>
          </p:sp>
        </p:grpSp>
        <p:grpSp>
          <p:nvGrpSpPr>
            <p:cNvPr id="30" name="Group 29">
              <a:extLst>
                <a:ext uri="{FF2B5EF4-FFF2-40B4-BE49-F238E27FC236}">
                  <a16:creationId xmlns:a16="http://schemas.microsoft.com/office/drawing/2014/main" id="{9D6EE728-E5BC-A2ED-ACE4-C3DF83A74E85}"/>
                </a:ext>
              </a:extLst>
            </p:cNvPr>
            <p:cNvGrpSpPr/>
            <p:nvPr/>
          </p:nvGrpSpPr>
          <p:grpSpPr>
            <a:xfrm>
              <a:off x="5946775" y="3694113"/>
              <a:ext cx="3482975" cy="1096962"/>
              <a:chOff x="5946775" y="3694113"/>
              <a:chExt cx="3482975" cy="1096962"/>
            </a:xfrm>
          </p:grpSpPr>
          <p:grpSp>
            <p:nvGrpSpPr>
              <p:cNvPr id="5" name="Group 4">
                <a:extLst>
                  <a:ext uri="{FF2B5EF4-FFF2-40B4-BE49-F238E27FC236}">
                    <a16:creationId xmlns:a16="http://schemas.microsoft.com/office/drawing/2014/main" id="{E919009D-96AC-E21B-ED68-0579590DC6AC}"/>
                  </a:ext>
                </a:extLst>
              </p:cNvPr>
              <p:cNvGrpSpPr>
                <a:grpSpLocks/>
              </p:cNvGrpSpPr>
              <p:nvPr/>
            </p:nvGrpSpPr>
            <p:grpSpPr bwMode="auto">
              <a:xfrm>
                <a:off x="5946775" y="3786188"/>
                <a:ext cx="347663" cy="344487"/>
                <a:chOff x="5946775" y="3786188"/>
                <a:chExt cx="347663" cy="344488"/>
              </a:xfrm>
            </p:grpSpPr>
            <p:sp>
              <p:nvSpPr>
                <p:cNvPr id="7" name="Freeform 6">
                  <a:extLst>
                    <a:ext uri="{FF2B5EF4-FFF2-40B4-BE49-F238E27FC236}">
                      <a16:creationId xmlns:a16="http://schemas.microsoft.com/office/drawing/2014/main" id="{626DEA42-05A1-C609-7898-A7D47EA2E7B2}"/>
                    </a:ext>
                  </a:extLst>
                </p:cNvPr>
                <p:cNvSpPr>
                  <a:spLocks/>
                </p:cNvSpPr>
                <p:nvPr/>
              </p:nvSpPr>
              <p:spPr bwMode="auto">
                <a:xfrm>
                  <a:off x="6027738" y="3867150"/>
                  <a:ext cx="187325" cy="185739"/>
                </a:xfrm>
                <a:custGeom>
                  <a:avLst/>
                  <a:gdLst>
                    <a:gd name="T0" fmla="*/ 31 w 49"/>
                    <a:gd name="T1" fmla="*/ 4 h 49"/>
                    <a:gd name="T2" fmla="*/ 45 w 49"/>
                    <a:gd name="T3" fmla="*/ 31 h 49"/>
                    <a:gd name="T4" fmla="*/ 18 w 49"/>
                    <a:gd name="T5" fmla="*/ 45 h 49"/>
                    <a:gd name="T6" fmla="*/ 4 w 49"/>
                    <a:gd name="T7" fmla="*/ 18 h 49"/>
                    <a:gd name="T8" fmla="*/ 31 w 49"/>
                    <a:gd name="T9" fmla="*/ 4 h 49"/>
                  </a:gdLst>
                  <a:ahLst/>
                  <a:cxnLst>
                    <a:cxn ang="0">
                      <a:pos x="T0" y="T1"/>
                    </a:cxn>
                    <a:cxn ang="0">
                      <a:pos x="T2" y="T3"/>
                    </a:cxn>
                    <a:cxn ang="0">
                      <a:pos x="T4" y="T5"/>
                    </a:cxn>
                    <a:cxn ang="0">
                      <a:pos x="T6" y="T7"/>
                    </a:cxn>
                    <a:cxn ang="0">
                      <a:pos x="T8" y="T9"/>
                    </a:cxn>
                  </a:cxnLst>
                  <a:rect l="0" t="0" r="r" b="b"/>
                  <a:pathLst>
                    <a:path w="49" h="49">
                      <a:moveTo>
                        <a:pt x="31" y="4"/>
                      </a:moveTo>
                      <a:cubicBezTo>
                        <a:pt x="43" y="7"/>
                        <a:pt x="49" y="20"/>
                        <a:pt x="45" y="31"/>
                      </a:cubicBezTo>
                      <a:cubicBezTo>
                        <a:pt x="41" y="42"/>
                        <a:pt x="29" y="49"/>
                        <a:pt x="18" y="45"/>
                      </a:cubicBezTo>
                      <a:cubicBezTo>
                        <a:pt x="6" y="41"/>
                        <a:pt x="0" y="29"/>
                        <a:pt x="4" y="18"/>
                      </a:cubicBezTo>
                      <a:cubicBezTo>
                        <a:pt x="7" y="6"/>
                        <a:pt x="20" y="0"/>
                        <a:pt x="31" y="4"/>
                      </a:cubicBezTo>
                      <a:close/>
                    </a:path>
                  </a:pathLst>
                </a:custGeom>
                <a:solidFill>
                  <a:schemeClr val="accent6"/>
                </a:solidFill>
                <a:ln>
                  <a:noFill/>
                </a:ln>
              </p:spPr>
              <p:txBody>
                <a:bodyPr/>
                <a:lstStyle/>
                <a:p>
                  <a:pPr eaLnBrk="1" fontAlgn="auto" hangingPunct="1">
                    <a:spcBef>
                      <a:spcPts val="0"/>
                    </a:spcBef>
                    <a:spcAft>
                      <a:spcPts val="0"/>
                    </a:spcAft>
                    <a:defRPr/>
                  </a:pPr>
                  <a:endParaRPr lang="ru-UA">
                    <a:latin typeface="+mn-lt"/>
                  </a:endParaRPr>
                </a:p>
              </p:txBody>
            </p:sp>
            <p:sp>
              <p:nvSpPr>
                <p:cNvPr id="15" name="Freeform 14">
                  <a:extLst>
                    <a:ext uri="{FF2B5EF4-FFF2-40B4-BE49-F238E27FC236}">
                      <a16:creationId xmlns:a16="http://schemas.microsoft.com/office/drawing/2014/main" id="{D47F70A7-2FB5-D205-75C8-9BD8B039DF10}"/>
                    </a:ext>
                  </a:extLst>
                </p:cNvPr>
                <p:cNvSpPr>
                  <a:spLocks/>
                </p:cNvSpPr>
                <p:nvPr/>
              </p:nvSpPr>
              <p:spPr bwMode="auto">
                <a:xfrm>
                  <a:off x="5946775" y="3786188"/>
                  <a:ext cx="347663" cy="344488"/>
                </a:xfrm>
                <a:custGeom>
                  <a:avLst/>
                  <a:gdLst>
                    <a:gd name="T0" fmla="*/ 58 w 91"/>
                    <a:gd name="T1" fmla="*/ 7 h 90"/>
                    <a:gd name="T2" fmla="*/ 84 w 91"/>
                    <a:gd name="T3" fmla="*/ 58 h 90"/>
                    <a:gd name="T4" fmla="*/ 33 w 91"/>
                    <a:gd name="T5" fmla="*/ 84 h 90"/>
                    <a:gd name="T6" fmla="*/ 7 w 91"/>
                    <a:gd name="T7" fmla="*/ 33 h 90"/>
                    <a:gd name="T8" fmla="*/ 58 w 91"/>
                    <a:gd name="T9" fmla="*/ 7 h 90"/>
                  </a:gdLst>
                  <a:ahLst/>
                  <a:cxnLst>
                    <a:cxn ang="0">
                      <a:pos x="T0" y="T1"/>
                    </a:cxn>
                    <a:cxn ang="0">
                      <a:pos x="T2" y="T3"/>
                    </a:cxn>
                    <a:cxn ang="0">
                      <a:pos x="T4" y="T5"/>
                    </a:cxn>
                    <a:cxn ang="0">
                      <a:pos x="T6" y="T7"/>
                    </a:cxn>
                    <a:cxn ang="0">
                      <a:pos x="T8" y="T9"/>
                    </a:cxn>
                  </a:cxnLst>
                  <a:rect l="0" t="0" r="r" b="b"/>
                  <a:pathLst>
                    <a:path w="91" h="90">
                      <a:moveTo>
                        <a:pt x="58" y="7"/>
                      </a:moveTo>
                      <a:cubicBezTo>
                        <a:pt x="79" y="14"/>
                        <a:pt x="91" y="37"/>
                        <a:pt x="84" y="58"/>
                      </a:cubicBezTo>
                      <a:cubicBezTo>
                        <a:pt x="77" y="79"/>
                        <a:pt x="54" y="90"/>
                        <a:pt x="33" y="84"/>
                      </a:cubicBezTo>
                      <a:cubicBezTo>
                        <a:pt x="12" y="77"/>
                        <a:pt x="0" y="54"/>
                        <a:pt x="7" y="33"/>
                      </a:cubicBezTo>
                      <a:cubicBezTo>
                        <a:pt x="14" y="12"/>
                        <a:pt x="37" y="0"/>
                        <a:pt x="58" y="7"/>
                      </a:cubicBezTo>
                      <a:close/>
                    </a:path>
                  </a:pathLst>
                </a:custGeom>
                <a:noFill/>
                <a:ln w="53975" cap="flat">
                  <a:solidFill>
                    <a:schemeClr val="accent6"/>
                  </a:solidFill>
                  <a:prstDash val="solid"/>
                  <a:miter lim="800000"/>
                  <a:headEnd/>
                  <a:tailEnd/>
                </a:ln>
              </p:spPr>
              <p:txBody>
                <a:bodyPr/>
                <a:lstStyle/>
                <a:p>
                  <a:pPr eaLnBrk="1" fontAlgn="auto" hangingPunct="1">
                    <a:spcBef>
                      <a:spcPts val="0"/>
                    </a:spcBef>
                    <a:spcAft>
                      <a:spcPts val="0"/>
                    </a:spcAft>
                    <a:defRPr/>
                  </a:pPr>
                  <a:endParaRPr lang="ru-UA">
                    <a:latin typeface="+mn-lt"/>
                  </a:endParaRPr>
                </a:p>
              </p:txBody>
            </p:sp>
          </p:grpSp>
          <p:sp>
            <p:nvSpPr>
              <p:cNvPr id="19" name="Freeform 18">
                <a:extLst>
                  <a:ext uri="{FF2B5EF4-FFF2-40B4-BE49-F238E27FC236}">
                    <a16:creationId xmlns:a16="http://schemas.microsoft.com/office/drawing/2014/main" id="{FA8B267D-6620-B57E-C99A-7B2F2E23689D}"/>
                  </a:ext>
                </a:extLst>
              </p:cNvPr>
              <p:cNvSpPr>
                <a:spLocks/>
              </p:cNvSpPr>
              <p:nvPr/>
            </p:nvSpPr>
            <p:spPr bwMode="auto">
              <a:xfrm>
                <a:off x="6318250" y="3694113"/>
                <a:ext cx="3111500" cy="1096962"/>
              </a:xfrm>
              <a:custGeom>
                <a:avLst/>
                <a:gdLst>
                  <a:gd name="T0" fmla="*/ 672 w 815"/>
                  <a:gd name="T1" fmla="*/ 0 h 287"/>
                  <a:gd name="T2" fmla="*/ 175 w 815"/>
                  <a:gd name="T3" fmla="*/ 0 h 287"/>
                  <a:gd name="T4" fmla="*/ 51 w 815"/>
                  <a:gd name="T5" fmla="*/ 75 h 287"/>
                  <a:gd name="T6" fmla="*/ 0 w 815"/>
                  <a:gd name="T7" fmla="*/ 86 h 287"/>
                  <a:gd name="T8" fmla="*/ 35 w 815"/>
                  <a:gd name="T9" fmla="*/ 125 h 287"/>
                  <a:gd name="T10" fmla="*/ 133 w 815"/>
                  <a:gd name="T11" fmla="*/ 280 h 287"/>
                  <a:gd name="T12" fmla="*/ 175 w 815"/>
                  <a:gd name="T13" fmla="*/ 287 h 287"/>
                  <a:gd name="T14" fmla="*/ 672 w 815"/>
                  <a:gd name="T15" fmla="*/ 287 h 287"/>
                  <a:gd name="T16" fmla="*/ 815 w 815"/>
                  <a:gd name="T17" fmla="*/ 143 h 287"/>
                  <a:gd name="T18" fmla="*/ 672 w 815"/>
                  <a:gd name="T19"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5" h="287">
                    <a:moveTo>
                      <a:pt x="672" y="0"/>
                    </a:moveTo>
                    <a:cubicBezTo>
                      <a:pt x="672" y="0"/>
                      <a:pt x="175" y="0"/>
                      <a:pt x="175" y="0"/>
                    </a:cubicBezTo>
                    <a:cubicBezTo>
                      <a:pt x="124" y="1"/>
                      <a:pt x="76" y="29"/>
                      <a:pt x="51" y="75"/>
                    </a:cubicBezTo>
                    <a:cubicBezTo>
                      <a:pt x="0" y="86"/>
                      <a:pt x="0" y="86"/>
                      <a:pt x="0" y="86"/>
                    </a:cubicBezTo>
                    <a:cubicBezTo>
                      <a:pt x="35" y="125"/>
                      <a:pt x="35" y="125"/>
                      <a:pt x="35" y="125"/>
                    </a:cubicBezTo>
                    <a:cubicBezTo>
                      <a:pt x="26" y="192"/>
                      <a:pt x="66" y="258"/>
                      <a:pt x="133" y="280"/>
                    </a:cubicBezTo>
                    <a:cubicBezTo>
                      <a:pt x="147" y="284"/>
                      <a:pt x="161" y="286"/>
                      <a:pt x="175" y="287"/>
                    </a:cubicBezTo>
                    <a:cubicBezTo>
                      <a:pt x="175" y="287"/>
                      <a:pt x="672" y="287"/>
                      <a:pt x="672" y="287"/>
                    </a:cubicBezTo>
                    <a:cubicBezTo>
                      <a:pt x="751" y="287"/>
                      <a:pt x="815" y="223"/>
                      <a:pt x="815" y="143"/>
                    </a:cubicBezTo>
                    <a:cubicBezTo>
                      <a:pt x="815" y="64"/>
                      <a:pt x="751" y="0"/>
                      <a:pt x="672" y="0"/>
                    </a:cubicBezTo>
                    <a:close/>
                  </a:path>
                </a:pathLst>
              </a:custGeom>
              <a:ln/>
            </p:spPr>
            <p:style>
              <a:lnRef idx="2">
                <a:schemeClr val="accent5"/>
              </a:lnRef>
              <a:fillRef idx="1">
                <a:schemeClr val="lt1"/>
              </a:fillRef>
              <a:effectRef idx="0">
                <a:schemeClr val="accent5"/>
              </a:effectRef>
              <a:fontRef idx="minor">
                <a:schemeClr val="dk1"/>
              </a:fontRef>
            </p:style>
            <p:txBody>
              <a:bodyPr/>
              <a:lstStyle/>
              <a:p>
                <a:pPr eaLnBrk="1" fontAlgn="auto" hangingPunct="1">
                  <a:spcBef>
                    <a:spcPts val="0"/>
                  </a:spcBef>
                  <a:spcAft>
                    <a:spcPts val="0"/>
                  </a:spcAft>
                  <a:defRPr/>
                </a:pPr>
                <a:endParaRPr lang="ru-UA">
                  <a:latin typeface="+mn-lt"/>
                </a:endParaRPr>
              </a:p>
            </p:txBody>
          </p:sp>
        </p:grpSp>
        <p:grpSp>
          <p:nvGrpSpPr>
            <p:cNvPr id="31" name="Group 30">
              <a:extLst>
                <a:ext uri="{FF2B5EF4-FFF2-40B4-BE49-F238E27FC236}">
                  <a16:creationId xmlns:a16="http://schemas.microsoft.com/office/drawing/2014/main" id="{DABFF94B-E91A-834F-8D93-9BEF650914D4}"/>
                </a:ext>
              </a:extLst>
            </p:cNvPr>
            <p:cNvGrpSpPr/>
            <p:nvPr/>
          </p:nvGrpSpPr>
          <p:grpSpPr>
            <a:xfrm>
              <a:off x="5324475" y="4638675"/>
              <a:ext cx="3154363" cy="1466850"/>
              <a:chOff x="5324475" y="4638675"/>
              <a:chExt cx="3154363" cy="1466850"/>
            </a:xfrm>
          </p:grpSpPr>
          <p:grpSp>
            <p:nvGrpSpPr>
              <p:cNvPr id="22" name="Group 21">
                <a:extLst>
                  <a:ext uri="{FF2B5EF4-FFF2-40B4-BE49-F238E27FC236}">
                    <a16:creationId xmlns:a16="http://schemas.microsoft.com/office/drawing/2014/main" id="{0B5629CB-3279-EEDA-F3F5-AF3AECFE6669}"/>
                  </a:ext>
                </a:extLst>
              </p:cNvPr>
              <p:cNvGrpSpPr>
                <a:grpSpLocks/>
              </p:cNvGrpSpPr>
              <p:nvPr/>
            </p:nvGrpSpPr>
            <p:grpSpPr bwMode="auto">
              <a:xfrm>
                <a:off x="5324475" y="4638675"/>
                <a:ext cx="347663" cy="350838"/>
                <a:chOff x="5324475" y="4638675"/>
                <a:chExt cx="347663" cy="350838"/>
              </a:xfrm>
            </p:grpSpPr>
            <p:sp>
              <p:nvSpPr>
                <p:cNvPr id="6" name="Freeform 5">
                  <a:extLst>
                    <a:ext uri="{FF2B5EF4-FFF2-40B4-BE49-F238E27FC236}">
                      <a16:creationId xmlns:a16="http://schemas.microsoft.com/office/drawing/2014/main" id="{17B5A19F-BDFC-3317-086A-077BD23F6438}"/>
                    </a:ext>
                  </a:extLst>
                </p:cNvPr>
                <p:cNvSpPr>
                  <a:spLocks/>
                </p:cNvSpPr>
                <p:nvPr/>
              </p:nvSpPr>
              <p:spPr bwMode="auto">
                <a:xfrm>
                  <a:off x="5405438" y="4718050"/>
                  <a:ext cx="185737" cy="192088"/>
                </a:xfrm>
                <a:custGeom>
                  <a:avLst/>
                  <a:gdLst>
                    <a:gd name="T0" fmla="*/ 42 w 49"/>
                    <a:gd name="T1" fmla="*/ 12 h 50"/>
                    <a:gd name="T2" fmla="*/ 38 w 49"/>
                    <a:gd name="T3" fmla="*/ 43 h 50"/>
                    <a:gd name="T4" fmla="*/ 7 w 49"/>
                    <a:gd name="T5" fmla="*/ 38 h 50"/>
                    <a:gd name="T6" fmla="*/ 12 w 49"/>
                    <a:gd name="T7" fmla="*/ 8 h 50"/>
                    <a:gd name="T8" fmla="*/ 42 w 49"/>
                    <a:gd name="T9" fmla="*/ 12 h 50"/>
                  </a:gdLst>
                  <a:ahLst/>
                  <a:cxnLst>
                    <a:cxn ang="0">
                      <a:pos x="T0" y="T1"/>
                    </a:cxn>
                    <a:cxn ang="0">
                      <a:pos x="T2" y="T3"/>
                    </a:cxn>
                    <a:cxn ang="0">
                      <a:pos x="T4" y="T5"/>
                    </a:cxn>
                    <a:cxn ang="0">
                      <a:pos x="T6" y="T7"/>
                    </a:cxn>
                    <a:cxn ang="0">
                      <a:pos x="T8" y="T9"/>
                    </a:cxn>
                  </a:cxnLst>
                  <a:rect l="0" t="0" r="r" b="b"/>
                  <a:pathLst>
                    <a:path w="49" h="50">
                      <a:moveTo>
                        <a:pt x="42" y="12"/>
                      </a:moveTo>
                      <a:cubicBezTo>
                        <a:pt x="49" y="22"/>
                        <a:pt x="47" y="36"/>
                        <a:pt x="38" y="43"/>
                      </a:cubicBezTo>
                      <a:cubicBezTo>
                        <a:pt x="28" y="50"/>
                        <a:pt x="14" y="48"/>
                        <a:pt x="7" y="38"/>
                      </a:cubicBezTo>
                      <a:cubicBezTo>
                        <a:pt x="0" y="28"/>
                        <a:pt x="2" y="15"/>
                        <a:pt x="12" y="8"/>
                      </a:cubicBezTo>
                      <a:cubicBezTo>
                        <a:pt x="22" y="0"/>
                        <a:pt x="35" y="3"/>
                        <a:pt x="42" y="12"/>
                      </a:cubicBezTo>
                      <a:close/>
                    </a:path>
                  </a:pathLst>
                </a:custGeom>
                <a:solidFill>
                  <a:schemeClr val="accent5"/>
                </a:solidFill>
                <a:ln>
                  <a:noFill/>
                </a:ln>
              </p:spPr>
              <p:txBody>
                <a:bodyPr/>
                <a:lstStyle/>
                <a:p>
                  <a:pPr eaLnBrk="1" fontAlgn="auto" hangingPunct="1">
                    <a:spcBef>
                      <a:spcPts val="0"/>
                    </a:spcBef>
                    <a:spcAft>
                      <a:spcPts val="0"/>
                    </a:spcAft>
                    <a:defRPr/>
                  </a:pPr>
                  <a:endParaRPr lang="ru-UA">
                    <a:latin typeface="+mn-lt"/>
                  </a:endParaRPr>
                </a:p>
              </p:txBody>
            </p:sp>
            <p:sp>
              <p:nvSpPr>
                <p:cNvPr id="14" name="Freeform 13">
                  <a:extLst>
                    <a:ext uri="{FF2B5EF4-FFF2-40B4-BE49-F238E27FC236}">
                      <a16:creationId xmlns:a16="http://schemas.microsoft.com/office/drawing/2014/main" id="{EA11AE4A-B2AC-5F06-F1E8-F4DA1C83EE3C}"/>
                    </a:ext>
                  </a:extLst>
                </p:cNvPr>
                <p:cNvSpPr>
                  <a:spLocks/>
                </p:cNvSpPr>
                <p:nvPr/>
              </p:nvSpPr>
              <p:spPr bwMode="auto">
                <a:xfrm>
                  <a:off x="5324475" y="4638675"/>
                  <a:ext cx="347663" cy="350838"/>
                </a:xfrm>
                <a:custGeom>
                  <a:avLst/>
                  <a:gdLst>
                    <a:gd name="T0" fmla="*/ 78 w 91"/>
                    <a:gd name="T1" fmla="*/ 22 h 92"/>
                    <a:gd name="T2" fmla="*/ 69 w 91"/>
                    <a:gd name="T3" fmla="*/ 79 h 92"/>
                    <a:gd name="T4" fmla="*/ 13 w 91"/>
                    <a:gd name="T5" fmla="*/ 70 h 92"/>
                    <a:gd name="T6" fmla="*/ 22 w 91"/>
                    <a:gd name="T7" fmla="*/ 14 h 92"/>
                    <a:gd name="T8" fmla="*/ 78 w 91"/>
                    <a:gd name="T9" fmla="*/ 22 h 92"/>
                  </a:gdLst>
                  <a:ahLst/>
                  <a:cxnLst>
                    <a:cxn ang="0">
                      <a:pos x="T0" y="T1"/>
                    </a:cxn>
                    <a:cxn ang="0">
                      <a:pos x="T2" y="T3"/>
                    </a:cxn>
                    <a:cxn ang="0">
                      <a:pos x="T4" y="T5"/>
                    </a:cxn>
                    <a:cxn ang="0">
                      <a:pos x="T6" y="T7"/>
                    </a:cxn>
                    <a:cxn ang="0">
                      <a:pos x="T8" y="T9"/>
                    </a:cxn>
                  </a:cxnLst>
                  <a:rect l="0" t="0" r="r" b="b"/>
                  <a:pathLst>
                    <a:path w="91" h="92">
                      <a:moveTo>
                        <a:pt x="78" y="22"/>
                      </a:moveTo>
                      <a:cubicBezTo>
                        <a:pt x="91" y="40"/>
                        <a:pt x="87" y="66"/>
                        <a:pt x="69" y="79"/>
                      </a:cubicBezTo>
                      <a:cubicBezTo>
                        <a:pt x="51" y="92"/>
                        <a:pt x="26" y="88"/>
                        <a:pt x="13" y="70"/>
                      </a:cubicBezTo>
                      <a:cubicBezTo>
                        <a:pt x="0" y="52"/>
                        <a:pt x="4" y="27"/>
                        <a:pt x="22" y="14"/>
                      </a:cubicBezTo>
                      <a:cubicBezTo>
                        <a:pt x="40" y="0"/>
                        <a:pt x="65" y="4"/>
                        <a:pt x="78" y="22"/>
                      </a:cubicBezTo>
                      <a:close/>
                    </a:path>
                  </a:pathLst>
                </a:custGeom>
                <a:noFill/>
                <a:ln w="53975" cap="flat">
                  <a:solidFill>
                    <a:schemeClr val="accent5"/>
                  </a:solidFill>
                  <a:prstDash val="solid"/>
                  <a:miter lim="800000"/>
                  <a:headEnd/>
                  <a:tailEnd/>
                </a:ln>
              </p:spPr>
              <p:txBody>
                <a:bodyPr/>
                <a:lstStyle/>
                <a:p>
                  <a:pPr eaLnBrk="1" fontAlgn="auto" hangingPunct="1">
                    <a:spcBef>
                      <a:spcPts val="0"/>
                    </a:spcBef>
                    <a:spcAft>
                      <a:spcPts val="0"/>
                    </a:spcAft>
                    <a:defRPr/>
                  </a:pPr>
                  <a:endParaRPr lang="ru-UA">
                    <a:latin typeface="+mn-lt"/>
                  </a:endParaRPr>
                </a:p>
              </p:txBody>
            </p:sp>
          </p:grpSp>
          <p:sp>
            <p:nvSpPr>
              <p:cNvPr id="18" name="Freeform 17">
                <a:extLst>
                  <a:ext uri="{FF2B5EF4-FFF2-40B4-BE49-F238E27FC236}">
                    <a16:creationId xmlns:a16="http://schemas.microsoft.com/office/drawing/2014/main" id="{F3FF225E-6A25-5FBC-B303-3880771D8C8B}"/>
                  </a:ext>
                </a:extLst>
              </p:cNvPr>
              <p:cNvSpPr>
                <a:spLocks/>
              </p:cNvSpPr>
              <p:nvPr/>
            </p:nvSpPr>
            <p:spPr bwMode="auto">
              <a:xfrm>
                <a:off x="5438775" y="4981575"/>
                <a:ext cx="3040063" cy="1123950"/>
              </a:xfrm>
              <a:custGeom>
                <a:avLst/>
                <a:gdLst>
                  <a:gd name="T0" fmla="*/ 653 w 796"/>
                  <a:gd name="T1" fmla="*/ 7 h 294"/>
                  <a:gd name="T2" fmla="*/ 157 w 796"/>
                  <a:gd name="T3" fmla="*/ 7 h 294"/>
                  <a:gd name="T4" fmla="*/ 95 w 796"/>
                  <a:gd name="T5" fmla="*/ 21 h 294"/>
                  <a:gd name="T6" fmla="*/ 48 w 796"/>
                  <a:gd name="T7" fmla="*/ 0 h 294"/>
                  <a:gd name="T8" fmla="*/ 53 w 796"/>
                  <a:gd name="T9" fmla="*/ 52 h 294"/>
                  <a:gd name="T10" fmla="*/ 41 w 796"/>
                  <a:gd name="T11" fmla="*/ 235 h 294"/>
                  <a:gd name="T12" fmla="*/ 156 w 796"/>
                  <a:gd name="T13" fmla="*/ 294 h 294"/>
                  <a:gd name="T14" fmla="*/ 652 w 796"/>
                  <a:gd name="T15" fmla="*/ 294 h 294"/>
                  <a:gd name="T16" fmla="*/ 796 w 796"/>
                  <a:gd name="T17" fmla="*/ 151 h 294"/>
                  <a:gd name="T18" fmla="*/ 653 w 796"/>
                  <a:gd name="T19" fmla="*/ 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6" h="294">
                    <a:moveTo>
                      <a:pt x="653" y="7"/>
                    </a:moveTo>
                    <a:cubicBezTo>
                      <a:pt x="652" y="7"/>
                      <a:pt x="157" y="7"/>
                      <a:pt x="157" y="7"/>
                    </a:cubicBezTo>
                    <a:cubicBezTo>
                      <a:pt x="136" y="7"/>
                      <a:pt x="115" y="12"/>
                      <a:pt x="95" y="21"/>
                    </a:cubicBezTo>
                    <a:cubicBezTo>
                      <a:pt x="48" y="0"/>
                      <a:pt x="48" y="0"/>
                      <a:pt x="48" y="0"/>
                    </a:cubicBezTo>
                    <a:cubicBezTo>
                      <a:pt x="53" y="52"/>
                      <a:pt x="53" y="52"/>
                      <a:pt x="53" y="52"/>
                    </a:cubicBezTo>
                    <a:cubicBezTo>
                      <a:pt x="6" y="101"/>
                      <a:pt x="0" y="178"/>
                      <a:pt x="41" y="235"/>
                    </a:cubicBezTo>
                    <a:cubicBezTo>
                      <a:pt x="69" y="273"/>
                      <a:pt x="112" y="293"/>
                      <a:pt x="156" y="294"/>
                    </a:cubicBezTo>
                    <a:cubicBezTo>
                      <a:pt x="156" y="294"/>
                      <a:pt x="652" y="294"/>
                      <a:pt x="652" y="294"/>
                    </a:cubicBezTo>
                    <a:cubicBezTo>
                      <a:pt x="732" y="294"/>
                      <a:pt x="796" y="230"/>
                      <a:pt x="796" y="151"/>
                    </a:cubicBezTo>
                    <a:cubicBezTo>
                      <a:pt x="796" y="71"/>
                      <a:pt x="732" y="7"/>
                      <a:pt x="653" y="7"/>
                    </a:cubicBezTo>
                    <a:close/>
                  </a:path>
                </a:pathLst>
              </a:custGeom>
              <a:ln/>
            </p:spPr>
            <p:style>
              <a:lnRef idx="2">
                <a:schemeClr val="accent4"/>
              </a:lnRef>
              <a:fillRef idx="1">
                <a:schemeClr val="lt1"/>
              </a:fillRef>
              <a:effectRef idx="0">
                <a:schemeClr val="accent4"/>
              </a:effectRef>
              <a:fontRef idx="minor">
                <a:schemeClr val="dk1"/>
              </a:fontRef>
            </p:style>
            <p:txBody>
              <a:bodyPr/>
              <a:lstStyle/>
              <a:p>
                <a:pPr eaLnBrk="1" fontAlgn="auto" hangingPunct="1">
                  <a:spcBef>
                    <a:spcPts val="0"/>
                  </a:spcBef>
                  <a:spcAft>
                    <a:spcPts val="0"/>
                  </a:spcAft>
                  <a:defRPr/>
                </a:pPr>
                <a:endParaRPr lang="ru-UA">
                  <a:latin typeface="+mn-lt"/>
                </a:endParaRPr>
              </a:p>
            </p:txBody>
          </p:sp>
        </p:grpSp>
      </p:grpSp>
      <p:sp>
        <p:nvSpPr>
          <p:cNvPr id="17" name="TextBox 16">
            <a:extLst>
              <a:ext uri="{FF2B5EF4-FFF2-40B4-BE49-F238E27FC236}">
                <a16:creationId xmlns:a16="http://schemas.microsoft.com/office/drawing/2014/main" id="{00087B88-60DA-5C65-A069-D9A48AA2A6BB}"/>
              </a:ext>
            </a:extLst>
          </p:cNvPr>
          <p:cNvSpPr txBox="1"/>
          <p:nvPr/>
        </p:nvSpPr>
        <p:spPr>
          <a:xfrm>
            <a:off x="10048852" y="5222141"/>
            <a:ext cx="184731" cy="369332"/>
          </a:xfrm>
          <a:prstGeom prst="rect">
            <a:avLst/>
          </a:prstGeom>
          <a:noFill/>
        </p:spPr>
        <p:txBody>
          <a:bodyPr wrap="none" rtlCol="0">
            <a:spAutoFit/>
          </a:bodyPr>
          <a:lstStyle/>
          <a:p>
            <a:endParaRPr lang="en-US" dirty="0"/>
          </a:p>
        </p:txBody>
      </p:sp>
      <p:sp>
        <p:nvSpPr>
          <p:cNvPr id="41" name="TextBox 17">
            <a:extLst>
              <a:ext uri="{FF2B5EF4-FFF2-40B4-BE49-F238E27FC236}">
                <a16:creationId xmlns:a16="http://schemas.microsoft.com/office/drawing/2014/main" id="{46589AF8-2341-41B2-BBDB-E83DCD0A9DCA}"/>
              </a:ext>
            </a:extLst>
          </p:cNvPr>
          <p:cNvSpPr txBox="1"/>
          <p:nvPr/>
        </p:nvSpPr>
        <p:spPr>
          <a:xfrm>
            <a:off x="494582" y="953589"/>
            <a:ext cx="6128238" cy="584775"/>
          </a:xfrm>
          <a:prstGeom prst="rect">
            <a:avLst/>
          </a:prstGeom>
          <a:noFill/>
        </p:spPr>
        <p:txBody>
          <a:bodyPr wrap="square">
            <a:spAutoFit/>
          </a:bodyPr>
          <a:lstStyle/>
          <a:p>
            <a:r>
              <a:rPr lang="en-US" sz="3200" b="1" dirty="0" err="1">
                <a:latin typeface="Times New Roman" panose="02020603050405020304" pitchFamily="18" charset="0"/>
                <a:cs typeface="Times New Roman" panose="02020603050405020304" pitchFamily="18" charset="0"/>
              </a:rPr>
              <a:t>Problématique</a:t>
            </a:r>
            <a:endParaRPr lang="en-US" sz="3200" b="1" dirty="0">
              <a:latin typeface="Times New Roman" panose="02020603050405020304" pitchFamily="18" charset="0"/>
              <a:cs typeface="Times New Roman" panose="02020603050405020304" pitchFamily="18" charset="0"/>
            </a:endParaRPr>
          </a:p>
        </p:txBody>
      </p:sp>
      <p:graphicFrame>
        <p:nvGraphicFramePr>
          <p:cNvPr id="42" name="Diagramme 30">
            <a:extLst>
              <a:ext uri="{FF2B5EF4-FFF2-40B4-BE49-F238E27FC236}">
                <a16:creationId xmlns:a16="http://schemas.microsoft.com/office/drawing/2014/main" id="{B693A931-5437-4060-8524-3708AE84AC3C}"/>
              </a:ext>
            </a:extLst>
          </p:cNvPr>
          <p:cNvGraphicFramePr/>
          <p:nvPr>
            <p:extLst>
              <p:ext uri="{D42A27DB-BD31-4B8C-83A1-F6EECF244321}">
                <p14:modId xmlns:p14="http://schemas.microsoft.com/office/powerpoint/2010/main" val="163471107"/>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 name="Image 39" descr="Une image contenant texte, Visage humain, habits, personne&#10;&#10;Description générée automatiquement">
            <a:extLst>
              <a:ext uri="{FF2B5EF4-FFF2-40B4-BE49-F238E27FC236}">
                <a16:creationId xmlns:a16="http://schemas.microsoft.com/office/drawing/2014/main" id="{EF4208CF-1326-40DC-BCD9-1BF3866DF0FB}"/>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2973003" y="2442613"/>
            <a:ext cx="3241044" cy="3025326"/>
          </a:xfrm>
          <a:prstGeom prst="rect">
            <a:avLst/>
          </a:prstGeom>
        </p:spPr>
      </p:pic>
      <p:grpSp>
        <p:nvGrpSpPr>
          <p:cNvPr id="53" name="Group 52">
            <a:extLst>
              <a:ext uri="{FF2B5EF4-FFF2-40B4-BE49-F238E27FC236}">
                <a16:creationId xmlns:a16="http://schemas.microsoft.com/office/drawing/2014/main" id="{87AA98C8-CB2E-3572-30C9-B3ACE0E30010}"/>
              </a:ext>
            </a:extLst>
          </p:cNvPr>
          <p:cNvGrpSpPr/>
          <p:nvPr/>
        </p:nvGrpSpPr>
        <p:grpSpPr>
          <a:xfrm>
            <a:off x="2671150" y="2143761"/>
            <a:ext cx="3861730" cy="3623030"/>
            <a:chOff x="2759075" y="1692275"/>
            <a:chExt cx="3475038" cy="3476625"/>
          </a:xfrm>
        </p:grpSpPr>
        <p:sp>
          <p:nvSpPr>
            <p:cNvPr id="10" name="Freeform 9">
              <a:extLst>
                <a:ext uri="{FF2B5EF4-FFF2-40B4-BE49-F238E27FC236}">
                  <a16:creationId xmlns:a16="http://schemas.microsoft.com/office/drawing/2014/main" id="{E1E66B59-A515-AEA7-8B82-BC818D26D9E5}"/>
                </a:ext>
              </a:extLst>
            </p:cNvPr>
            <p:cNvSpPr>
              <a:spLocks noEditPoints="1"/>
            </p:cNvSpPr>
            <p:nvPr/>
          </p:nvSpPr>
          <p:spPr bwMode="auto">
            <a:xfrm>
              <a:off x="5641975" y="4168775"/>
              <a:ext cx="412750" cy="527050"/>
            </a:xfrm>
            <a:custGeom>
              <a:avLst/>
              <a:gdLst>
                <a:gd name="T0" fmla="*/ 4 w 108"/>
                <a:gd name="T1" fmla="*/ 125 h 138"/>
                <a:gd name="T2" fmla="*/ 14 w 108"/>
                <a:gd name="T3" fmla="*/ 126 h 138"/>
                <a:gd name="T4" fmla="*/ 14 w 108"/>
                <a:gd name="T5" fmla="*/ 136 h 138"/>
                <a:gd name="T6" fmla="*/ 14 w 108"/>
                <a:gd name="T7" fmla="*/ 136 h 138"/>
                <a:gd name="T8" fmla="*/ 9 w 108"/>
                <a:gd name="T9" fmla="*/ 138 h 138"/>
                <a:gd name="T10" fmla="*/ 3 w 108"/>
                <a:gd name="T11" fmla="*/ 136 h 138"/>
                <a:gd name="T12" fmla="*/ 25 w 108"/>
                <a:gd name="T13" fmla="*/ 104 h 138"/>
                <a:gd name="T14" fmla="*/ 35 w 108"/>
                <a:gd name="T15" fmla="*/ 103 h 138"/>
                <a:gd name="T16" fmla="*/ 36 w 108"/>
                <a:gd name="T17" fmla="*/ 114 h 138"/>
                <a:gd name="T18" fmla="*/ 36 w 108"/>
                <a:gd name="T19" fmla="*/ 114 h 138"/>
                <a:gd name="T20" fmla="*/ 30 w 108"/>
                <a:gd name="T21" fmla="*/ 116 h 138"/>
                <a:gd name="T22" fmla="*/ 25 w 108"/>
                <a:gd name="T23" fmla="*/ 114 h 138"/>
                <a:gd name="T24" fmla="*/ 44 w 108"/>
                <a:gd name="T25" fmla="*/ 81 h 138"/>
                <a:gd name="T26" fmla="*/ 55 w 108"/>
                <a:gd name="T27" fmla="*/ 80 h 138"/>
                <a:gd name="T28" fmla="*/ 56 w 108"/>
                <a:gd name="T29" fmla="*/ 90 h 138"/>
                <a:gd name="T30" fmla="*/ 50 w 108"/>
                <a:gd name="T31" fmla="*/ 93 h 138"/>
                <a:gd name="T32" fmla="*/ 45 w 108"/>
                <a:gd name="T33" fmla="*/ 92 h 138"/>
                <a:gd name="T34" fmla="*/ 62 w 108"/>
                <a:gd name="T35" fmla="*/ 57 h 138"/>
                <a:gd name="T36" fmla="*/ 72 w 108"/>
                <a:gd name="T37" fmla="*/ 55 h 138"/>
                <a:gd name="T38" fmla="*/ 74 w 108"/>
                <a:gd name="T39" fmla="*/ 66 h 138"/>
                <a:gd name="T40" fmla="*/ 68 w 108"/>
                <a:gd name="T41" fmla="*/ 69 h 138"/>
                <a:gd name="T42" fmla="*/ 64 w 108"/>
                <a:gd name="T43" fmla="*/ 67 h 138"/>
                <a:gd name="T44" fmla="*/ 78 w 108"/>
                <a:gd name="T45" fmla="*/ 32 h 138"/>
                <a:gd name="T46" fmla="*/ 88 w 108"/>
                <a:gd name="T47" fmla="*/ 29 h 138"/>
                <a:gd name="T48" fmla="*/ 91 w 108"/>
                <a:gd name="T49" fmla="*/ 40 h 138"/>
                <a:gd name="T50" fmla="*/ 85 w 108"/>
                <a:gd name="T51" fmla="*/ 43 h 138"/>
                <a:gd name="T52" fmla="*/ 81 w 108"/>
                <a:gd name="T53" fmla="*/ 42 h 138"/>
                <a:gd name="T54" fmla="*/ 93 w 108"/>
                <a:gd name="T55" fmla="*/ 6 h 138"/>
                <a:gd name="T56" fmla="*/ 103 w 108"/>
                <a:gd name="T57" fmla="*/ 2 h 138"/>
                <a:gd name="T58" fmla="*/ 106 w 108"/>
                <a:gd name="T59" fmla="*/ 12 h 138"/>
                <a:gd name="T60" fmla="*/ 99 w 108"/>
                <a:gd name="T61" fmla="*/ 16 h 138"/>
                <a:gd name="T62" fmla="*/ 96 w 108"/>
                <a:gd name="T63" fmla="*/ 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8" h="138">
                  <a:moveTo>
                    <a:pt x="3" y="136"/>
                  </a:moveTo>
                  <a:cubicBezTo>
                    <a:pt x="0" y="133"/>
                    <a:pt x="1" y="128"/>
                    <a:pt x="4" y="125"/>
                  </a:cubicBezTo>
                  <a:cubicBezTo>
                    <a:pt x="4" y="125"/>
                    <a:pt x="4" y="125"/>
                    <a:pt x="4" y="125"/>
                  </a:cubicBezTo>
                  <a:cubicBezTo>
                    <a:pt x="7" y="122"/>
                    <a:pt x="11" y="123"/>
                    <a:pt x="14" y="126"/>
                  </a:cubicBezTo>
                  <a:cubicBezTo>
                    <a:pt x="14" y="126"/>
                    <a:pt x="14" y="126"/>
                    <a:pt x="14" y="126"/>
                  </a:cubicBezTo>
                  <a:cubicBezTo>
                    <a:pt x="17" y="129"/>
                    <a:pt x="17" y="133"/>
                    <a:pt x="14" y="136"/>
                  </a:cubicBezTo>
                  <a:cubicBezTo>
                    <a:pt x="14" y="136"/>
                    <a:pt x="14" y="136"/>
                    <a:pt x="14" y="136"/>
                  </a:cubicBezTo>
                  <a:cubicBezTo>
                    <a:pt x="14" y="136"/>
                    <a:pt x="14" y="136"/>
                    <a:pt x="14" y="136"/>
                  </a:cubicBezTo>
                  <a:cubicBezTo>
                    <a:pt x="14" y="136"/>
                    <a:pt x="14" y="136"/>
                    <a:pt x="14" y="136"/>
                  </a:cubicBezTo>
                  <a:cubicBezTo>
                    <a:pt x="13" y="138"/>
                    <a:pt x="11" y="138"/>
                    <a:pt x="9" y="138"/>
                  </a:cubicBezTo>
                  <a:cubicBezTo>
                    <a:pt x="9" y="138"/>
                    <a:pt x="9" y="138"/>
                    <a:pt x="9" y="138"/>
                  </a:cubicBezTo>
                  <a:cubicBezTo>
                    <a:pt x="7" y="138"/>
                    <a:pt x="5" y="137"/>
                    <a:pt x="3" y="136"/>
                  </a:cubicBezTo>
                  <a:close/>
                  <a:moveTo>
                    <a:pt x="25" y="114"/>
                  </a:moveTo>
                  <a:cubicBezTo>
                    <a:pt x="22" y="112"/>
                    <a:pt x="22" y="107"/>
                    <a:pt x="25" y="104"/>
                  </a:cubicBezTo>
                  <a:cubicBezTo>
                    <a:pt x="25" y="104"/>
                    <a:pt x="25" y="104"/>
                    <a:pt x="25" y="104"/>
                  </a:cubicBezTo>
                  <a:cubicBezTo>
                    <a:pt x="27" y="101"/>
                    <a:pt x="32" y="101"/>
                    <a:pt x="35" y="103"/>
                  </a:cubicBezTo>
                  <a:cubicBezTo>
                    <a:pt x="35" y="103"/>
                    <a:pt x="35" y="103"/>
                    <a:pt x="35" y="103"/>
                  </a:cubicBezTo>
                  <a:cubicBezTo>
                    <a:pt x="38" y="106"/>
                    <a:pt x="38" y="111"/>
                    <a:pt x="36" y="114"/>
                  </a:cubicBezTo>
                  <a:cubicBezTo>
                    <a:pt x="36" y="114"/>
                    <a:pt x="36" y="114"/>
                    <a:pt x="36" y="114"/>
                  </a:cubicBezTo>
                  <a:cubicBezTo>
                    <a:pt x="36" y="114"/>
                    <a:pt x="36" y="114"/>
                    <a:pt x="36" y="114"/>
                  </a:cubicBezTo>
                  <a:cubicBezTo>
                    <a:pt x="36" y="114"/>
                    <a:pt x="36" y="114"/>
                    <a:pt x="36" y="114"/>
                  </a:cubicBezTo>
                  <a:cubicBezTo>
                    <a:pt x="34" y="116"/>
                    <a:pt x="32" y="116"/>
                    <a:pt x="30" y="116"/>
                  </a:cubicBezTo>
                  <a:cubicBezTo>
                    <a:pt x="30" y="116"/>
                    <a:pt x="30" y="116"/>
                    <a:pt x="30" y="116"/>
                  </a:cubicBezTo>
                  <a:cubicBezTo>
                    <a:pt x="28" y="116"/>
                    <a:pt x="26" y="116"/>
                    <a:pt x="25" y="114"/>
                  </a:cubicBezTo>
                  <a:close/>
                  <a:moveTo>
                    <a:pt x="45" y="92"/>
                  </a:moveTo>
                  <a:cubicBezTo>
                    <a:pt x="42" y="89"/>
                    <a:pt x="41" y="84"/>
                    <a:pt x="44" y="81"/>
                  </a:cubicBezTo>
                  <a:cubicBezTo>
                    <a:pt x="44" y="81"/>
                    <a:pt x="44" y="81"/>
                    <a:pt x="44" y="81"/>
                  </a:cubicBezTo>
                  <a:cubicBezTo>
                    <a:pt x="47" y="78"/>
                    <a:pt x="51" y="77"/>
                    <a:pt x="55" y="80"/>
                  </a:cubicBezTo>
                  <a:cubicBezTo>
                    <a:pt x="55" y="80"/>
                    <a:pt x="55" y="80"/>
                    <a:pt x="55" y="80"/>
                  </a:cubicBezTo>
                  <a:cubicBezTo>
                    <a:pt x="58" y="82"/>
                    <a:pt x="58" y="87"/>
                    <a:pt x="56" y="90"/>
                  </a:cubicBezTo>
                  <a:cubicBezTo>
                    <a:pt x="56" y="90"/>
                    <a:pt x="56" y="90"/>
                    <a:pt x="56" y="90"/>
                  </a:cubicBezTo>
                  <a:cubicBezTo>
                    <a:pt x="54" y="92"/>
                    <a:pt x="52" y="93"/>
                    <a:pt x="50" y="93"/>
                  </a:cubicBezTo>
                  <a:cubicBezTo>
                    <a:pt x="50" y="93"/>
                    <a:pt x="50" y="93"/>
                    <a:pt x="50" y="93"/>
                  </a:cubicBezTo>
                  <a:cubicBezTo>
                    <a:pt x="48" y="93"/>
                    <a:pt x="47" y="93"/>
                    <a:pt x="45" y="92"/>
                  </a:cubicBezTo>
                  <a:close/>
                  <a:moveTo>
                    <a:pt x="64" y="67"/>
                  </a:moveTo>
                  <a:cubicBezTo>
                    <a:pt x="60" y="65"/>
                    <a:pt x="60" y="60"/>
                    <a:pt x="62" y="57"/>
                  </a:cubicBezTo>
                  <a:cubicBezTo>
                    <a:pt x="62" y="57"/>
                    <a:pt x="62" y="57"/>
                    <a:pt x="62" y="57"/>
                  </a:cubicBezTo>
                  <a:cubicBezTo>
                    <a:pt x="64" y="54"/>
                    <a:pt x="69" y="53"/>
                    <a:pt x="72" y="55"/>
                  </a:cubicBezTo>
                  <a:cubicBezTo>
                    <a:pt x="72" y="55"/>
                    <a:pt x="72" y="55"/>
                    <a:pt x="72" y="55"/>
                  </a:cubicBezTo>
                  <a:cubicBezTo>
                    <a:pt x="76" y="57"/>
                    <a:pt x="77" y="62"/>
                    <a:pt x="74" y="66"/>
                  </a:cubicBezTo>
                  <a:cubicBezTo>
                    <a:pt x="74" y="66"/>
                    <a:pt x="74" y="66"/>
                    <a:pt x="74" y="66"/>
                  </a:cubicBezTo>
                  <a:cubicBezTo>
                    <a:pt x="73" y="68"/>
                    <a:pt x="70" y="69"/>
                    <a:pt x="68" y="69"/>
                  </a:cubicBezTo>
                  <a:cubicBezTo>
                    <a:pt x="68" y="69"/>
                    <a:pt x="68" y="69"/>
                    <a:pt x="68" y="69"/>
                  </a:cubicBezTo>
                  <a:cubicBezTo>
                    <a:pt x="67" y="69"/>
                    <a:pt x="65" y="68"/>
                    <a:pt x="64" y="67"/>
                  </a:cubicBezTo>
                  <a:close/>
                  <a:moveTo>
                    <a:pt x="81" y="42"/>
                  </a:moveTo>
                  <a:cubicBezTo>
                    <a:pt x="77" y="40"/>
                    <a:pt x="76" y="35"/>
                    <a:pt x="78" y="32"/>
                  </a:cubicBezTo>
                  <a:cubicBezTo>
                    <a:pt x="78" y="32"/>
                    <a:pt x="78" y="32"/>
                    <a:pt x="78" y="32"/>
                  </a:cubicBezTo>
                  <a:cubicBezTo>
                    <a:pt x="80" y="28"/>
                    <a:pt x="85" y="27"/>
                    <a:pt x="88" y="29"/>
                  </a:cubicBezTo>
                  <a:cubicBezTo>
                    <a:pt x="88" y="29"/>
                    <a:pt x="88" y="29"/>
                    <a:pt x="88" y="29"/>
                  </a:cubicBezTo>
                  <a:cubicBezTo>
                    <a:pt x="92" y="31"/>
                    <a:pt x="93" y="36"/>
                    <a:pt x="91" y="40"/>
                  </a:cubicBezTo>
                  <a:cubicBezTo>
                    <a:pt x="91" y="40"/>
                    <a:pt x="91" y="40"/>
                    <a:pt x="91" y="40"/>
                  </a:cubicBezTo>
                  <a:cubicBezTo>
                    <a:pt x="90" y="42"/>
                    <a:pt x="87" y="43"/>
                    <a:pt x="85" y="43"/>
                  </a:cubicBezTo>
                  <a:cubicBezTo>
                    <a:pt x="85" y="43"/>
                    <a:pt x="85" y="43"/>
                    <a:pt x="85" y="43"/>
                  </a:cubicBezTo>
                  <a:cubicBezTo>
                    <a:pt x="83" y="43"/>
                    <a:pt x="82" y="43"/>
                    <a:pt x="81" y="42"/>
                  </a:cubicBezTo>
                  <a:close/>
                  <a:moveTo>
                    <a:pt x="96" y="16"/>
                  </a:moveTo>
                  <a:cubicBezTo>
                    <a:pt x="92" y="14"/>
                    <a:pt x="91" y="9"/>
                    <a:pt x="93" y="6"/>
                  </a:cubicBezTo>
                  <a:cubicBezTo>
                    <a:pt x="93" y="6"/>
                    <a:pt x="93" y="6"/>
                    <a:pt x="93" y="6"/>
                  </a:cubicBezTo>
                  <a:cubicBezTo>
                    <a:pt x="94" y="2"/>
                    <a:pt x="99" y="0"/>
                    <a:pt x="103" y="2"/>
                  </a:cubicBezTo>
                  <a:cubicBezTo>
                    <a:pt x="103" y="2"/>
                    <a:pt x="103" y="2"/>
                    <a:pt x="103" y="2"/>
                  </a:cubicBezTo>
                  <a:cubicBezTo>
                    <a:pt x="106" y="4"/>
                    <a:pt x="108" y="9"/>
                    <a:pt x="106" y="12"/>
                  </a:cubicBezTo>
                  <a:cubicBezTo>
                    <a:pt x="106" y="12"/>
                    <a:pt x="106" y="12"/>
                    <a:pt x="106" y="12"/>
                  </a:cubicBezTo>
                  <a:cubicBezTo>
                    <a:pt x="105" y="15"/>
                    <a:pt x="102" y="16"/>
                    <a:pt x="99" y="16"/>
                  </a:cubicBezTo>
                  <a:cubicBezTo>
                    <a:pt x="99" y="16"/>
                    <a:pt x="99" y="16"/>
                    <a:pt x="99" y="16"/>
                  </a:cubicBezTo>
                  <a:cubicBezTo>
                    <a:pt x="98" y="16"/>
                    <a:pt x="97" y="16"/>
                    <a:pt x="96" y="16"/>
                  </a:cubicBezTo>
                  <a:close/>
                </a:path>
              </a:pathLst>
            </a:custGeom>
            <a:solidFill>
              <a:schemeClr val="accent3"/>
            </a:solidFill>
            <a:ln>
              <a:noFill/>
            </a:ln>
          </p:spPr>
          <p:txBody>
            <a:bodyPr/>
            <a:lstStyle/>
            <a:p>
              <a:pPr eaLnBrk="1" fontAlgn="auto" hangingPunct="1">
                <a:spcBef>
                  <a:spcPts val="0"/>
                </a:spcBef>
                <a:spcAft>
                  <a:spcPts val="0"/>
                </a:spcAft>
                <a:defRPr/>
              </a:pPr>
              <a:endParaRPr lang="ru-UA">
                <a:latin typeface="+mn-lt"/>
              </a:endParaRPr>
            </a:p>
          </p:txBody>
        </p:sp>
        <p:sp>
          <p:nvSpPr>
            <p:cNvPr id="11" name="Freeform 10">
              <a:extLst>
                <a:ext uri="{FF2B5EF4-FFF2-40B4-BE49-F238E27FC236}">
                  <a16:creationId xmlns:a16="http://schemas.microsoft.com/office/drawing/2014/main" id="{75C856F5-DB20-F377-9F8E-0029454864D0}"/>
                </a:ext>
              </a:extLst>
            </p:cNvPr>
            <p:cNvSpPr>
              <a:spLocks noEditPoints="1"/>
            </p:cNvSpPr>
            <p:nvPr/>
          </p:nvSpPr>
          <p:spPr bwMode="auto">
            <a:xfrm>
              <a:off x="6145213" y="3125788"/>
              <a:ext cx="88900" cy="641350"/>
            </a:xfrm>
            <a:custGeom>
              <a:avLst/>
              <a:gdLst>
                <a:gd name="T0" fmla="*/ 3865 w 23"/>
                <a:gd name="T1" fmla="*/ 606992 h 168"/>
                <a:gd name="T2" fmla="*/ 34787 w 23"/>
                <a:gd name="T3" fmla="*/ 584087 h 168"/>
                <a:gd name="T4" fmla="*/ 57978 w 23"/>
                <a:gd name="T5" fmla="*/ 614627 h 168"/>
                <a:gd name="T6" fmla="*/ 30922 w 23"/>
                <a:gd name="T7" fmla="*/ 641350 h 168"/>
                <a:gd name="T8" fmla="*/ 27057 w 23"/>
                <a:gd name="T9" fmla="*/ 637532 h 168"/>
                <a:gd name="T10" fmla="*/ 19326 w 23"/>
                <a:gd name="T11" fmla="*/ 492465 h 168"/>
                <a:gd name="T12" fmla="*/ 50248 w 23"/>
                <a:gd name="T13" fmla="*/ 465742 h 168"/>
                <a:gd name="T14" fmla="*/ 77304 w 23"/>
                <a:gd name="T15" fmla="*/ 500100 h 168"/>
                <a:gd name="T16" fmla="*/ 77304 w 23"/>
                <a:gd name="T17" fmla="*/ 500100 h 168"/>
                <a:gd name="T18" fmla="*/ 50248 w 23"/>
                <a:gd name="T19" fmla="*/ 523006 h 168"/>
                <a:gd name="T20" fmla="*/ 46383 w 23"/>
                <a:gd name="T21" fmla="*/ 523006 h 168"/>
                <a:gd name="T22" fmla="*/ 27057 w 23"/>
                <a:gd name="T23" fmla="*/ 377938 h 168"/>
                <a:gd name="T24" fmla="*/ 57978 w 23"/>
                <a:gd name="T25" fmla="*/ 351215 h 168"/>
                <a:gd name="T26" fmla="*/ 85035 w 23"/>
                <a:gd name="T27" fmla="*/ 381756 h 168"/>
                <a:gd name="T28" fmla="*/ 85035 w 23"/>
                <a:gd name="T29" fmla="*/ 381756 h 168"/>
                <a:gd name="T30" fmla="*/ 57978 w 23"/>
                <a:gd name="T31" fmla="*/ 408479 h 168"/>
                <a:gd name="T32" fmla="*/ 57978 w 23"/>
                <a:gd name="T33" fmla="*/ 408479 h 168"/>
                <a:gd name="T34" fmla="*/ 57978 w 23"/>
                <a:gd name="T35" fmla="*/ 236689 h 168"/>
                <a:gd name="T36" fmla="*/ 88900 w 23"/>
                <a:gd name="T37" fmla="*/ 263412 h 168"/>
                <a:gd name="T38" fmla="*/ 57978 w 23"/>
                <a:gd name="T39" fmla="*/ 293952 h 168"/>
                <a:gd name="T40" fmla="*/ 57978 w 23"/>
                <a:gd name="T41" fmla="*/ 293952 h 168"/>
                <a:gd name="T42" fmla="*/ 30922 w 23"/>
                <a:gd name="T43" fmla="*/ 263412 h 168"/>
                <a:gd name="T44" fmla="*/ 50248 w 23"/>
                <a:gd name="T45" fmla="*/ 118344 h 168"/>
                <a:gd name="T46" fmla="*/ 81170 w 23"/>
                <a:gd name="T47" fmla="*/ 145067 h 168"/>
                <a:gd name="T48" fmla="*/ 54113 w 23"/>
                <a:gd name="T49" fmla="*/ 175608 h 168"/>
                <a:gd name="T50" fmla="*/ 50248 w 23"/>
                <a:gd name="T51" fmla="*/ 175608 h 168"/>
                <a:gd name="T52" fmla="*/ 23191 w 23"/>
                <a:gd name="T53" fmla="*/ 148885 h 168"/>
                <a:gd name="T54" fmla="*/ 7730 w 23"/>
                <a:gd name="T55" fmla="*/ 38176 h 168"/>
                <a:gd name="T56" fmla="*/ 30922 w 23"/>
                <a:gd name="T57" fmla="*/ 3818 h 168"/>
                <a:gd name="T58" fmla="*/ 65709 w 23"/>
                <a:gd name="T59" fmla="*/ 26723 h 168"/>
                <a:gd name="T60" fmla="*/ 42517 w 23"/>
                <a:gd name="T61" fmla="*/ 61081 h 168"/>
                <a:gd name="T62" fmla="*/ 38652 w 23"/>
                <a:gd name="T63" fmla="*/ 61081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 h="168">
                  <a:moveTo>
                    <a:pt x="7" y="167"/>
                  </a:moveTo>
                  <a:cubicBezTo>
                    <a:pt x="3" y="167"/>
                    <a:pt x="0" y="163"/>
                    <a:pt x="1" y="159"/>
                  </a:cubicBezTo>
                  <a:cubicBezTo>
                    <a:pt x="1" y="159"/>
                    <a:pt x="1" y="159"/>
                    <a:pt x="1" y="159"/>
                  </a:cubicBezTo>
                  <a:cubicBezTo>
                    <a:pt x="1" y="155"/>
                    <a:pt x="5" y="152"/>
                    <a:pt x="9" y="153"/>
                  </a:cubicBezTo>
                  <a:cubicBezTo>
                    <a:pt x="9" y="153"/>
                    <a:pt x="9" y="153"/>
                    <a:pt x="9" y="153"/>
                  </a:cubicBezTo>
                  <a:cubicBezTo>
                    <a:pt x="13" y="153"/>
                    <a:pt x="16" y="157"/>
                    <a:pt x="15" y="161"/>
                  </a:cubicBezTo>
                  <a:cubicBezTo>
                    <a:pt x="15" y="161"/>
                    <a:pt x="15" y="161"/>
                    <a:pt x="15" y="161"/>
                  </a:cubicBezTo>
                  <a:cubicBezTo>
                    <a:pt x="15" y="165"/>
                    <a:pt x="12" y="168"/>
                    <a:pt x="8" y="168"/>
                  </a:cubicBezTo>
                  <a:cubicBezTo>
                    <a:pt x="8" y="168"/>
                    <a:pt x="8" y="168"/>
                    <a:pt x="8" y="168"/>
                  </a:cubicBezTo>
                  <a:cubicBezTo>
                    <a:pt x="8" y="168"/>
                    <a:pt x="7" y="168"/>
                    <a:pt x="7" y="167"/>
                  </a:cubicBezTo>
                  <a:close/>
                  <a:moveTo>
                    <a:pt x="12" y="137"/>
                  </a:moveTo>
                  <a:cubicBezTo>
                    <a:pt x="8" y="137"/>
                    <a:pt x="5" y="133"/>
                    <a:pt x="5" y="129"/>
                  </a:cubicBezTo>
                  <a:cubicBezTo>
                    <a:pt x="5" y="129"/>
                    <a:pt x="5" y="129"/>
                    <a:pt x="5" y="129"/>
                  </a:cubicBezTo>
                  <a:cubicBezTo>
                    <a:pt x="6" y="125"/>
                    <a:pt x="9" y="122"/>
                    <a:pt x="13" y="122"/>
                  </a:cubicBezTo>
                  <a:cubicBezTo>
                    <a:pt x="13" y="122"/>
                    <a:pt x="13" y="122"/>
                    <a:pt x="13" y="122"/>
                  </a:cubicBezTo>
                  <a:cubicBezTo>
                    <a:pt x="17" y="123"/>
                    <a:pt x="20" y="127"/>
                    <a:pt x="20" y="131"/>
                  </a:cubicBezTo>
                  <a:cubicBezTo>
                    <a:pt x="20" y="131"/>
                    <a:pt x="20" y="131"/>
                    <a:pt x="20" y="131"/>
                  </a:cubicBezTo>
                  <a:cubicBezTo>
                    <a:pt x="20" y="131"/>
                    <a:pt x="20" y="131"/>
                    <a:pt x="20" y="131"/>
                  </a:cubicBezTo>
                  <a:cubicBezTo>
                    <a:pt x="20" y="131"/>
                    <a:pt x="20" y="131"/>
                    <a:pt x="20" y="131"/>
                  </a:cubicBezTo>
                  <a:cubicBezTo>
                    <a:pt x="20" y="135"/>
                    <a:pt x="16" y="137"/>
                    <a:pt x="13" y="137"/>
                  </a:cubicBezTo>
                  <a:cubicBezTo>
                    <a:pt x="13" y="137"/>
                    <a:pt x="13" y="137"/>
                    <a:pt x="13" y="137"/>
                  </a:cubicBezTo>
                  <a:cubicBezTo>
                    <a:pt x="12" y="137"/>
                    <a:pt x="12" y="137"/>
                    <a:pt x="12" y="137"/>
                  </a:cubicBezTo>
                  <a:close/>
                  <a:moveTo>
                    <a:pt x="15" y="107"/>
                  </a:moveTo>
                  <a:cubicBezTo>
                    <a:pt x="10" y="107"/>
                    <a:pt x="7" y="103"/>
                    <a:pt x="7" y="99"/>
                  </a:cubicBezTo>
                  <a:cubicBezTo>
                    <a:pt x="7" y="99"/>
                    <a:pt x="7" y="99"/>
                    <a:pt x="7" y="99"/>
                  </a:cubicBezTo>
                  <a:cubicBezTo>
                    <a:pt x="8" y="95"/>
                    <a:pt x="11" y="92"/>
                    <a:pt x="15" y="92"/>
                  </a:cubicBezTo>
                  <a:cubicBezTo>
                    <a:pt x="15" y="92"/>
                    <a:pt x="15" y="92"/>
                    <a:pt x="15" y="92"/>
                  </a:cubicBezTo>
                  <a:cubicBezTo>
                    <a:pt x="19" y="92"/>
                    <a:pt x="23" y="96"/>
                    <a:pt x="22" y="100"/>
                  </a:cubicBezTo>
                  <a:cubicBezTo>
                    <a:pt x="22" y="100"/>
                    <a:pt x="22" y="100"/>
                    <a:pt x="22" y="100"/>
                  </a:cubicBezTo>
                  <a:cubicBezTo>
                    <a:pt x="22" y="100"/>
                    <a:pt x="22" y="100"/>
                    <a:pt x="22" y="100"/>
                  </a:cubicBezTo>
                  <a:cubicBezTo>
                    <a:pt x="22" y="100"/>
                    <a:pt x="22" y="100"/>
                    <a:pt x="22" y="100"/>
                  </a:cubicBezTo>
                  <a:cubicBezTo>
                    <a:pt x="22" y="104"/>
                    <a:pt x="19" y="107"/>
                    <a:pt x="15" y="107"/>
                  </a:cubicBezTo>
                  <a:cubicBezTo>
                    <a:pt x="15" y="107"/>
                    <a:pt x="15" y="107"/>
                    <a:pt x="15" y="107"/>
                  </a:cubicBezTo>
                  <a:cubicBezTo>
                    <a:pt x="15" y="107"/>
                    <a:pt x="15" y="107"/>
                    <a:pt x="15" y="107"/>
                  </a:cubicBezTo>
                  <a:close/>
                  <a:moveTo>
                    <a:pt x="8" y="69"/>
                  </a:moveTo>
                  <a:cubicBezTo>
                    <a:pt x="8" y="65"/>
                    <a:pt x="11" y="62"/>
                    <a:pt x="15" y="62"/>
                  </a:cubicBezTo>
                  <a:cubicBezTo>
                    <a:pt x="15" y="62"/>
                    <a:pt x="15" y="62"/>
                    <a:pt x="15" y="62"/>
                  </a:cubicBezTo>
                  <a:cubicBezTo>
                    <a:pt x="19" y="61"/>
                    <a:pt x="23" y="65"/>
                    <a:pt x="23" y="69"/>
                  </a:cubicBezTo>
                  <a:cubicBezTo>
                    <a:pt x="23" y="69"/>
                    <a:pt x="23" y="69"/>
                    <a:pt x="23" y="69"/>
                  </a:cubicBezTo>
                  <a:cubicBezTo>
                    <a:pt x="23" y="73"/>
                    <a:pt x="20" y="76"/>
                    <a:pt x="15" y="77"/>
                  </a:cubicBezTo>
                  <a:cubicBezTo>
                    <a:pt x="15" y="77"/>
                    <a:pt x="15" y="77"/>
                    <a:pt x="15" y="77"/>
                  </a:cubicBezTo>
                  <a:cubicBezTo>
                    <a:pt x="15" y="77"/>
                    <a:pt x="15" y="77"/>
                    <a:pt x="15" y="77"/>
                  </a:cubicBezTo>
                  <a:cubicBezTo>
                    <a:pt x="15" y="77"/>
                    <a:pt x="15" y="77"/>
                    <a:pt x="15" y="77"/>
                  </a:cubicBezTo>
                  <a:cubicBezTo>
                    <a:pt x="11" y="77"/>
                    <a:pt x="8" y="73"/>
                    <a:pt x="8" y="69"/>
                  </a:cubicBezTo>
                  <a:close/>
                  <a:moveTo>
                    <a:pt x="6" y="39"/>
                  </a:moveTo>
                  <a:cubicBezTo>
                    <a:pt x="6" y="35"/>
                    <a:pt x="9" y="32"/>
                    <a:pt x="13" y="31"/>
                  </a:cubicBezTo>
                  <a:cubicBezTo>
                    <a:pt x="13" y="31"/>
                    <a:pt x="13" y="31"/>
                    <a:pt x="13" y="31"/>
                  </a:cubicBezTo>
                  <a:cubicBezTo>
                    <a:pt x="17" y="31"/>
                    <a:pt x="21" y="34"/>
                    <a:pt x="21" y="38"/>
                  </a:cubicBezTo>
                  <a:cubicBezTo>
                    <a:pt x="21" y="38"/>
                    <a:pt x="21" y="38"/>
                    <a:pt x="21" y="38"/>
                  </a:cubicBezTo>
                  <a:cubicBezTo>
                    <a:pt x="21" y="42"/>
                    <a:pt x="18" y="46"/>
                    <a:pt x="14" y="46"/>
                  </a:cubicBezTo>
                  <a:cubicBezTo>
                    <a:pt x="14" y="46"/>
                    <a:pt x="14" y="46"/>
                    <a:pt x="14" y="46"/>
                  </a:cubicBezTo>
                  <a:cubicBezTo>
                    <a:pt x="14" y="46"/>
                    <a:pt x="14" y="46"/>
                    <a:pt x="13" y="46"/>
                  </a:cubicBezTo>
                  <a:cubicBezTo>
                    <a:pt x="13" y="46"/>
                    <a:pt x="13" y="46"/>
                    <a:pt x="13" y="46"/>
                  </a:cubicBezTo>
                  <a:cubicBezTo>
                    <a:pt x="10" y="46"/>
                    <a:pt x="6" y="43"/>
                    <a:pt x="6" y="39"/>
                  </a:cubicBezTo>
                  <a:close/>
                  <a:moveTo>
                    <a:pt x="2" y="10"/>
                  </a:moveTo>
                  <a:cubicBezTo>
                    <a:pt x="2" y="10"/>
                    <a:pt x="2" y="10"/>
                    <a:pt x="2" y="10"/>
                  </a:cubicBezTo>
                  <a:cubicBezTo>
                    <a:pt x="2" y="6"/>
                    <a:pt x="4" y="2"/>
                    <a:pt x="8" y="1"/>
                  </a:cubicBezTo>
                  <a:cubicBezTo>
                    <a:pt x="8" y="1"/>
                    <a:pt x="8" y="1"/>
                    <a:pt x="8" y="1"/>
                  </a:cubicBezTo>
                  <a:cubicBezTo>
                    <a:pt x="13" y="0"/>
                    <a:pt x="16" y="3"/>
                    <a:pt x="17" y="7"/>
                  </a:cubicBezTo>
                  <a:cubicBezTo>
                    <a:pt x="17" y="7"/>
                    <a:pt x="17" y="7"/>
                    <a:pt x="17" y="7"/>
                  </a:cubicBezTo>
                  <a:cubicBezTo>
                    <a:pt x="18" y="11"/>
                    <a:pt x="15" y="15"/>
                    <a:pt x="11" y="16"/>
                  </a:cubicBezTo>
                  <a:cubicBezTo>
                    <a:pt x="11" y="16"/>
                    <a:pt x="11" y="16"/>
                    <a:pt x="11" y="16"/>
                  </a:cubicBezTo>
                  <a:cubicBezTo>
                    <a:pt x="10" y="16"/>
                    <a:pt x="10" y="16"/>
                    <a:pt x="10" y="16"/>
                  </a:cubicBezTo>
                  <a:cubicBezTo>
                    <a:pt x="10" y="16"/>
                    <a:pt x="10" y="16"/>
                    <a:pt x="10" y="16"/>
                  </a:cubicBezTo>
                  <a:cubicBezTo>
                    <a:pt x="6" y="16"/>
                    <a:pt x="3" y="13"/>
                    <a:pt x="2" y="1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1">
              <a:extLst>
                <a:ext uri="{FF2B5EF4-FFF2-40B4-BE49-F238E27FC236}">
                  <a16:creationId xmlns:a16="http://schemas.microsoft.com/office/drawing/2014/main" id="{CB8237C3-3678-3A0F-5523-550D05EAE1E4}"/>
                </a:ext>
              </a:extLst>
            </p:cNvPr>
            <p:cNvSpPr>
              <a:spLocks noEditPoints="1"/>
            </p:cNvSpPr>
            <p:nvPr/>
          </p:nvSpPr>
          <p:spPr bwMode="auto">
            <a:xfrm>
              <a:off x="5668963" y="2185988"/>
              <a:ext cx="400050" cy="530225"/>
            </a:xfrm>
            <a:custGeom>
              <a:avLst/>
              <a:gdLst>
                <a:gd name="T0" fmla="*/ 354330 w 105"/>
                <a:gd name="T1" fmla="*/ 476821 h 139"/>
                <a:gd name="T2" fmla="*/ 392430 w 105"/>
                <a:gd name="T3" fmla="*/ 492079 h 139"/>
                <a:gd name="T4" fmla="*/ 377190 w 105"/>
                <a:gd name="T5" fmla="*/ 530225 h 139"/>
                <a:gd name="T6" fmla="*/ 365760 w 105"/>
                <a:gd name="T7" fmla="*/ 530225 h 139"/>
                <a:gd name="T8" fmla="*/ 339090 w 105"/>
                <a:gd name="T9" fmla="*/ 514967 h 139"/>
                <a:gd name="T10" fmla="*/ 297180 w 105"/>
                <a:gd name="T11" fmla="*/ 373828 h 139"/>
                <a:gd name="T12" fmla="*/ 339090 w 105"/>
                <a:gd name="T13" fmla="*/ 385271 h 139"/>
                <a:gd name="T14" fmla="*/ 327660 w 105"/>
                <a:gd name="T15" fmla="*/ 423417 h 139"/>
                <a:gd name="T16" fmla="*/ 312420 w 105"/>
                <a:gd name="T17" fmla="*/ 427232 h 139"/>
                <a:gd name="T18" fmla="*/ 285750 w 105"/>
                <a:gd name="T19" fmla="*/ 415788 h 139"/>
                <a:gd name="T20" fmla="*/ 228600 w 105"/>
                <a:gd name="T21" fmla="*/ 316609 h 139"/>
                <a:gd name="T22" fmla="*/ 236220 w 105"/>
                <a:gd name="T23" fmla="*/ 278463 h 139"/>
                <a:gd name="T24" fmla="*/ 274320 w 105"/>
                <a:gd name="T25" fmla="*/ 286093 h 139"/>
                <a:gd name="T26" fmla="*/ 274320 w 105"/>
                <a:gd name="T27" fmla="*/ 286093 h 139"/>
                <a:gd name="T28" fmla="*/ 266700 w 105"/>
                <a:gd name="T29" fmla="*/ 324238 h 139"/>
                <a:gd name="T30" fmla="*/ 251460 w 105"/>
                <a:gd name="T31" fmla="*/ 328053 h 139"/>
                <a:gd name="T32" fmla="*/ 160020 w 105"/>
                <a:gd name="T33" fmla="*/ 225060 h 139"/>
                <a:gd name="T34" fmla="*/ 167640 w 105"/>
                <a:gd name="T35" fmla="*/ 183099 h 139"/>
                <a:gd name="T36" fmla="*/ 205740 w 105"/>
                <a:gd name="T37" fmla="*/ 186914 h 139"/>
                <a:gd name="T38" fmla="*/ 205740 w 105"/>
                <a:gd name="T39" fmla="*/ 186914 h 139"/>
                <a:gd name="T40" fmla="*/ 201930 w 105"/>
                <a:gd name="T41" fmla="*/ 228874 h 139"/>
                <a:gd name="T42" fmla="*/ 182880 w 105"/>
                <a:gd name="T43" fmla="*/ 232689 h 139"/>
                <a:gd name="T44" fmla="*/ 87630 w 105"/>
                <a:gd name="T45" fmla="*/ 133510 h 139"/>
                <a:gd name="T46" fmla="*/ 91440 w 105"/>
                <a:gd name="T47" fmla="*/ 95364 h 139"/>
                <a:gd name="T48" fmla="*/ 133350 w 105"/>
                <a:gd name="T49" fmla="*/ 95364 h 139"/>
                <a:gd name="T50" fmla="*/ 129540 w 105"/>
                <a:gd name="T51" fmla="*/ 137324 h 139"/>
                <a:gd name="T52" fmla="*/ 110490 w 105"/>
                <a:gd name="T53" fmla="*/ 144954 h 139"/>
                <a:gd name="T54" fmla="*/ 87630 w 105"/>
                <a:gd name="T55" fmla="*/ 133510 h 139"/>
                <a:gd name="T56" fmla="*/ 11430 w 105"/>
                <a:gd name="T57" fmla="*/ 11444 h 139"/>
                <a:gd name="T58" fmla="*/ 53340 w 105"/>
                <a:gd name="T59" fmla="*/ 11444 h 139"/>
                <a:gd name="T60" fmla="*/ 53340 w 105"/>
                <a:gd name="T61" fmla="*/ 49589 h 139"/>
                <a:gd name="T62" fmla="*/ 30480 w 105"/>
                <a:gd name="T63" fmla="*/ 61033 h 139"/>
                <a:gd name="T64" fmla="*/ 11430 w 105"/>
                <a:gd name="T65" fmla="*/ 49589 h 1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5" h="139">
                  <a:moveTo>
                    <a:pt x="89" y="135"/>
                  </a:moveTo>
                  <a:cubicBezTo>
                    <a:pt x="88" y="131"/>
                    <a:pt x="89" y="127"/>
                    <a:pt x="93" y="125"/>
                  </a:cubicBezTo>
                  <a:cubicBezTo>
                    <a:pt x="93" y="125"/>
                    <a:pt x="93" y="125"/>
                    <a:pt x="93" y="125"/>
                  </a:cubicBezTo>
                  <a:cubicBezTo>
                    <a:pt x="97" y="123"/>
                    <a:pt x="101" y="125"/>
                    <a:pt x="103" y="129"/>
                  </a:cubicBezTo>
                  <a:cubicBezTo>
                    <a:pt x="103" y="129"/>
                    <a:pt x="103" y="129"/>
                    <a:pt x="103" y="129"/>
                  </a:cubicBezTo>
                  <a:cubicBezTo>
                    <a:pt x="105" y="132"/>
                    <a:pt x="103" y="137"/>
                    <a:pt x="99" y="139"/>
                  </a:cubicBezTo>
                  <a:cubicBezTo>
                    <a:pt x="99" y="139"/>
                    <a:pt x="99" y="139"/>
                    <a:pt x="99" y="139"/>
                  </a:cubicBezTo>
                  <a:cubicBezTo>
                    <a:pt x="98" y="139"/>
                    <a:pt x="97" y="139"/>
                    <a:pt x="96" y="139"/>
                  </a:cubicBezTo>
                  <a:cubicBezTo>
                    <a:pt x="96" y="139"/>
                    <a:pt x="96" y="139"/>
                    <a:pt x="96" y="139"/>
                  </a:cubicBezTo>
                  <a:cubicBezTo>
                    <a:pt x="93" y="139"/>
                    <a:pt x="91" y="138"/>
                    <a:pt x="89" y="135"/>
                  </a:cubicBezTo>
                  <a:close/>
                  <a:moveTo>
                    <a:pt x="75" y="109"/>
                  </a:moveTo>
                  <a:cubicBezTo>
                    <a:pt x="73" y="105"/>
                    <a:pt x="75" y="100"/>
                    <a:pt x="78" y="98"/>
                  </a:cubicBezTo>
                  <a:cubicBezTo>
                    <a:pt x="78" y="98"/>
                    <a:pt x="78" y="98"/>
                    <a:pt x="78" y="98"/>
                  </a:cubicBezTo>
                  <a:cubicBezTo>
                    <a:pt x="82" y="96"/>
                    <a:pt x="86" y="98"/>
                    <a:pt x="89" y="101"/>
                  </a:cubicBezTo>
                  <a:cubicBezTo>
                    <a:pt x="89" y="101"/>
                    <a:pt x="89" y="101"/>
                    <a:pt x="89" y="101"/>
                  </a:cubicBezTo>
                  <a:cubicBezTo>
                    <a:pt x="91" y="105"/>
                    <a:pt x="89" y="109"/>
                    <a:pt x="86" y="111"/>
                  </a:cubicBezTo>
                  <a:cubicBezTo>
                    <a:pt x="86" y="111"/>
                    <a:pt x="86" y="111"/>
                    <a:pt x="86" y="111"/>
                  </a:cubicBezTo>
                  <a:cubicBezTo>
                    <a:pt x="85" y="112"/>
                    <a:pt x="83" y="112"/>
                    <a:pt x="82" y="112"/>
                  </a:cubicBezTo>
                  <a:cubicBezTo>
                    <a:pt x="82" y="112"/>
                    <a:pt x="82" y="112"/>
                    <a:pt x="82" y="112"/>
                  </a:cubicBezTo>
                  <a:cubicBezTo>
                    <a:pt x="79" y="112"/>
                    <a:pt x="77" y="111"/>
                    <a:pt x="75" y="109"/>
                  </a:cubicBezTo>
                  <a:close/>
                  <a:moveTo>
                    <a:pt x="60" y="83"/>
                  </a:moveTo>
                  <a:cubicBezTo>
                    <a:pt x="60" y="83"/>
                    <a:pt x="60" y="83"/>
                    <a:pt x="60" y="83"/>
                  </a:cubicBezTo>
                  <a:cubicBezTo>
                    <a:pt x="57" y="80"/>
                    <a:pt x="58" y="75"/>
                    <a:pt x="62" y="73"/>
                  </a:cubicBezTo>
                  <a:cubicBezTo>
                    <a:pt x="62" y="73"/>
                    <a:pt x="62" y="73"/>
                    <a:pt x="62" y="73"/>
                  </a:cubicBezTo>
                  <a:cubicBezTo>
                    <a:pt x="65" y="70"/>
                    <a:pt x="70" y="71"/>
                    <a:pt x="72" y="75"/>
                  </a:cubicBezTo>
                  <a:cubicBezTo>
                    <a:pt x="72" y="75"/>
                    <a:pt x="72" y="75"/>
                    <a:pt x="72" y="75"/>
                  </a:cubicBezTo>
                  <a:cubicBezTo>
                    <a:pt x="72" y="75"/>
                    <a:pt x="72" y="75"/>
                    <a:pt x="72" y="75"/>
                  </a:cubicBezTo>
                  <a:cubicBezTo>
                    <a:pt x="72" y="75"/>
                    <a:pt x="72" y="75"/>
                    <a:pt x="72" y="75"/>
                  </a:cubicBezTo>
                  <a:cubicBezTo>
                    <a:pt x="75" y="78"/>
                    <a:pt x="74" y="83"/>
                    <a:pt x="70" y="85"/>
                  </a:cubicBezTo>
                  <a:cubicBezTo>
                    <a:pt x="70" y="85"/>
                    <a:pt x="70" y="85"/>
                    <a:pt x="70" y="85"/>
                  </a:cubicBezTo>
                  <a:cubicBezTo>
                    <a:pt x="69" y="86"/>
                    <a:pt x="67" y="86"/>
                    <a:pt x="66" y="86"/>
                  </a:cubicBezTo>
                  <a:cubicBezTo>
                    <a:pt x="66" y="86"/>
                    <a:pt x="66" y="86"/>
                    <a:pt x="66" y="86"/>
                  </a:cubicBezTo>
                  <a:cubicBezTo>
                    <a:pt x="64" y="86"/>
                    <a:pt x="61" y="85"/>
                    <a:pt x="60" y="83"/>
                  </a:cubicBezTo>
                  <a:close/>
                  <a:moveTo>
                    <a:pt x="42" y="59"/>
                  </a:moveTo>
                  <a:cubicBezTo>
                    <a:pt x="40" y="55"/>
                    <a:pt x="41" y="51"/>
                    <a:pt x="44" y="48"/>
                  </a:cubicBezTo>
                  <a:cubicBezTo>
                    <a:pt x="44" y="48"/>
                    <a:pt x="44" y="48"/>
                    <a:pt x="44" y="48"/>
                  </a:cubicBezTo>
                  <a:cubicBezTo>
                    <a:pt x="47" y="46"/>
                    <a:pt x="52" y="46"/>
                    <a:pt x="54" y="49"/>
                  </a:cubicBezTo>
                  <a:cubicBezTo>
                    <a:pt x="54" y="49"/>
                    <a:pt x="54" y="49"/>
                    <a:pt x="54" y="49"/>
                  </a:cubicBezTo>
                  <a:cubicBezTo>
                    <a:pt x="54" y="49"/>
                    <a:pt x="54" y="49"/>
                    <a:pt x="54" y="49"/>
                  </a:cubicBezTo>
                  <a:cubicBezTo>
                    <a:pt x="54" y="49"/>
                    <a:pt x="54" y="49"/>
                    <a:pt x="54" y="49"/>
                  </a:cubicBezTo>
                  <a:cubicBezTo>
                    <a:pt x="57" y="53"/>
                    <a:pt x="56" y="57"/>
                    <a:pt x="53" y="60"/>
                  </a:cubicBezTo>
                  <a:cubicBezTo>
                    <a:pt x="53" y="60"/>
                    <a:pt x="53" y="60"/>
                    <a:pt x="53" y="60"/>
                  </a:cubicBezTo>
                  <a:cubicBezTo>
                    <a:pt x="52" y="61"/>
                    <a:pt x="50" y="61"/>
                    <a:pt x="48" y="61"/>
                  </a:cubicBezTo>
                  <a:cubicBezTo>
                    <a:pt x="48" y="61"/>
                    <a:pt x="48" y="61"/>
                    <a:pt x="48" y="61"/>
                  </a:cubicBezTo>
                  <a:cubicBezTo>
                    <a:pt x="46" y="61"/>
                    <a:pt x="44" y="60"/>
                    <a:pt x="42" y="59"/>
                  </a:cubicBezTo>
                  <a:close/>
                  <a:moveTo>
                    <a:pt x="23" y="35"/>
                  </a:moveTo>
                  <a:cubicBezTo>
                    <a:pt x="23" y="35"/>
                    <a:pt x="23" y="35"/>
                    <a:pt x="23" y="35"/>
                  </a:cubicBezTo>
                  <a:cubicBezTo>
                    <a:pt x="21" y="32"/>
                    <a:pt x="21" y="27"/>
                    <a:pt x="24" y="25"/>
                  </a:cubicBezTo>
                  <a:cubicBezTo>
                    <a:pt x="24" y="25"/>
                    <a:pt x="24" y="25"/>
                    <a:pt x="24" y="25"/>
                  </a:cubicBezTo>
                  <a:cubicBezTo>
                    <a:pt x="27" y="22"/>
                    <a:pt x="32" y="22"/>
                    <a:pt x="35" y="25"/>
                  </a:cubicBezTo>
                  <a:cubicBezTo>
                    <a:pt x="35" y="25"/>
                    <a:pt x="35" y="25"/>
                    <a:pt x="35" y="25"/>
                  </a:cubicBezTo>
                  <a:cubicBezTo>
                    <a:pt x="37" y="29"/>
                    <a:pt x="37" y="33"/>
                    <a:pt x="34" y="36"/>
                  </a:cubicBezTo>
                  <a:cubicBezTo>
                    <a:pt x="34" y="36"/>
                    <a:pt x="34" y="36"/>
                    <a:pt x="34" y="36"/>
                  </a:cubicBezTo>
                  <a:cubicBezTo>
                    <a:pt x="33" y="37"/>
                    <a:pt x="31" y="38"/>
                    <a:pt x="29" y="38"/>
                  </a:cubicBezTo>
                  <a:cubicBezTo>
                    <a:pt x="29" y="38"/>
                    <a:pt x="29" y="38"/>
                    <a:pt x="29" y="38"/>
                  </a:cubicBezTo>
                  <a:cubicBezTo>
                    <a:pt x="27" y="38"/>
                    <a:pt x="25" y="37"/>
                    <a:pt x="23" y="35"/>
                  </a:cubicBezTo>
                  <a:close/>
                  <a:moveTo>
                    <a:pt x="3" y="13"/>
                  </a:moveTo>
                  <a:cubicBezTo>
                    <a:pt x="0" y="11"/>
                    <a:pt x="0" y="6"/>
                    <a:pt x="3" y="3"/>
                  </a:cubicBezTo>
                  <a:cubicBezTo>
                    <a:pt x="3" y="3"/>
                    <a:pt x="3" y="3"/>
                    <a:pt x="3" y="3"/>
                  </a:cubicBezTo>
                  <a:cubicBezTo>
                    <a:pt x="6" y="0"/>
                    <a:pt x="11" y="0"/>
                    <a:pt x="14" y="3"/>
                  </a:cubicBezTo>
                  <a:cubicBezTo>
                    <a:pt x="14" y="3"/>
                    <a:pt x="14" y="3"/>
                    <a:pt x="14" y="3"/>
                  </a:cubicBezTo>
                  <a:cubicBezTo>
                    <a:pt x="16" y="6"/>
                    <a:pt x="17" y="11"/>
                    <a:pt x="14" y="13"/>
                  </a:cubicBezTo>
                  <a:cubicBezTo>
                    <a:pt x="14" y="13"/>
                    <a:pt x="14" y="13"/>
                    <a:pt x="14" y="13"/>
                  </a:cubicBezTo>
                  <a:cubicBezTo>
                    <a:pt x="12" y="15"/>
                    <a:pt x="10" y="16"/>
                    <a:pt x="8" y="16"/>
                  </a:cubicBezTo>
                  <a:cubicBezTo>
                    <a:pt x="8" y="16"/>
                    <a:pt x="8" y="16"/>
                    <a:pt x="8" y="16"/>
                  </a:cubicBezTo>
                  <a:cubicBezTo>
                    <a:pt x="6" y="16"/>
                    <a:pt x="4" y="15"/>
                    <a:pt x="3" y="13"/>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2">
              <a:extLst>
                <a:ext uri="{FF2B5EF4-FFF2-40B4-BE49-F238E27FC236}">
                  <a16:creationId xmlns:a16="http://schemas.microsoft.com/office/drawing/2014/main" id="{5CEFCC62-98FE-6F4B-716C-25AD54BEC386}"/>
                </a:ext>
              </a:extLst>
            </p:cNvPr>
            <p:cNvSpPr>
              <a:spLocks noEditPoints="1"/>
            </p:cNvSpPr>
            <p:nvPr/>
          </p:nvSpPr>
          <p:spPr bwMode="auto">
            <a:xfrm>
              <a:off x="2759075" y="1692275"/>
              <a:ext cx="2538413" cy="3476625"/>
            </a:xfrm>
            <a:custGeom>
              <a:avLst/>
              <a:gdLst>
                <a:gd name="T0" fmla="*/ 656 w 665"/>
                <a:gd name="T1" fmla="*/ 852 h 910"/>
                <a:gd name="T2" fmla="*/ 626 w 665"/>
                <a:gd name="T3" fmla="*/ 876 h 910"/>
                <a:gd name="T4" fmla="*/ 627 w 665"/>
                <a:gd name="T5" fmla="*/ 864 h 910"/>
                <a:gd name="T6" fmla="*/ 618 w 665"/>
                <a:gd name="T7" fmla="*/ 875 h 910"/>
                <a:gd name="T8" fmla="*/ 472 w 665"/>
                <a:gd name="T9" fmla="*/ 903 h 910"/>
                <a:gd name="T10" fmla="*/ 425 w 665"/>
                <a:gd name="T11" fmla="*/ 902 h 910"/>
                <a:gd name="T12" fmla="*/ 504 w 665"/>
                <a:gd name="T13" fmla="*/ 900 h 910"/>
                <a:gd name="T14" fmla="*/ 393 w 665"/>
                <a:gd name="T15" fmla="*/ 899 h 910"/>
                <a:gd name="T16" fmla="*/ 536 w 665"/>
                <a:gd name="T17" fmla="*/ 895 h 910"/>
                <a:gd name="T18" fmla="*/ 361 w 665"/>
                <a:gd name="T19" fmla="*/ 893 h 910"/>
                <a:gd name="T20" fmla="*/ 560 w 665"/>
                <a:gd name="T21" fmla="*/ 883 h 910"/>
                <a:gd name="T22" fmla="*/ 334 w 665"/>
                <a:gd name="T23" fmla="*/ 894 h 910"/>
                <a:gd name="T24" fmla="*/ 590 w 665"/>
                <a:gd name="T25" fmla="*/ 874 h 910"/>
                <a:gd name="T26" fmla="*/ 302 w 665"/>
                <a:gd name="T27" fmla="*/ 884 h 910"/>
                <a:gd name="T28" fmla="*/ 272 w 665"/>
                <a:gd name="T29" fmla="*/ 872 h 910"/>
                <a:gd name="T30" fmla="*/ 242 w 665"/>
                <a:gd name="T31" fmla="*/ 857 h 910"/>
                <a:gd name="T32" fmla="*/ 213 w 665"/>
                <a:gd name="T33" fmla="*/ 841 h 910"/>
                <a:gd name="T34" fmla="*/ 186 w 665"/>
                <a:gd name="T35" fmla="*/ 822 h 910"/>
                <a:gd name="T36" fmla="*/ 164 w 665"/>
                <a:gd name="T37" fmla="*/ 803 h 910"/>
                <a:gd name="T38" fmla="*/ 118 w 665"/>
                <a:gd name="T39" fmla="*/ 758 h 910"/>
                <a:gd name="T40" fmla="*/ 118 w 665"/>
                <a:gd name="T41" fmla="*/ 758 h 910"/>
                <a:gd name="T42" fmla="*/ 92 w 665"/>
                <a:gd name="T43" fmla="*/ 730 h 910"/>
                <a:gd name="T44" fmla="*/ 79 w 665"/>
                <a:gd name="T45" fmla="*/ 706 h 910"/>
                <a:gd name="T46" fmla="*/ 47 w 665"/>
                <a:gd name="T47" fmla="*/ 649 h 910"/>
                <a:gd name="T48" fmla="*/ 47 w 665"/>
                <a:gd name="T49" fmla="*/ 649 h 910"/>
                <a:gd name="T50" fmla="*/ 25 w 665"/>
                <a:gd name="T51" fmla="*/ 588 h 910"/>
                <a:gd name="T52" fmla="*/ 17 w 665"/>
                <a:gd name="T53" fmla="*/ 556 h 910"/>
                <a:gd name="T54" fmla="*/ 11 w 665"/>
                <a:gd name="T55" fmla="*/ 524 h 910"/>
                <a:gd name="T56" fmla="*/ 8 w 665"/>
                <a:gd name="T57" fmla="*/ 492 h 910"/>
                <a:gd name="T58" fmla="*/ 14 w 665"/>
                <a:gd name="T59" fmla="*/ 452 h 910"/>
                <a:gd name="T60" fmla="*/ 8 w 665"/>
                <a:gd name="T61" fmla="*/ 413 h 910"/>
                <a:gd name="T62" fmla="*/ 19 w 665"/>
                <a:gd name="T63" fmla="*/ 389 h 910"/>
                <a:gd name="T64" fmla="*/ 19 w 665"/>
                <a:gd name="T65" fmla="*/ 349 h 910"/>
                <a:gd name="T66" fmla="*/ 28 w 665"/>
                <a:gd name="T67" fmla="*/ 317 h 910"/>
                <a:gd name="T68" fmla="*/ 39 w 665"/>
                <a:gd name="T69" fmla="*/ 287 h 910"/>
                <a:gd name="T70" fmla="*/ 52 w 665"/>
                <a:gd name="T71" fmla="*/ 257 h 910"/>
                <a:gd name="T72" fmla="*/ 68 w 665"/>
                <a:gd name="T73" fmla="*/ 228 h 910"/>
                <a:gd name="T74" fmla="*/ 87 w 665"/>
                <a:gd name="T75" fmla="*/ 211 h 910"/>
                <a:gd name="T76" fmla="*/ 106 w 665"/>
                <a:gd name="T77" fmla="*/ 185 h 910"/>
                <a:gd name="T78" fmla="*/ 127 w 665"/>
                <a:gd name="T79" fmla="*/ 160 h 910"/>
                <a:gd name="T80" fmla="*/ 149 w 665"/>
                <a:gd name="T81" fmla="*/ 127 h 910"/>
                <a:gd name="T82" fmla="*/ 174 w 665"/>
                <a:gd name="T83" fmla="*/ 106 h 910"/>
                <a:gd name="T84" fmla="*/ 190 w 665"/>
                <a:gd name="T85" fmla="*/ 85 h 910"/>
                <a:gd name="T86" fmla="*/ 218 w 665"/>
                <a:gd name="T87" fmla="*/ 66 h 910"/>
                <a:gd name="T88" fmla="*/ 243 w 665"/>
                <a:gd name="T89" fmla="*/ 60 h 910"/>
                <a:gd name="T90" fmla="*/ 276 w 665"/>
                <a:gd name="T91" fmla="*/ 36 h 910"/>
                <a:gd name="T92" fmla="*/ 625 w 665"/>
                <a:gd name="T93" fmla="*/ 48 h 910"/>
                <a:gd name="T94" fmla="*/ 309 w 665"/>
                <a:gd name="T95" fmla="*/ 38 h 910"/>
                <a:gd name="T96" fmla="*/ 595 w 665"/>
                <a:gd name="T97" fmla="*/ 37 h 910"/>
                <a:gd name="T98" fmla="*/ 334 w 665"/>
                <a:gd name="T99" fmla="*/ 23 h 910"/>
                <a:gd name="T100" fmla="*/ 566 w 665"/>
                <a:gd name="T101" fmla="*/ 28 h 910"/>
                <a:gd name="T102" fmla="*/ 365 w 665"/>
                <a:gd name="T103" fmla="*/ 16 h 910"/>
                <a:gd name="T104" fmla="*/ 527 w 665"/>
                <a:gd name="T105" fmla="*/ 13 h 910"/>
                <a:gd name="T106" fmla="*/ 404 w 665"/>
                <a:gd name="T107" fmla="*/ 3 h 910"/>
                <a:gd name="T108" fmla="*/ 501 w 665"/>
                <a:gd name="T109" fmla="*/ 16 h 910"/>
                <a:gd name="T110" fmla="*/ 437 w 665"/>
                <a:gd name="T111" fmla="*/ 14 h 910"/>
                <a:gd name="T112" fmla="*/ 663 w 665"/>
                <a:gd name="T113" fmla="*/ 60 h 910"/>
                <a:gd name="T114" fmla="*/ 653 w 665"/>
                <a:gd name="T115" fmla="*/ 60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65" h="910">
                  <a:moveTo>
                    <a:pt x="651" y="864"/>
                  </a:moveTo>
                  <a:cubicBezTo>
                    <a:pt x="651" y="864"/>
                    <a:pt x="650" y="864"/>
                    <a:pt x="650" y="864"/>
                  </a:cubicBezTo>
                  <a:cubicBezTo>
                    <a:pt x="649" y="864"/>
                    <a:pt x="649" y="864"/>
                    <a:pt x="648" y="864"/>
                  </a:cubicBezTo>
                  <a:cubicBezTo>
                    <a:pt x="648" y="864"/>
                    <a:pt x="648" y="864"/>
                    <a:pt x="647" y="863"/>
                  </a:cubicBezTo>
                  <a:cubicBezTo>
                    <a:pt x="647" y="863"/>
                    <a:pt x="647" y="863"/>
                    <a:pt x="646" y="862"/>
                  </a:cubicBezTo>
                  <a:cubicBezTo>
                    <a:pt x="645" y="861"/>
                    <a:pt x="644" y="859"/>
                    <a:pt x="644" y="857"/>
                  </a:cubicBezTo>
                  <a:cubicBezTo>
                    <a:pt x="644" y="857"/>
                    <a:pt x="644" y="857"/>
                    <a:pt x="644" y="856"/>
                  </a:cubicBezTo>
                  <a:cubicBezTo>
                    <a:pt x="644" y="856"/>
                    <a:pt x="645" y="855"/>
                    <a:pt x="645" y="855"/>
                  </a:cubicBezTo>
                  <a:cubicBezTo>
                    <a:pt x="645" y="854"/>
                    <a:pt x="645" y="854"/>
                    <a:pt x="645" y="854"/>
                  </a:cubicBezTo>
                  <a:cubicBezTo>
                    <a:pt x="646" y="853"/>
                    <a:pt x="646" y="853"/>
                    <a:pt x="646" y="852"/>
                  </a:cubicBezTo>
                  <a:cubicBezTo>
                    <a:pt x="649" y="850"/>
                    <a:pt x="654" y="850"/>
                    <a:pt x="656" y="852"/>
                  </a:cubicBezTo>
                  <a:cubicBezTo>
                    <a:pt x="656" y="853"/>
                    <a:pt x="657" y="853"/>
                    <a:pt x="657" y="854"/>
                  </a:cubicBezTo>
                  <a:cubicBezTo>
                    <a:pt x="657" y="854"/>
                    <a:pt x="658" y="854"/>
                    <a:pt x="658" y="855"/>
                  </a:cubicBezTo>
                  <a:cubicBezTo>
                    <a:pt x="658" y="855"/>
                    <a:pt x="658" y="856"/>
                    <a:pt x="658" y="856"/>
                  </a:cubicBezTo>
                  <a:cubicBezTo>
                    <a:pt x="658" y="857"/>
                    <a:pt x="658" y="857"/>
                    <a:pt x="658" y="857"/>
                  </a:cubicBezTo>
                  <a:cubicBezTo>
                    <a:pt x="658" y="859"/>
                    <a:pt x="657" y="861"/>
                    <a:pt x="656" y="862"/>
                  </a:cubicBezTo>
                  <a:cubicBezTo>
                    <a:pt x="656" y="863"/>
                    <a:pt x="655" y="863"/>
                    <a:pt x="655" y="863"/>
                  </a:cubicBezTo>
                  <a:cubicBezTo>
                    <a:pt x="655" y="864"/>
                    <a:pt x="654" y="864"/>
                    <a:pt x="654" y="864"/>
                  </a:cubicBezTo>
                  <a:cubicBezTo>
                    <a:pt x="653" y="864"/>
                    <a:pt x="653" y="864"/>
                    <a:pt x="653" y="864"/>
                  </a:cubicBezTo>
                  <a:cubicBezTo>
                    <a:pt x="652" y="864"/>
                    <a:pt x="652" y="864"/>
                    <a:pt x="651" y="864"/>
                  </a:cubicBezTo>
                  <a:close/>
                  <a:moveTo>
                    <a:pt x="625" y="877"/>
                  </a:moveTo>
                  <a:cubicBezTo>
                    <a:pt x="625" y="877"/>
                    <a:pt x="625" y="877"/>
                    <a:pt x="626" y="876"/>
                  </a:cubicBezTo>
                  <a:cubicBezTo>
                    <a:pt x="626" y="876"/>
                    <a:pt x="627" y="876"/>
                    <a:pt x="627" y="876"/>
                  </a:cubicBezTo>
                  <a:cubicBezTo>
                    <a:pt x="627" y="876"/>
                    <a:pt x="628" y="875"/>
                    <a:pt x="628" y="875"/>
                  </a:cubicBezTo>
                  <a:cubicBezTo>
                    <a:pt x="628" y="875"/>
                    <a:pt x="629" y="874"/>
                    <a:pt x="629" y="874"/>
                  </a:cubicBezTo>
                  <a:cubicBezTo>
                    <a:pt x="629" y="874"/>
                    <a:pt x="629" y="873"/>
                    <a:pt x="630" y="873"/>
                  </a:cubicBezTo>
                  <a:cubicBezTo>
                    <a:pt x="630" y="872"/>
                    <a:pt x="630" y="872"/>
                    <a:pt x="630" y="871"/>
                  </a:cubicBezTo>
                  <a:cubicBezTo>
                    <a:pt x="630" y="871"/>
                    <a:pt x="630" y="870"/>
                    <a:pt x="630" y="870"/>
                  </a:cubicBezTo>
                  <a:cubicBezTo>
                    <a:pt x="630" y="870"/>
                    <a:pt x="630" y="869"/>
                    <a:pt x="630" y="869"/>
                  </a:cubicBezTo>
                  <a:cubicBezTo>
                    <a:pt x="630" y="868"/>
                    <a:pt x="630" y="868"/>
                    <a:pt x="630" y="867"/>
                  </a:cubicBezTo>
                  <a:cubicBezTo>
                    <a:pt x="629" y="867"/>
                    <a:pt x="629" y="866"/>
                    <a:pt x="629" y="866"/>
                  </a:cubicBezTo>
                  <a:cubicBezTo>
                    <a:pt x="629" y="866"/>
                    <a:pt x="628" y="865"/>
                    <a:pt x="628" y="865"/>
                  </a:cubicBezTo>
                  <a:cubicBezTo>
                    <a:pt x="628" y="865"/>
                    <a:pt x="627" y="864"/>
                    <a:pt x="627" y="864"/>
                  </a:cubicBezTo>
                  <a:cubicBezTo>
                    <a:pt x="627" y="864"/>
                    <a:pt x="626" y="864"/>
                    <a:pt x="626" y="863"/>
                  </a:cubicBezTo>
                  <a:cubicBezTo>
                    <a:pt x="625" y="863"/>
                    <a:pt x="625" y="863"/>
                    <a:pt x="625" y="863"/>
                  </a:cubicBezTo>
                  <a:cubicBezTo>
                    <a:pt x="622" y="863"/>
                    <a:pt x="620" y="863"/>
                    <a:pt x="618" y="865"/>
                  </a:cubicBezTo>
                  <a:cubicBezTo>
                    <a:pt x="618" y="865"/>
                    <a:pt x="618" y="866"/>
                    <a:pt x="617" y="866"/>
                  </a:cubicBezTo>
                  <a:cubicBezTo>
                    <a:pt x="617" y="866"/>
                    <a:pt x="617" y="867"/>
                    <a:pt x="617" y="867"/>
                  </a:cubicBezTo>
                  <a:cubicBezTo>
                    <a:pt x="616" y="868"/>
                    <a:pt x="616" y="868"/>
                    <a:pt x="616" y="869"/>
                  </a:cubicBezTo>
                  <a:cubicBezTo>
                    <a:pt x="616" y="869"/>
                    <a:pt x="616" y="870"/>
                    <a:pt x="616" y="870"/>
                  </a:cubicBezTo>
                  <a:cubicBezTo>
                    <a:pt x="616" y="870"/>
                    <a:pt x="616" y="871"/>
                    <a:pt x="616" y="871"/>
                  </a:cubicBezTo>
                  <a:cubicBezTo>
                    <a:pt x="616" y="872"/>
                    <a:pt x="616" y="872"/>
                    <a:pt x="617" y="873"/>
                  </a:cubicBezTo>
                  <a:cubicBezTo>
                    <a:pt x="617" y="873"/>
                    <a:pt x="617" y="874"/>
                    <a:pt x="617" y="874"/>
                  </a:cubicBezTo>
                  <a:cubicBezTo>
                    <a:pt x="618" y="874"/>
                    <a:pt x="618" y="875"/>
                    <a:pt x="618" y="875"/>
                  </a:cubicBezTo>
                  <a:cubicBezTo>
                    <a:pt x="618" y="875"/>
                    <a:pt x="619" y="876"/>
                    <a:pt x="619" y="876"/>
                  </a:cubicBezTo>
                  <a:cubicBezTo>
                    <a:pt x="620" y="876"/>
                    <a:pt x="620" y="876"/>
                    <a:pt x="620" y="876"/>
                  </a:cubicBezTo>
                  <a:cubicBezTo>
                    <a:pt x="621" y="877"/>
                    <a:pt x="621" y="877"/>
                    <a:pt x="622" y="877"/>
                  </a:cubicBezTo>
                  <a:cubicBezTo>
                    <a:pt x="622" y="877"/>
                    <a:pt x="623" y="877"/>
                    <a:pt x="623" y="877"/>
                  </a:cubicBezTo>
                  <a:cubicBezTo>
                    <a:pt x="624" y="877"/>
                    <a:pt x="624" y="877"/>
                    <a:pt x="625" y="877"/>
                  </a:cubicBezTo>
                  <a:close/>
                  <a:moveTo>
                    <a:pt x="465" y="910"/>
                  </a:moveTo>
                  <a:cubicBezTo>
                    <a:pt x="465" y="910"/>
                    <a:pt x="465" y="910"/>
                    <a:pt x="465" y="910"/>
                  </a:cubicBezTo>
                  <a:cubicBezTo>
                    <a:pt x="465" y="910"/>
                    <a:pt x="465" y="910"/>
                    <a:pt x="465" y="910"/>
                  </a:cubicBezTo>
                  <a:cubicBezTo>
                    <a:pt x="465" y="910"/>
                    <a:pt x="465" y="910"/>
                    <a:pt x="465" y="910"/>
                  </a:cubicBezTo>
                  <a:cubicBezTo>
                    <a:pt x="469" y="910"/>
                    <a:pt x="472" y="906"/>
                    <a:pt x="472" y="903"/>
                  </a:cubicBezTo>
                  <a:cubicBezTo>
                    <a:pt x="472" y="903"/>
                    <a:pt x="472" y="903"/>
                    <a:pt x="472" y="903"/>
                  </a:cubicBezTo>
                  <a:cubicBezTo>
                    <a:pt x="472" y="899"/>
                    <a:pt x="468" y="896"/>
                    <a:pt x="464" y="896"/>
                  </a:cubicBezTo>
                  <a:cubicBezTo>
                    <a:pt x="464" y="896"/>
                    <a:pt x="464" y="896"/>
                    <a:pt x="464" y="896"/>
                  </a:cubicBezTo>
                  <a:cubicBezTo>
                    <a:pt x="461" y="896"/>
                    <a:pt x="457" y="899"/>
                    <a:pt x="458" y="903"/>
                  </a:cubicBezTo>
                  <a:cubicBezTo>
                    <a:pt x="458" y="907"/>
                    <a:pt x="461" y="910"/>
                    <a:pt x="465" y="910"/>
                  </a:cubicBezTo>
                  <a:close/>
                  <a:moveTo>
                    <a:pt x="432" y="909"/>
                  </a:moveTo>
                  <a:cubicBezTo>
                    <a:pt x="432" y="909"/>
                    <a:pt x="432" y="909"/>
                    <a:pt x="432" y="909"/>
                  </a:cubicBezTo>
                  <a:cubicBezTo>
                    <a:pt x="436" y="909"/>
                    <a:pt x="439" y="906"/>
                    <a:pt x="439" y="903"/>
                  </a:cubicBezTo>
                  <a:cubicBezTo>
                    <a:pt x="439" y="903"/>
                    <a:pt x="439" y="903"/>
                    <a:pt x="439" y="903"/>
                  </a:cubicBezTo>
                  <a:cubicBezTo>
                    <a:pt x="439" y="899"/>
                    <a:pt x="436" y="895"/>
                    <a:pt x="432" y="895"/>
                  </a:cubicBezTo>
                  <a:cubicBezTo>
                    <a:pt x="432" y="895"/>
                    <a:pt x="432" y="895"/>
                    <a:pt x="432" y="895"/>
                  </a:cubicBezTo>
                  <a:cubicBezTo>
                    <a:pt x="428" y="895"/>
                    <a:pt x="425" y="898"/>
                    <a:pt x="425" y="902"/>
                  </a:cubicBezTo>
                  <a:cubicBezTo>
                    <a:pt x="425" y="902"/>
                    <a:pt x="425" y="902"/>
                    <a:pt x="425" y="902"/>
                  </a:cubicBezTo>
                  <a:cubicBezTo>
                    <a:pt x="425" y="906"/>
                    <a:pt x="428" y="909"/>
                    <a:pt x="432" y="909"/>
                  </a:cubicBezTo>
                  <a:cubicBezTo>
                    <a:pt x="432" y="909"/>
                    <a:pt x="432" y="909"/>
                    <a:pt x="432" y="909"/>
                  </a:cubicBezTo>
                  <a:close/>
                  <a:moveTo>
                    <a:pt x="497" y="908"/>
                  </a:moveTo>
                  <a:cubicBezTo>
                    <a:pt x="497" y="908"/>
                    <a:pt x="497" y="908"/>
                    <a:pt x="497" y="908"/>
                  </a:cubicBezTo>
                  <a:cubicBezTo>
                    <a:pt x="497" y="908"/>
                    <a:pt x="498" y="908"/>
                    <a:pt x="498" y="908"/>
                  </a:cubicBezTo>
                  <a:cubicBezTo>
                    <a:pt x="498" y="908"/>
                    <a:pt x="498" y="908"/>
                    <a:pt x="498" y="908"/>
                  </a:cubicBezTo>
                  <a:cubicBezTo>
                    <a:pt x="498" y="908"/>
                    <a:pt x="498" y="908"/>
                    <a:pt x="498" y="908"/>
                  </a:cubicBezTo>
                  <a:cubicBezTo>
                    <a:pt x="498" y="908"/>
                    <a:pt x="498" y="908"/>
                    <a:pt x="498" y="908"/>
                  </a:cubicBezTo>
                  <a:cubicBezTo>
                    <a:pt x="502" y="907"/>
                    <a:pt x="504" y="904"/>
                    <a:pt x="504" y="900"/>
                  </a:cubicBezTo>
                  <a:cubicBezTo>
                    <a:pt x="504" y="900"/>
                    <a:pt x="504" y="900"/>
                    <a:pt x="504" y="900"/>
                  </a:cubicBezTo>
                  <a:cubicBezTo>
                    <a:pt x="504" y="896"/>
                    <a:pt x="500" y="893"/>
                    <a:pt x="496" y="894"/>
                  </a:cubicBezTo>
                  <a:cubicBezTo>
                    <a:pt x="496" y="894"/>
                    <a:pt x="496" y="894"/>
                    <a:pt x="496" y="894"/>
                  </a:cubicBezTo>
                  <a:cubicBezTo>
                    <a:pt x="493" y="894"/>
                    <a:pt x="490" y="898"/>
                    <a:pt x="490" y="901"/>
                  </a:cubicBezTo>
                  <a:cubicBezTo>
                    <a:pt x="490" y="905"/>
                    <a:pt x="493" y="908"/>
                    <a:pt x="497" y="908"/>
                  </a:cubicBezTo>
                  <a:close/>
                  <a:moveTo>
                    <a:pt x="400" y="906"/>
                  </a:moveTo>
                  <a:cubicBezTo>
                    <a:pt x="400" y="906"/>
                    <a:pt x="400" y="906"/>
                    <a:pt x="400" y="906"/>
                  </a:cubicBezTo>
                  <a:cubicBezTo>
                    <a:pt x="403" y="906"/>
                    <a:pt x="406" y="904"/>
                    <a:pt x="407" y="900"/>
                  </a:cubicBezTo>
                  <a:cubicBezTo>
                    <a:pt x="407" y="900"/>
                    <a:pt x="407" y="900"/>
                    <a:pt x="407" y="900"/>
                  </a:cubicBezTo>
                  <a:cubicBezTo>
                    <a:pt x="407" y="896"/>
                    <a:pt x="404" y="893"/>
                    <a:pt x="400" y="892"/>
                  </a:cubicBezTo>
                  <a:cubicBezTo>
                    <a:pt x="400" y="892"/>
                    <a:pt x="400" y="892"/>
                    <a:pt x="400" y="892"/>
                  </a:cubicBezTo>
                  <a:cubicBezTo>
                    <a:pt x="397" y="892"/>
                    <a:pt x="393" y="895"/>
                    <a:pt x="393" y="899"/>
                  </a:cubicBezTo>
                  <a:cubicBezTo>
                    <a:pt x="393" y="899"/>
                    <a:pt x="393" y="899"/>
                    <a:pt x="393" y="899"/>
                  </a:cubicBezTo>
                  <a:cubicBezTo>
                    <a:pt x="392" y="902"/>
                    <a:pt x="395" y="906"/>
                    <a:pt x="399" y="906"/>
                  </a:cubicBezTo>
                  <a:cubicBezTo>
                    <a:pt x="399" y="906"/>
                    <a:pt x="399" y="906"/>
                    <a:pt x="399" y="906"/>
                  </a:cubicBezTo>
                  <a:cubicBezTo>
                    <a:pt x="399" y="906"/>
                    <a:pt x="399" y="906"/>
                    <a:pt x="399" y="906"/>
                  </a:cubicBezTo>
                  <a:cubicBezTo>
                    <a:pt x="399" y="906"/>
                    <a:pt x="399" y="906"/>
                    <a:pt x="400" y="906"/>
                  </a:cubicBezTo>
                  <a:close/>
                  <a:moveTo>
                    <a:pt x="529" y="904"/>
                  </a:moveTo>
                  <a:cubicBezTo>
                    <a:pt x="529" y="904"/>
                    <a:pt x="529" y="904"/>
                    <a:pt x="529" y="904"/>
                  </a:cubicBezTo>
                  <a:cubicBezTo>
                    <a:pt x="530" y="904"/>
                    <a:pt x="530" y="904"/>
                    <a:pt x="531" y="904"/>
                  </a:cubicBezTo>
                  <a:cubicBezTo>
                    <a:pt x="531" y="904"/>
                    <a:pt x="531" y="904"/>
                    <a:pt x="531" y="904"/>
                  </a:cubicBezTo>
                  <a:cubicBezTo>
                    <a:pt x="534" y="903"/>
                    <a:pt x="537" y="899"/>
                    <a:pt x="536" y="895"/>
                  </a:cubicBezTo>
                  <a:cubicBezTo>
                    <a:pt x="536" y="895"/>
                    <a:pt x="536" y="895"/>
                    <a:pt x="536" y="895"/>
                  </a:cubicBezTo>
                  <a:cubicBezTo>
                    <a:pt x="536" y="892"/>
                    <a:pt x="532" y="889"/>
                    <a:pt x="528" y="890"/>
                  </a:cubicBezTo>
                  <a:cubicBezTo>
                    <a:pt x="528" y="890"/>
                    <a:pt x="528" y="890"/>
                    <a:pt x="528" y="890"/>
                  </a:cubicBezTo>
                  <a:cubicBezTo>
                    <a:pt x="524" y="890"/>
                    <a:pt x="522" y="894"/>
                    <a:pt x="522" y="898"/>
                  </a:cubicBezTo>
                  <a:cubicBezTo>
                    <a:pt x="523" y="901"/>
                    <a:pt x="526" y="904"/>
                    <a:pt x="529" y="904"/>
                  </a:cubicBezTo>
                  <a:close/>
                  <a:moveTo>
                    <a:pt x="367" y="901"/>
                  </a:moveTo>
                  <a:cubicBezTo>
                    <a:pt x="367" y="901"/>
                    <a:pt x="367" y="901"/>
                    <a:pt x="367" y="901"/>
                  </a:cubicBezTo>
                  <a:cubicBezTo>
                    <a:pt x="371" y="901"/>
                    <a:pt x="374" y="899"/>
                    <a:pt x="374" y="896"/>
                  </a:cubicBezTo>
                  <a:cubicBezTo>
                    <a:pt x="374" y="896"/>
                    <a:pt x="374" y="896"/>
                    <a:pt x="374" y="896"/>
                  </a:cubicBezTo>
                  <a:cubicBezTo>
                    <a:pt x="375" y="892"/>
                    <a:pt x="373" y="888"/>
                    <a:pt x="369" y="887"/>
                  </a:cubicBezTo>
                  <a:cubicBezTo>
                    <a:pt x="369" y="887"/>
                    <a:pt x="369" y="887"/>
                    <a:pt x="369" y="887"/>
                  </a:cubicBezTo>
                  <a:cubicBezTo>
                    <a:pt x="365" y="887"/>
                    <a:pt x="361" y="889"/>
                    <a:pt x="361" y="893"/>
                  </a:cubicBezTo>
                  <a:cubicBezTo>
                    <a:pt x="361" y="893"/>
                    <a:pt x="361" y="893"/>
                    <a:pt x="361" y="893"/>
                  </a:cubicBezTo>
                  <a:cubicBezTo>
                    <a:pt x="360" y="897"/>
                    <a:pt x="362" y="900"/>
                    <a:pt x="366" y="901"/>
                  </a:cubicBezTo>
                  <a:cubicBezTo>
                    <a:pt x="367" y="901"/>
                    <a:pt x="367" y="901"/>
                    <a:pt x="367" y="901"/>
                  </a:cubicBezTo>
                  <a:close/>
                  <a:moveTo>
                    <a:pt x="561" y="897"/>
                  </a:moveTo>
                  <a:cubicBezTo>
                    <a:pt x="561" y="897"/>
                    <a:pt x="561" y="897"/>
                    <a:pt x="561" y="897"/>
                  </a:cubicBezTo>
                  <a:cubicBezTo>
                    <a:pt x="562" y="897"/>
                    <a:pt x="562" y="897"/>
                    <a:pt x="563" y="897"/>
                  </a:cubicBezTo>
                  <a:cubicBezTo>
                    <a:pt x="563" y="897"/>
                    <a:pt x="563" y="897"/>
                    <a:pt x="563" y="897"/>
                  </a:cubicBezTo>
                  <a:cubicBezTo>
                    <a:pt x="567" y="896"/>
                    <a:pt x="569" y="892"/>
                    <a:pt x="568" y="888"/>
                  </a:cubicBezTo>
                  <a:cubicBezTo>
                    <a:pt x="568" y="888"/>
                    <a:pt x="568" y="888"/>
                    <a:pt x="568" y="888"/>
                  </a:cubicBezTo>
                  <a:cubicBezTo>
                    <a:pt x="567" y="885"/>
                    <a:pt x="563" y="882"/>
                    <a:pt x="560" y="883"/>
                  </a:cubicBezTo>
                  <a:cubicBezTo>
                    <a:pt x="560" y="883"/>
                    <a:pt x="560" y="883"/>
                    <a:pt x="560" y="883"/>
                  </a:cubicBezTo>
                  <a:cubicBezTo>
                    <a:pt x="556" y="884"/>
                    <a:pt x="553" y="888"/>
                    <a:pt x="554" y="892"/>
                  </a:cubicBezTo>
                  <a:cubicBezTo>
                    <a:pt x="555" y="895"/>
                    <a:pt x="558" y="897"/>
                    <a:pt x="561" y="897"/>
                  </a:cubicBezTo>
                  <a:close/>
                  <a:moveTo>
                    <a:pt x="336" y="894"/>
                  </a:moveTo>
                  <a:cubicBezTo>
                    <a:pt x="336" y="894"/>
                    <a:pt x="336" y="894"/>
                    <a:pt x="336" y="894"/>
                  </a:cubicBezTo>
                  <a:cubicBezTo>
                    <a:pt x="339" y="894"/>
                    <a:pt x="342" y="892"/>
                    <a:pt x="343" y="889"/>
                  </a:cubicBezTo>
                  <a:cubicBezTo>
                    <a:pt x="343" y="889"/>
                    <a:pt x="343" y="889"/>
                    <a:pt x="343" y="889"/>
                  </a:cubicBezTo>
                  <a:cubicBezTo>
                    <a:pt x="344" y="885"/>
                    <a:pt x="341" y="881"/>
                    <a:pt x="338" y="880"/>
                  </a:cubicBezTo>
                  <a:cubicBezTo>
                    <a:pt x="338" y="880"/>
                    <a:pt x="338" y="880"/>
                    <a:pt x="338" y="880"/>
                  </a:cubicBezTo>
                  <a:cubicBezTo>
                    <a:pt x="334" y="879"/>
                    <a:pt x="330" y="881"/>
                    <a:pt x="329" y="885"/>
                  </a:cubicBezTo>
                  <a:cubicBezTo>
                    <a:pt x="329" y="885"/>
                    <a:pt x="329" y="885"/>
                    <a:pt x="329" y="885"/>
                  </a:cubicBezTo>
                  <a:cubicBezTo>
                    <a:pt x="328" y="889"/>
                    <a:pt x="330" y="893"/>
                    <a:pt x="334" y="894"/>
                  </a:cubicBezTo>
                  <a:cubicBezTo>
                    <a:pt x="335" y="894"/>
                    <a:pt x="335" y="894"/>
                    <a:pt x="336" y="894"/>
                  </a:cubicBezTo>
                  <a:close/>
                  <a:moveTo>
                    <a:pt x="593" y="888"/>
                  </a:moveTo>
                  <a:cubicBezTo>
                    <a:pt x="593" y="888"/>
                    <a:pt x="593" y="888"/>
                    <a:pt x="593" y="888"/>
                  </a:cubicBezTo>
                  <a:cubicBezTo>
                    <a:pt x="593" y="888"/>
                    <a:pt x="594" y="888"/>
                    <a:pt x="595" y="888"/>
                  </a:cubicBezTo>
                  <a:cubicBezTo>
                    <a:pt x="595" y="888"/>
                    <a:pt x="595" y="888"/>
                    <a:pt x="595" y="888"/>
                  </a:cubicBezTo>
                  <a:cubicBezTo>
                    <a:pt x="595" y="888"/>
                    <a:pt x="595" y="888"/>
                    <a:pt x="595" y="888"/>
                  </a:cubicBezTo>
                  <a:cubicBezTo>
                    <a:pt x="595" y="888"/>
                    <a:pt x="595" y="888"/>
                    <a:pt x="595" y="888"/>
                  </a:cubicBezTo>
                  <a:cubicBezTo>
                    <a:pt x="598" y="887"/>
                    <a:pt x="600" y="883"/>
                    <a:pt x="599" y="879"/>
                  </a:cubicBezTo>
                  <a:cubicBezTo>
                    <a:pt x="599" y="879"/>
                    <a:pt x="599" y="879"/>
                    <a:pt x="599" y="879"/>
                  </a:cubicBezTo>
                  <a:cubicBezTo>
                    <a:pt x="598" y="875"/>
                    <a:pt x="594" y="873"/>
                    <a:pt x="590" y="874"/>
                  </a:cubicBezTo>
                  <a:cubicBezTo>
                    <a:pt x="590" y="874"/>
                    <a:pt x="590" y="874"/>
                    <a:pt x="590" y="874"/>
                  </a:cubicBezTo>
                  <a:cubicBezTo>
                    <a:pt x="587" y="876"/>
                    <a:pt x="585" y="880"/>
                    <a:pt x="586" y="883"/>
                  </a:cubicBezTo>
                  <a:cubicBezTo>
                    <a:pt x="587" y="886"/>
                    <a:pt x="590" y="888"/>
                    <a:pt x="593" y="888"/>
                  </a:cubicBezTo>
                  <a:close/>
                  <a:moveTo>
                    <a:pt x="305" y="884"/>
                  </a:moveTo>
                  <a:cubicBezTo>
                    <a:pt x="305" y="884"/>
                    <a:pt x="305" y="884"/>
                    <a:pt x="305" y="884"/>
                  </a:cubicBezTo>
                  <a:cubicBezTo>
                    <a:pt x="308" y="884"/>
                    <a:pt x="310" y="882"/>
                    <a:pt x="311" y="879"/>
                  </a:cubicBezTo>
                  <a:cubicBezTo>
                    <a:pt x="311" y="879"/>
                    <a:pt x="311" y="879"/>
                    <a:pt x="311" y="879"/>
                  </a:cubicBezTo>
                  <a:cubicBezTo>
                    <a:pt x="313" y="876"/>
                    <a:pt x="311" y="872"/>
                    <a:pt x="307" y="870"/>
                  </a:cubicBezTo>
                  <a:cubicBezTo>
                    <a:pt x="307" y="871"/>
                    <a:pt x="307" y="871"/>
                    <a:pt x="307" y="871"/>
                  </a:cubicBezTo>
                  <a:cubicBezTo>
                    <a:pt x="303" y="869"/>
                    <a:pt x="299" y="871"/>
                    <a:pt x="298" y="875"/>
                  </a:cubicBezTo>
                  <a:cubicBezTo>
                    <a:pt x="298" y="875"/>
                    <a:pt x="298" y="875"/>
                    <a:pt x="298" y="875"/>
                  </a:cubicBezTo>
                  <a:cubicBezTo>
                    <a:pt x="297" y="878"/>
                    <a:pt x="299" y="882"/>
                    <a:pt x="302" y="884"/>
                  </a:cubicBezTo>
                  <a:cubicBezTo>
                    <a:pt x="303" y="884"/>
                    <a:pt x="304" y="884"/>
                    <a:pt x="305" y="884"/>
                  </a:cubicBezTo>
                  <a:close/>
                  <a:moveTo>
                    <a:pt x="274" y="872"/>
                  </a:moveTo>
                  <a:cubicBezTo>
                    <a:pt x="274" y="872"/>
                    <a:pt x="274" y="872"/>
                    <a:pt x="274" y="872"/>
                  </a:cubicBezTo>
                  <a:cubicBezTo>
                    <a:pt x="277" y="872"/>
                    <a:pt x="280" y="871"/>
                    <a:pt x="281" y="868"/>
                  </a:cubicBezTo>
                  <a:cubicBezTo>
                    <a:pt x="281" y="868"/>
                    <a:pt x="281" y="868"/>
                    <a:pt x="281" y="868"/>
                  </a:cubicBezTo>
                  <a:cubicBezTo>
                    <a:pt x="282" y="864"/>
                    <a:pt x="281" y="860"/>
                    <a:pt x="277" y="859"/>
                  </a:cubicBezTo>
                  <a:cubicBezTo>
                    <a:pt x="277" y="859"/>
                    <a:pt x="277" y="859"/>
                    <a:pt x="277" y="859"/>
                  </a:cubicBezTo>
                  <a:cubicBezTo>
                    <a:pt x="274" y="857"/>
                    <a:pt x="270" y="859"/>
                    <a:pt x="268" y="862"/>
                  </a:cubicBezTo>
                  <a:cubicBezTo>
                    <a:pt x="268" y="862"/>
                    <a:pt x="268" y="862"/>
                    <a:pt x="268" y="862"/>
                  </a:cubicBezTo>
                  <a:cubicBezTo>
                    <a:pt x="266" y="866"/>
                    <a:pt x="268" y="870"/>
                    <a:pt x="272" y="872"/>
                  </a:cubicBezTo>
                  <a:cubicBezTo>
                    <a:pt x="272" y="872"/>
                    <a:pt x="272" y="872"/>
                    <a:pt x="272" y="872"/>
                  </a:cubicBezTo>
                  <a:cubicBezTo>
                    <a:pt x="272" y="872"/>
                    <a:pt x="272" y="872"/>
                    <a:pt x="272" y="872"/>
                  </a:cubicBezTo>
                  <a:cubicBezTo>
                    <a:pt x="273" y="872"/>
                    <a:pt x="273" y="872"/>
                    <a:pt x="274" y="872"/>
                  </a:cubicBezTo>
                  <a:close/>
                  <a:moveTo>
                    <a:pt x="245" y="858"/>
                  </a:moveTo>
                  <a:cubicBezTo>
                    <a:pt x="245" y="858"/>
                    <a:pt x="245" y="858"/>
                    <a:pt x="245" y="858"/>
                  </a:cubicBezTo>
                  <a:cubicBezTo>
                    <a:pt x="248" y="858"/>
                    <a:pt x="250" y="857"/>
                    <a:pt x="251" y="854"/>
                  </a:cubicBezTo>
                  <a:cubicBezTo>
                    <a:pt x="251" y="854"/>
                    <a:pt x="251" y="854"/>
                    <a:pt x="251" y="854"/>
                  </a:cubicBezTo>
                  <a:cubicBezTo>
                    <a:pt x="253" y="851"/>
                    <a:pt x="252" y="847"/>
                    <a:pt x="248" y="845"/>
                  </a:cubicBezTo>
                  <a:cubicBezTo>
                    <a:pt x="248" y="845"/>
                    <a:pt x="248" y="845"/>
                    <a:pt x="248" y="845"/>
                  </a:cubicBezTo>
                  <a:cubicBezTo>
                    <a:pt x="245" y="843"/>
                    <a:pt x="241" y="844"/>
                    <a:pt x="239" y="848"/>
                  </a:cubicBezTo>
                  <a:cubicBezTo>
                    <a:pt x="239" y="848"/>
                    <a:pt x="239" y="848"/>
                    <a:pt x="239" y="848"/>
                  </a:cubicBezTo>
                  <a:cubicBezTo>
                    <a:pt x="237" y="851"/>
                    <a:pt x="238" y="855"/>
                    <a:pt x="242" y="857"/>
                  </a:cubicBezTo>
                  <a:cubicBezTo>
                    <a:pt x="243" y="858"/>
                    <a:pt x="244" y="858"/>
                    <a:pt x="245" y="858"/>
                  </a:cubicBezTo>
                  <a:close/>
                  <a:moveTo>
                    <a:pt x="217" y="842"/>
                  </a:moveTo>
                  <a:cubicBezTo>
                    <a:pt x="217" y="842"/>
                    <a:pt x="217" y="842"/>
                    <a:pt x="217" y="842"/>
                  </a:cubicBezTo>
                  <a:cubicBezTo>
                    <a:pt x="219" y="842"/>
                    <a:pt x="222" y="841"/>
                    <a:pt x="223" y="838"/>
                  </a:cubicBezTo>
                  <a:cubicBezTo>
                    <a:pt x="223" y="838"/>
                    <a:pt x="223" y="838"/>
                    <a:pt x="223" y="838"/>
                  </a:cubicBezTo>
                  <a:cubicBezTo>
                    <a:pt x="225" y="835"/>
                    <a:pt x="224" y="831"/>
                    <a:pt x="221" y="829"/>
                  </a:cubicBezTo>
                  <a:cubicBezTo>
                    <a:pt x="221" y="829"/>
                    <a:pt x="221" y="829"/>
                    <a:pt x="221" y="829"/>
                  </a:cubicBezTo>
                  <a:cubicBezTo>
                    <a:pt x="217" y="827"/>
                    <a:pt x="213" y="828"/>
                    <a:pt x="211" y="831"/>
                  </a:cubicBezTo>
                  <a:cubicBezTo>
                    <a:pt x="211" y="831"/>
                    <a:pt x="211" y="831"/>
                    <a:pt x="211" y="831"/>
                  </a:cubicBezTo>
                  <a:cubicBezTo>
                    <a:pt x="209" y="834"/>
                    <a:pt x="210" y="839"/>
                    <a:pt x="213" y="841"/>
                  </a:cubicBezTo>
                  <a:cubicBezTo>
                    <a:pt x="213" y="841"/>
                    <a:pt x="213" y="841"/>
                    <a:pt x="213" y="841"/>
                  </a:cubicBezTo>
                  <a:cubicBezTo>
                    <a:pt x="213" y="841"/>
                    <a:pt x="213" y="841"/>
                    <a:pt x="213" y="841"/>
                  </a:cubicBezTo>
                  <a:cubicBezTo>
                    <a:pt x="214" y="841"/>
                    <a:pt x="216" y="842"/>
                    <a:pt x="217" y="842"/>
                  </a:cubicBezTo>
                  <a:close/>
                  <a:moveTo>
                    <a:pt x="190" y="823"/>
                  </a:moveTo>
                  <a:cubicBezTo>
                    <a:pt x="190" y="823"/>
                    <a:pt x="190" y="823"/>
                    <a:pt x="190" y="823"/>
                  </a:cubicBezTo>
                  <a:cubicBezTo>
                    <a:pt x="192" y="823"/>
                    <a:pt x="194" y="822"/>
                    <a:pt x="196" y="821"/>
                  </a:cubicBezTo>
                  <a:cubicBezTo>
                    <a:pt x="196" y="821"/>
                    <a:pt x="196" y="821"/>
                    <a:pt x="196" y="821"/>
                  </a:cubicBezTo>
                  <a:cubicBezTo>
                    <a:pt x="198" y="817"/>
                    <a:pt x="197" y="813"/>
                    <a:pt x="194" y="811"/>
                  </a:cubicBezTo>
                  <a:cubicBezTo>
                    <a:pt x="194" y="811"/>
                    <a:pt x="194" y="811"/>
                    <a:pt x="194" y="811"/>
                  </a:cubicBezTo>
                  <a:cubicBezTo>
                    <a:pt x="191" y="808"/>
                    <a:pt x="187" y="809"/>
                    <a:pt x="184" y="812"/>
                  </a:cubicBezTo>
                  <a:cubicBezTo>
                    <a:pt x="184" y="812"/>
                    <a:pt x="184" y="812"/>
                    <a:pt x="184" y="812"/>
                  </a:cubicBezTo>
                  <a:cubicBezTo>
                    <a:pt x="182" y="815"/>
                    <a:pt x="183" y="820"/>
                    <a:pt x="186" y="822"/>
                  </a:cubicBezTo>
                  <a:cubicBezTo>
                    <a:pt x="187" y="823"/>
                    <a:pt x="189" y="823"/>
                    <a:pt x="190" y="823"/>
                  </a:cubicBezTo>
                  <a:close/>
                  <a:moveTo>
                    <a:pt x="164" y="803"/>
                  </a:moveTo>
                  <a:cubicBezTo>
                    <a:pt x="164" y="803"/>
                    <a:pt x="164" y="803"/>
                    <a:pt x="164" y="803"/>
                  </a:cubicBezTo>
                  <a:cubicBezTo>
                    <a:pt x="166" y="803"/>
                    <a:pt x="168" y="802"/>
                    <a:pt x="170" y="801"/>
                  </a:cubicBezTo>
                  <a:cubicBezTo>
                    <a:pt x="170" y="801"/>
                    <a:pt x="170" y="801"/>
                    <a:pt x="170" y="801"/>
                  </a:cubicBezTo>
                  <a:cubicBezTo>
                    <a:pt x="172" y="798"/>
                    <a:pt x="172" y="793"/>
                    <a:pt x="169" y="791"/>
                  </a:cubicBezTo>
                  <a:cubicBezTo>
                    <a:pt x="169" y="791"/>
                    <a:pt x="169" y="791"/>
                    <a:pt x="169" y="791"/>
                  </a:cubicBezTo>
                  <a:cubicBezTo>
                    <a:pt x="166" y="788"/>
                    <a:pt x="162" y="789"/>
                    <a:pt x="159" y="792"/>
                  </a:cubicBezTo>
                  <a:cubicBezTo>
                    <a:pt x="159" y="792"/>
                    <a:pt x="159" y="792"/>
                    <a:pt x="159" y="792"/>
                  </a:cubicBezTo>
                  <a:cubicBezTo>
                    <a:pt x="157" y="795"/>
                    <a:pt x="157" y="799"/>
                    <a:pt x="160" y="802"/>
                  </a:cubicBezTo>
                  <a:cubicBezTo>
                    <a:pt x="161" y="803"/>
                    <a:pt x="163" y="803"/>
                    <a:pt x="164" y="803"/>
                  </a:cubicBezTo>
                  <a:close/>
                  <a:moveTo>
                    <a:pt x="140" y="781"/>
                  </a:moveTo>
                  <a:cubicBezTo>
                    <a:pt x="140" y="781"/>
                    <a:pt x="140" y="781"/>
                    <a:pt x="140" y="781"/>
                  </a:cubicBezTo>
                  <a:cubicBezTo>
                    <a:pt x="142" y="781"/>
                    <a:pt x="144" y="781"/>
                    <a:pt x="145" y="779"/>
                  </a:cubicBezTo>
                  <a:cubicBezTo>
                    <a:pt x="145" y="779"/>
                    <a:pt x="145" y="779"/>
                    <a:pt x="145" y="779"/>
                  </a:cubicBezTo>
                  <a:cubicBezTo>
                    <a:pt x="148" y="776"/>
                    <a:pt x="148" y="772"/>
                    <a:pt x="145" y="769"/>
                  </a:cubicBezTo>
                  <a:cubicBezTo>
                    <a:pt x="145" y="769"/>
                    <a:pt x="145" y="769"/>
                    <a:pt x="145" y="769"/>
                  </a:cubicBezTo>
                  <a:cubicBezTo>
                    <a:pt x="143" y="766"/>
                    <a:pt x="138" y="766"/>
                    <a:pt x="135" y="769"/>
                  </a:cubicBezTo>
                  <a:cubicBezTo>
                    <a:pt x="135" y="769"/>
                    <a:pt x="135" y="769"/>
                    <a:pt x="135" y="769"/>
                  </a:cubicBezTo>
                  <a:cubicBezTo>
                    <a:pt x="133" y="772"/>
                    <a:pt x="133" y="776"/>
                    <a:pt x="135" y="779"/>
                  </a:cubicBezTo>
                  <a:cubicBezTo>
                    <a:pt x="137" y="781"/>
                    <a:pt x="139" y="781"/>
                    <a:pt x="140" y="781"/>
                  </a:cubicBezTo>
                  <a:close/>
                  <a:moveTo>
                    <a:pt x="118" y="758"/>
                  </a:moveTo>
                  <a:cubicBezTo>
                    <a:pt x="118" y="758"/>
                    <a:pt x="118" y="758"/>
                    <a:pt x="118" y="758"/>
                  </a:cubicBezTo>
                  <a:cubicBezTo>
                    <a:pt x="120" y="758"/>
                    <a:pt x="121" y="757"/>
                    <a:pt x="123" y="756"/>
                  </a:cubicBezTo>
                  <a:cubicBezTo>
                    <a:pt x="123" y="756"/>
                    <a:pt x="123" y="756"/>
                    <a:pt x="123" y="756"/>
                  </a:cubicBezTo>
                  <a:cubicBezTo>
                    <a:pt x="126" y="753"/>
                    <a:pt x="126" y="749"/>
                    <a:pt x="123" y="746"/>
                  </a:cubicBezTo>
                  <a:cubicBezTo>
                    <a:pt x="123" y="746"/>
                    <a:pt x="123" y="746"/>
                    <a:pt x="123" y="746"/>
                  </a:cubicBezTo>
                  <a:cubicBezTo>
                    <a:pt x="121" y="743"/>
                    <a:pt x="116" y="743"/>
                    <a:pt x="113" y="745"/>
                  </a:cubicBezTo>
                  <a:cubicBezTo>
                    <a:pt x="113" y="745"/>
                    <a:pt x="113" y="745"/>
                    <a:pt x="113" y="745"/>
                  </a:cubicBezTo>
                  <a:cubicBezTo>
                    <a:pt x="110" y="748"/>
                    <a:pt x="110" y="752"/>
                    <a:pt x="113" y="755"/>
                  </a:cubicBezTo>
                  <a:cubicBezTo>
                    <a:pt x="113" y="755"/>
                    <a:pt x="113" y="755"/>
                    <a:pt x="113" y="755"/>
                  </a:cubicBezTo>
                  <a:cubicBezTo>
                    <a:pt x="113" y="755"/>
                    <a:pt x="113" y="755"/>
                    <a:pt x="113" y="755"/>
                  </a:cubicBezTo>
                  <a:cubicBezTo>
                    <a:pt x="114" y="757"/>
                    <a:pt x="116" y="758"/>
                    <a:pt x="118" y="758"/>
                  </a:cubicBezTo>
                  <a:close/>
                  <a:moveTo>
                    <a:pt x="97" y="732"/>
                  </a:moveTo>
                  <a:cubicBezTo>
                    <a:pt x="97" y="732"/>
                    <a:pt x="97" y="732"/>
                    <a:pt x="97" y="732"/>
                  </a:cubicBezTo>
                  <a:cubicBezTo>
                    <a:pt x="99" y="732"/>
                    <a:pt x="100" y="732"/>
                    <a:pt x="102" y="731"/>
                  </a:cubicBezTo>
                  <a:cubicBezTo>
                    <a:pt x="102" y="731"/>
                    <a:pt x="102" y="731"/>
                    <a:pt x="102" y="731"/>
                  </a:cubicBezTo>
                  <a:cubicBezTo>
                    <a:pt x="105" y="729"/>
                    <a:pt x="105" y="724"/>
                    <a:pt x="103" y="721"/>
                  </a:cubicBezTo>
                  <a:cubicBezTo>
                    <a:pt x="103" y="721"/>
                    <a:pt x="103" y="721"/>
                    <a:pt x="103" y="721"/>
                  </a:cubicBezTo>
                  <a:cubicBezTo>
                    <a:pt x="101" y="718"/>
                    <a:pt x="96" y="717"/>
                    <a:pt x="93" y="720"/>
                  </a:cubicBezTo>
                  <a:cubicBezTo>
                    <a:pt x="93" y="720"/>
                    <a:pt x="93" y="720"/>
                    <a:pt x="93" y="720"/>
                  </a:cubicBezTo>
                  <a:cubicBezTo>
                    <a:pt x="90" y="722"/>
                    <a:pt x="89" y="726"/>
                    <a:pt x="92" y="730"/>
                  </a:cubicBezTo>
                  <a:cubicBezTo>
                    <a:pt x="92" y="730"/>
                    <a:pt x="92" y="730"/>
                    <a:pt x="92" y="730"/>
                  </a:cubicBezTo>
                  <a:cubicBezTo>
                    <a:pt x="92" y="730"/>
                    <a:pt x="92" y="730"/>
                    <a:pt x="92" y="730"/>
                  </a:cubicBezTo>
                  <a:cubicBezTo>
                    <a:pt x="93" y="731"/>
                    <a:pt x="95" y="732"/>
                    <a:pt x="97" y="732"/>
                  </a:cubicBezTo>
                  <a:close/>
                  <a:moveTo>
                    <a:pt x="79" y="706"/>
                  </a:moveTo>
                  <a:cubicBezTo>
                    <a:pt x="79" y="706"/>
                    <a:pt x="79" y="706"/>
                    <a:pt x="79" y="706"/>
                  </a:cubicBezTo>
                  <a:cubicBezTo>
                    <a:pt x="80" y="706"/>
                    <a:pt x="81" y="705"/>
                    <a:pt x="83" y="705"/>
                  </a:cubicBezTo>
                  <a:cubicBezTo>
                    <a:pt x="83" y="705"/>
                    <a:pt x="83" y="705"/>
                    <a:pt x="83" y="705"/>
                  </a:cubicBezTo>
                  <a:cubicBezTo>
                    <a:pt x="86" y="703"/>
                    <a:pt x="87" y="698"/>
                    <a:pt x="85" y="695"/>
                  </a:cubicBezTo>
                  <a:cubicBezTo>
                    <a:pt x="85" y="695"/>
                    <a:pt x="85" y="695"/>
                    <a:pt x="85" y="695"/>
                  </a:cubicBezTo>
                  <a:cubicBezTo>
                    <a:pt x="83" y="692"/>
                    <a:pt x="78" y="691"/>
                    <a:pt x="75" y="693"/>
                  </a:cubicBezTo>
                  <a:cubicBezTo>
                    <a:pt x="75" y="693"/>
                    <a:pt x="75" y="693"/>
                    <a:pt x="75" y="693"/>
                  </a:cubicBezTo>
                  <a:cubicBezTo>
                    <a:pt x="72" y="695"/>
                    <a:pt x="71" y="699"/>
                    <a:pt x="73" y="703"/>
                  </a:cubicBezTo>
                  <a:cubicBezTo>
                    <a:pt x="74" y="705"/>
                    <a:pt x="76" y="706"/>
                    <a:pt x="79" y="706"/>
                  </a:cubicBezTo>
                  <a:close/>
                  <a:moveTo>
                    <a:pt x="62" y="678"/>
                  </a:moveTo>
                  <a:cubicBezTo>
                    <a:pt x="62" y="678"/>
                    <a:pt x="62" y="678"/>
                    <a:pt x="62" y="678"/>
                  </a:cubicBezTo>
                  <a:cubicBezTo>
                    <a:pt x="63" y="678"/>
                    <a:pt x="64" y="678"/>
                    <a:pt x="65" y="677"/>
                  </a:cubicBezTo>
                  <a:cubicBezTo>
                    <a:pt x="65" y="677"/>
                    <a:pt x="65" y="677"/>
                    <a:pt x="65" y="677"/>
                  </a:cubicBezTo>
                  <a:cubicBezTo>
                    <a:pt x="69" y="675"/>
                    <a:pt x="70" y="671"/>
                    <a:pt x="68" y="667"/>
                  </a:cubicBezTo>
                  <a:cubicBezTo>
                    <a:pt x="68" y="667"/>
                    <a:pt x="68" y="667"/>
                    <a:pt x="68" y="667"/>
                  </a:cubicBezTo>
                  <a:cubicBezTo>
                    <a:pt x="66" y="664"/>
                    <a:pt x="62" y="663"/>
                    <a:pt x="59" y="665"/>
                  </a:cubicBezTo>
                  <a:cubicBezTo>
                    <a:pt x="59" y="665"/>
                    <a:pt x="59" y="665"/>
                    <a:pt x="59" y="665"/>
                  </a:cubicBezTo>
                  <a:cubicBezTo>
                    <a:pt x="55" y="667"/>
                    <a:pt x="54" y="671"/>
                    <a:pt x="56" y="674"/>
                  </a:cubicBezTo>
                  <a:cubicBezTo>
                    <a:pt x="57" y="677"/>
                    <a:pt x="60" y="678"/>
                    <a:pt x="62" y="678"/>
                  </a:cubicBezTo>
                  <a:close/>
                  <a:moveTo>
                    <a:pt x="47" y="649"/>
                  </a:moveTo>
                  <a:cubicBezTo>
                    <a:pt x="47" y="649"/>
                    <a:pt x="47" y="649"/>
                    <a:pt x="47" y="649"/>
                  </a:cubicBezTo>
                  <a:cubicBezTo>
                    <a:pt x="48" y="649"/>
                    <a:pt x="49" y="649"/>
                    <a:pt x="50" y="648"/>
                  </a:cubicBezTo>
                  <a:cubicBezTo>
                    <a:pt x="50" y="648"/>
                    <a:pt x="50" y="648"/>
                    <a:pt x="50" y="648"/>
                  </a:cubicBezTo>
                  <a:cubicBezTo>
                    <a:pt x="54" y="647"/>
                    <a:pt x="55" y="642"/>
                    <a:pt x="54" y="639"/>
                  </a:cubicBezTo>
                  <a:cubicBezTo>
                    <a:pt x="54" y="639"/>
                    <a:pt x="54" y="639"/>
                    <a:pt x="54" y="639"/>
                  </a:cubicBezTo>
                  <a:cubicBezTo>
                    <a:pt x="52" y="635"/>
                    <a:pt x="48" y="634"/>
                    <a:pt x="44" y="635"/>
                  </a:cubicBezTo>
                  <a:cubicBezTo>
                    <a:pt x="44" y="635"/>
                    <a:pt x="44" y="635"/>
                    <a:pt x="44" y="635"/>
                  </a:cubicBezTo>
                  <a:cubicBezTo>
                    <a:pt x="41" y="637"/>
                    <a:pt x="39" y="641"/>
                    <a:pt x="41" y="645"/>
                  </a:cubicBezTo>
                  <a:cubicBezTo>
                    <a:pt x="41" y="645"/>
                    <a:pt x="41" y="645"/>
                    <a:pt x="41" y="645"/>
                  </a:cubicBezTo>
                  <a:cubicBezTo>
                    <a:pt x="41" y="645"/>
                    <a:pt x="41" y="645"/>
                    <a:pt x="41" y="645"/>
                  </a:cubicBezTo>
                  <a:cubicBezTo>
                    <a:pt x="42" y="647"/>
                    <a:pt x="45" y="649"/>
                    <a:pt x="47" y="649"/>
                  </a:cubicBezTo>
                  <a:close/>
                  <a:moveTo>
                    <a:pt x="35" y="619"/>
                  </a:moveTo>
                  <a:cubicBezTo>
                    <a:pt x="35" y="619"/>
                    <a:pt x="35" y="619"/>
                    <a:pt x="35" y="619"/>
                  </a:cubicBezTo>
                  <a:cubicBezTo>
                    <a:pt x="36" y="619"/>
                    <a:pt x="37" y="619"/>
                    <a:pt x="37" y="618"/>
                  </a:cubicBezTo>
                  <a:cubicBezTo>
                    <a:pt x="37" y="618"/>
                    <a:pt x="37" y="618"/>
                    <a:pt x="37" y="618"/>
                  </a:cubicBezTo>
                  <a:cubicBezTo>
                    <a:pt x="41" y="617"/>
                    <a:pt x="43" y="613"/>
                    <a:pt x="41" y="609"/>
                  </a:cubicBezTo>
                  <a:cubicBezTo>
                    <a:pt x="41" y="609"/>
                    <a:pt x="41" y="609"/>
                    <a:pt x="41" y="609"/>
                  </a:cubicBezTo>
                  <a:cubicBezTo>
                    <a:pt x="40" y="606"/>
                    <a:pt x="36" y="604"/>
                    <a:pt x="32" y="605"/>
                  </a:cubicBezTo>
                  <a:cubicBezTo>
                    <a:pt x="32" y="605"/>
                    <a:pt x="32" y="605"/>
                    <a:pt x="32" y="605"/>
                  </a:cubicBezTo>
                  <a:cubicBezTo>
                    <a:pt x="29" y="607"/>
                    <a:pt x="27" y="611"/>
                    <a:pt x="28" y="614"/>
                  </a:cubicBezTo>
                  <a:cubicBezTo>
                    <a:pt x="29" y="617"/>
                    <a:pt x="32" y="619"/>
                    <a:pt x="35" y="619"/>
                  </a:cubicBezTo>
                  <a:close/>
                  <a:moveTo>
                    <a:pt x="25" y="588"/>
                  </a:moveTo>
                  <a:cubicBezTo>
                    <a:pt x="25" y="588"/>
                    <a:pt x="25" y="588"/>
                    <a:pt x="25" y="588"/>
                  </a:cubicBezTo>
                  <a:cubicBezTo>
                    <a:pt x="25" y="588"/>
                    <a:pt x="26" y="588"/>
                    <a:pt x="27" y="588"/>
                  </a:cubicBezTo>
                  <a:cubicBezTo>
                    <a:pt x="27" y="588"/>
                    <a:pt x="27" y="588"/>
                    <a:pt x="27" y="588"/>
                  </a:cubicBezTo>
                  <a:cubicBezTo>
                    <a:pt x="30" y="587"/>
                    <a:pt x="32" y="583"/>
                    <a:pt x="31" y="579"/>
                  </a:cubicBezTo>
                  <a:cubicBezTo>
                    <a:pt x="31" y="579"/>
                    <a:pt x="31" y="579"/>
                    <a:pt x="31" y="579"/>
                  </a:cubicBezTo>
                  <a:cubicBezTo>
                    <a:pt x="30" y="575"/>
                    <a:pt x="26" y="573"/>
                    <a:pt x="23" y="574"/>
                  </a:cubicBezTo>
                  <a:cubicBezTo>
                    <a:pt x="23" y="574"/>
                    <a:pt x="23" y="574"/>
                    <a:pt x="23" y="574"/>
                  </a:cubicBezTo>
                  <a:cubicBezTo>
                    <a:pt x="19" y="575"/>
                    <a:pt x="17" y="579"/>
                    <a:pt x="18" y="583"/>
                  </a:cubicBezTo>
                  <a:cubicBezTo>
                    <a:pt x="19" y="586"/>
                    <a:pt x="22" y="588"/>
                    <a:pt x="25" y="588"/>
                  </a:cubicBezTo>
                  <a:close/>
                  <a:moveTo>
                    <a:pt x="17" y="556"/>
                  </a:moveTo>
                  <a:cubicBezTo>
                    <a:pt x="17" y="556"/>
                    <a:pt x="17" y="556"/>
                    <a:pt x="17" y="556"/>
                  </a:cubicBezTo>
                  <a:cubicBezTo>
                    <a:pt x="17" y="556"/>
                    <a:pt x="18" y="556"/>
                    <a:pt x="18" y="556"/>
                  </a:cubicBezTo>
                  <a:cubicBezTo>
                    <a:pt x="18" y="556"/>
                    <a:pt x="18" y="556"/>
                    <a:pt x="18" y="556"/>
                  </a:cubicBezTo>
                  <a:cubicBezTo>
                    <a:pt x="22" y="555"/>
                    <a:pt x="24" y="552"/>
                    <a:pt x="23" y="548"/>
                  </a:cubicBezTo>
                  <a:cubicBezTo>
                    <a:pt x="23" y="548"/>
                    <a:pt x="23" y="548"/>
                    <a:pt x="23" y="548"/>
                  </a:cubicBezTo>
                  <a:cubicBezTo>
                    <a:pt x="23" y="544"/>
                    <a:pt x="19" y="542"/>
                    <a:pt x="15" y="542"/>
                  </a:cubicBezTo>
                  <a:cubicBezTo>
                    <a:pt x="15" y="542"/>
                    <a:pt x="15" y="542"/>
                    <a:pt x="15" y="542"/>
                  </a:cubicBezTo>
                  <a:cubicBezTo>
                    <a:pt x="11" y="543"/>
                    <a:pt x="9" y="547"/>
                    <a:pt x="10" y="551"/>
                  </a:cubicBezTo>
                  <a:cubicBezTo>
                    <a:pt x="10" y="551"/>
                    <a:pt x="10" y="551"/>
                    <a:pt x="10" y="551"/>
                  </a:cubicBezTo>
                  <a:cubicBezTo>
                    <a:pt x="10" y="551"/>
                    <a:pt x="10" y="551"/>
                    <a:pt x="10" y="551"/>
                  </a:cubicBezTo>
                  <a:cubicBezTo>
                    <a:pt x="10" y="554"/>
                    <a:pt x="13" y="556"/>
                    <a:pt x="17" y="556"/>
                  </a:cubicBezTo>
                  <a:close/>
                  <a:moveTo>
                    <a:pt x="11" y="524"/>
                  </a:moveTo>
                  <a:cubicBezTo>
                    <a:pt x="11" y="524"/>
                    <a:pt x="11" y="524"/>
                    <a:pt x="11" y="524"/>
                  </a:cubicBezTo>
                  <a:cubicBezTo>
                    <a:pt x="11" y="524"/>
                    <a:pt x="12" y="524"/>
                    <a:pt x="12" y="524"/>
                  </a:cubicBezTo>
                  <a:cubicBezTo>
                    <a:pt x="12" y="524"/>
                    <a:pt x="12" y="524"/>
                    <a:pt x="12" y="524"/>
                  </a:cubicBezTo>
                  <a:cubicBezTo>
                    <a:pt x="16" y="524"/>
                    <a:pt x="18" y="520"/>
                    <a:pt x="18" y="516"/>
                  </a:cubicBezTo>
                  <a:cubicBezTo>
                    <a:pt x="18" y="516"/>
                    <a:pt x="18" y="516"/>
                    <a:pt x="18" y="516"/>
                  </a:cubicBezTo>
                  <a:cubicBezTo>
                    <a:pt x="17" y="512"/>
                    <a:pt x="14" y="510"/>
                    <a:pt x="10" y="510"/>
                  </a:cubicBezTo>
                  <a:cubicBezTo>
                    <a:pt x="10" y="510"/>
                    <a:pt x="10" y="510"/>
                    <a:pt x="10" y="510"/>
                  </a:cubicBezTo>
                  <a:cubicBezTo>
                    <a:pt x="6" y="511"/>
                    <a:pt x="3" y="514"/>
                    <a:pt x="4" y="518"/>
                  </a:cubicBezTo>
                  <a:cubicBezTo>
                    <a:pt x="4" y="522"/>
                    <a:pt x="7" y="524"/>
                    <a:pt x="11" y="524"/>
                  </a:cubicBezTo>
                  <a:close/>
                  <a:moveTo>
                    <a:pt x="8" y="492"/>
                  </a:moveTo>
                  <a:cubicBezTo>
                    <a:pt x="8" y="492"/>
                    <a:pt x="8" y="492"/>
                    <a:pt x="8" y="492"/>
                  </a:cubicBezTo>
                  <a:cubicBezTo>
                    <a:pt x="8" y="492"/>
                    <a:pt x="8" y="492"/>
                    <a:pt x="8" y="492"/>
                  </a:cubicBezTo>
                  <a:cubicBezTo>
                    <a:pt x="8" y="492"/>
                    <a:pt x="8" y="492"/>
                    <a:pt x="8" y="492"/>
                  </a:cubicBezTo>
                  <a:cubicBezTo>
                    <a:pt x="12" y="492"/>
                    <a:pt x="15" y="488"/>
                    <a:pt x="15" y="484"/>
                  </a:cubicBezTo>
                  <a:cubicBezTo>
                    <a:pt x="15" y="484"/>
                    <a:pt x="15" y="484"/>
                    <a:pt x="15" y="484"/>
                  </a:cubicBezTo>
                  <a:cubicBezTo>
                    <a:pt x="14" y="481"/>
                    <a:pt x="11" y="478"/>
                    <a:pt x="7" y="478"/>
                  </a:cubicBezTo>
                  <a:cubicBezTo>
                    <a:pt x="7" y="478"/>
                    <a:pt x="7" y="478"/>
                    <a:pt x="7" y="478"/>
                  </a:cubicBezTo>
                  <a:cubicBezTo>
                    <a:pt x="3" y="478"/>
                    <a:pt x="0" y="482"/>
                    <a:pt x="1" y="485"/>
                  </a:cubicBezTo>
                  <a:cubicBezTo>
                    <a:pt x="1" y="489"/>
                    <a:pt x="4" y="492"/>
                    <a:pt x="8" y="492"/>
                  </a:cubicBezTo>
                  <a:close/>
                  <a:moveTo>
                    <a:pt x="7" y="459"/>
                  </a:moveTo>
                  <a:cubicBezTo>
                    <a:pt x="7" y="459"/>
                    <a:pt x="7" y="459"/>
                    <a:pt x="7" y="459"/>
                  </a:cubicBezTo>
                  <a:cubicBezTo>
                    <a:pt x="10" y="459"/>
                    <a:pt x="14" y="456"/>
                    <a:pt x="14" y="452"/>
                  </a:cubicBezTo>
                  <a:cubicBezTo>
                    <a:pt x="14" y="452"/>
                    <a:pt x="14" y="452"/>
                    <a:pt x="14" y="452"/>
                  </a:cubicBezTo>
                  <a:cubicBezTo>
                    <a:pt x="14" y="449"/>
                    <a:pt x="11" y="445"/>
                    <a:pt x="7" y="445"/>
                  </a:cubicBezTo>
                  <a:cubicBezTo>
                    <a:pt x="7" y="445"/>
                    <a:pt x="7" y="445"/>
                    <a:pt x="7" y="445"/>
                  </a:cubicBezTo>
                  <a:cubicBezTo>
                    <a:pt x="3" y="445"/>
                    <a:pt x="0" y="448"/>
                    <a:pt x="0" y="452"/>
                  </a:cubicBezTo>
                  <a:cubicBezTo>
                    <a:pt x="0" y="452"/>
                    <a:pt x="0" y="452"/>
                    <a:pt x="0" y="452"/>
                  </a:cubicBezTo>
                  <a:cubicBezTo>
                    <a:pt x="0" y="456"/>
                    <a:pt x="3" y="459"/>
                    <a:pt x="7" y="459"/>
                  </a:cubicBezTo>
                  <a:close/>
                  <a:moveTo>
                    <a:pt x="8" y="427"/>
                  </a:moveTo>
                  <a:cubicBezTo>
                    <a:pt x="8" y="427"/>
                    <a:pt x="8" y="427"/>
                    <a:pt x="8" y="427"/>
                  </a:cubicBezTo>
                  <a:cubicBezTo>
                    <a:pt x="12" y="427"/>
                    <a:pt x="15" y="424"/>
                    <a:pt x="15" y="420"/>
                  </a:cubicBezTo>
                  <a:cubicBezTo>
                    <a:pt x="15" y="420"/>
                    <a:pt x="15" y="420"/>
                    <a:pt x="15" y="420"/>
                  </a:cubicBezTo>
                  <a:cubicBezTo>
                    <a:pt x="15" y="417"/>
                    <a:pt x="12" y="413"/>
                    <a:pt x="8" y="413"/>
                  </a:cubicBezTo>
                  <a:cubicBezTo>
                    <a:pt x="8" y="413"/>
                    <a:pt x="8" y="413"/>
                    <a:pt x="8" y="413"/>
                  </a:cubicBezTo>
                  <a:cubicBezTo>
                    <a:pt x="5" y="413"/>
                    <a:pt x="1" y="415"/>
                    <a:pt x="1" y="419"/>
                  </a:cubicBezTo>
                  <a:cubicBezTo>
                    <a:pt x="1" y="419"/>
                    <a:pt x="1" y="419"/>
                    <a:pt x="1" y="419"/>
                  </a:cubicBezTo>
                  <a:cubicBezTo>
                    <a:pt x="1" y="419"/>
                    <a:pt x="1" y="419"/>
                    <a:pt x="1" y="419"/>
                  </a:cubicBezTo>
                  <a:cubicBezTo>
                    <a:pt x="1" y="419"/>
                    <a:pt x="1" y="419"/>
                    <a:pt x="1" y="419"/>
                  </a:cubicBezTo>
                  <a:cubicBezTo>
                    <a:pt x="1" y="423"/>
                    <a:pt x="4" y="427"/>
                    <a:pt x="7" y="427"/>
                  </a:cubicBezTo>
                  <a:cubicBezTo>
                    <a:pt x="8" y="427"/>
                    <a:pt x="8" y="427"/>
                    <a:pt x="8" y="427"/>
                  </a:cubicBezTo>
                  <a:close/>
                  <a:moveTo>
                    <a:pt x="12" y="395"/>
                  </a:moveTo>
                  <a:cubicBezTo>
                    <a:pt x="12" y="395"/>
                    <a:pt x="12" y="395"/>
                    <a:pt x="12" y="395"/>
                  </a:cubicBezTo>
                  <a:cubicBezTo>
                    <a:pt x="15" y="395"/>
                    <a:pt x="18" y="392"/>
                    <a:pt x="19" y="389"/>
                  </a:cubicBezTo>
                  <a:cubicBezTo>
                    <a:pt x="19" y="389"/>
                    <a:pt x="19" y="389"/>
                    <a:pt x="19" y="389"/>
                  </a:cubicBezTo>
                  <a:cubicBezTo>
                    <a:pt x="19" y="385"/>
                    <a:pt x="17" y="381"/>
                    <a:pt x="13" y="381"/>
                  </a:cubicBezTo>
                  <a:cubicBezTo>
                    <a:pt x="13" y="381"/>
                    <a:pt x="13" y="381"/>
                    <a:pt x="13" y="381"/>
                  </a:cubicBezTo>
                  <a:cubicBezTo>
                    <a:pt x="9" y="380"/>
                    <a:pt x="5" y="383"/>
                    <a:pt x="5" y="387"/>
                  </a:cubicBezTo>
                  <a:cubicBezTo>
                    <a:pt x="5" y="387"/>
                    <a:pt x="5" y="387"/>
                    <a:pt x="5" y="387"/>
                  </a:cubicBezTo>
                  <a:cubicBezTo>
                    <a:pt x="4" y="390"/>
                    <a:pt x="7" y="394"/>
                    <a:pt x="11" y="395"/>
                  </a:cubicBezTo>
                  <a:cubicBezTo>
                    <a:pt x="11" y="395"/>
                    <a:pt x="11" y="395"/>
                    <a:pt x="12" y="395"/>
                  </a:cubicBezTo>
                  <a:close/>
                  <a:moveTo>
                    <a:pt x="18" y="363"/>
                  </a:moveTo>
                  <a:cubicBezTo>
                    <a:pt x="18" y="363"/>
                    <a:pt x="18" y="363"/>
                    <a:pt x="18" y="363"/>
                  </a:cubicBezTo>
                  <a:cubicBezTo>
                    <a:pt x="21" y="363"/>
                    <a:pt x="24" y="360"/>
                    <a:pt x="24" y="357"/>
                  </a:cubicBezTo>
                  <a:cubicBezTo>
                    <a:pt x="24" y="357"/>
                    <a:pt x="24" y="357"/>
                    <a:pt x="24" y="357"/>
                  </a:cubicBezTo>
                  <a:cubicBezTo>
                    <a:pt x="25" y="353"/>
                    <a:pt x="23" y="350"/>
                    <a:pt x="19" y="349"/>
                  </a:cubicBezTo>
                  <a:cubicBezTo>
                    <a:pt x="19" y="349"/>
                    <a:pt x="19" y="349"/>
                    <a:pt x="19" y="349"/>
                  </a:cubicBezTo>
                  <a:cubicBezTo>
                    <a:pt x="15" y="348"/>
                    <a:pt x="12" y="350"/>
                    <a:pt x="11" y="354"/>
                  </a:cubicBezTo>
                  <a:cubicBezTo>
                    <a:pt x="11" y="354"/>
                    <a:pt x="11" y="354"/>
                    <a:pt x="11" y="354"/>
                  </a:cubicBezTo>
                  <a:cubicBezTo>
                    <a:pt x="10" y="358"/>
                    <a:pt x="12" y="362"/>
                    <a:pt x="16" y="362"/>
                  </a:cubicBezTo>
                  <a:cubicBezTo>
                    <a:pt x="17" y="363"/>
                    <a:pt x="17" y="363"/>
                    <a:pt x="18" y="363"/>
                  </a:cubicBezTo>
                  <a:close/>
                  <a:moveTo>
                    <a:pt x="26" y="331"/>
                  </a:moveTo>
                  <a:cubicBezTo>
                    <a:pt x="26" y="331"/>
                    <a:pt x="26" y="331"/>
                    <a:pt x="26" y="331"/>
                  </a:cubicBezTo>
                  <a:cubicBezTo>
                    <a:pt x="29" y="331"/>
                    <a:pt x="32" y="329"/>
                    <a:pt x="33" y="326"/>
                  </a:cubicBezTo>
                  <a:cubicBezTo>
                    <a:pt x="33" y="326"/>
                    <a:pt x="33" y="326"/>
                    <a:pt x="33" y="326"/>
                  </a:cubicBezTo>
                  <a:cubicBezTo>
                    <a:pt x="34" y="322"/>
                    <a:pt x="32" y="319"/>
                    <a:pt x="28" y="317"/>
                  </a:cubicBezTo>
                  <a:cubicBezTo>
                    <a:pt x="28" y="317"/>
                    <a:pt x="28" y="317"/>
                    <a:pt x="28" y="317"/>
                  </a:cubicBezTo>
                  <a:cubicBezTo>
                    <a:pt x="24" y="316"/>
                    <a:pt x="20" y="318"/>
                    <a:pt x="19" y="322"/>
                  </a:cubicBezTo>
                  <a:cubicBezTo>
                    <a:pt x="19" y="322"/>
                    <a:pt x="19" y="322"/>
                    <a:pt x="19" y="322"/>
                  </a:cubicBezTo>
                  <a:cubicBezTo>
                    <a:pt x="19" y="322"/>
                    <a:pt x="19" y="322"/>
                    <a:pt x="19" y="322"/>
                  </a:cubicBezTo>
                  <a:cubicBezTo>
                    <a:pt x="19" y="322"/>
                    <a:pt x="19" y="322"/>
                    <a:pt x="19" y="322"/>
                  </a:cubicBezTo>
                  <a:cubicBezTo>
                    <a:pt x="18" y="326"/>
                    <a:pt x="20" y="330"/>
                    <a:pt x="24" y="331"/>
                  </a:cubicBezTo>
                  <a:cubicBezTo>
                    <a:pt x="25" y="331"/>
                    <a:pt x="25" y="331"/>
                    <a:pt x="26" y="331"/>
                  </a:cubicBezTo>
                  <a:close/>
                  <a:moveTo>
                    <a:pt x="37" y="300"/>
                  </a:moveTo>
                  <a:cubicBezTo>
                    <a:pt x="37" y="300"/>
                    <a:pt x="37" y="300"/>
                    <a:pt x="37" y="300"/>
                  </a:cubicBezTo>
                  <a:cubicBezTo>
                    <a:pt x="39" y="300"/>
                    <a:pt x="42" y="299"/>
                    <a:pt x="43" y="296"/>
                  </a:cubicBezTo>
                  <a:cubicBezTo>
                    <a:pt x="43" y="296"/>
                    <a:pt x="43" y="296"/>
                    <a:pt x="43" y="296"/>
                  </a:cubicBezTo>
                  <a:cubicBezTo>
                    <a:pt x="45" y="292"/>
                    <a:pt x="43" y="288"/>
                    <a:pt x="39" y="287"/>
                  </a:cubicBezTo>
                  <a:cubicBezTo>
                    <a:pt x="39" y="287"/>
                    <a:pt x="39" y="287"/>
                    <a:pt x="39" y="287"/>
                  </a:cubicBezTo>
                  <a:cubicBezTo>
                    <a:pt x="36" y="285"/>
                    <a:pt x="31" y="287"/>
                    <a:pt x="30" y="291"/>
                  </a:cubicBezTo>
                  <a:cubicBezTo>
                    <a:pt x="30" y="291"/>
                    <a:pt x="30" y="291"/>
                    <a:pt x="30" y="291"/>
                  </a:cubicBezTo>
                  <a:cubicBezTo>
                    <a:pt x="29" y="294"/>
                    <a:pt x="30" y="298"/>
                    <a:pt x="34" y="300"/>
                  </a:cubicBezTo>
                  <a:cubicBezTo>
                    <a:pt x="35" y="300"/>
                    <a:pt x="36" y="300"/>
                    <a:pt x="37" y="300"/>
                  </a:cubicBezTo>
                  <a:close/>
                  <a:moveTo>
                    <a:pt x="49" y="270"/>
                  </a:moveTo>
                  <a:cubicBezTo>
                    <a:pt x="49" y="270"/>
                    <a:pt x="49" y="270"/>
                    <a:pt x="49" y="270"/>
                  </a:cubicBezTo>
                  <a:cubicBezTo>
                    <a:pt x="52" y="270"/>
                    <a:pt x="55" y="269"/>
                    <a:pt x="56" y="266"/>
                  </a:cubicBezTo>
                  <a:cubicBezTo>
                    <a:pt x="56" y="266"/>
                    <a:pt x="56" y="266"/>
                    <a:pt x="56" y="266"/>
                  </a:cubicBezTo>
                  <a:cubicBezTo>
                    <a:pt x="57" y="263"/>
                    <a:pt x="56" y="259"/>
                    <a:pt x="52" y="257"/>
                  </a:cubicBezTo>
                  <a:cubicBezTo>
                    <a:pt x="52" y="257"/>
                    <a:pt x="52" y="257"/>
                    <a:pt x="52" y="257"/>
                  </a:cubicBezTo>
                  <a:cubicBezTo>
                    <a:pt x="49" y="255"/>
                    <a:pt x="45" y="257"/>
                    <a:pt x="43" y="260"/>
                  </a:cubicBezTo>
                  <a:cubicBezTo>
                    <a:pt x="43" y="260"/>
                    <a:pt x="43" y="260"/>
                    <a:pt x="43" y="260"/>
                  </a:cubicBezTo>
                  <a:cubicBezTo>
                    <a:pt x="43" y="260"/>
                    <a:pt x="43" y="260"/>
                    <a:pt x="43" y="260"/>
                  </a:cubicBezTo>
                  <a:cubicBezTo>
                    <a:pt x="43" y="260"/>
                    <a:pt x="43" y="260"/>
                    <a:pt x="43" y="260"/>
                  </a:cubicBezTo>
                  <a:cubicBezTo>
                    <a:pt x="41" y="264"/>
                    <a:pt x="43" y="268"/>
                    <a:pt x="46" y="270"/>
                  </a:cubicBezTo>
                  <a:cubicBezTo>
                    <a:pt x="47" y="270"/>
                    <a:pt x="48" y="270"/>
                    <a:pt x="49" y="270"/>
                  </a:cubicBezTo>
                  <a:close/>
                  <a:moveTo>
                    <a:pt x="64" y="242"/>
                  </a:moveTo>
                  <a:cubicBezTo>
                    <a:pt x="64" y="242"/>
                    <a:pt x="64" y="242"/>
                    <a:pt x="64" y="242"/>
                  </a:cubicBezTo>
                  <a:cubicBezTo>
                    <a:pt x="67" y="242"/>
                    <a:pt x="69" y="240"/>
                    <a:pt x="71" y="238"/>
                  </a:cubicBezTo>
                  <a:cubicBezTo>
                    <a:pt x="71" y="238"/>
                    <a:pt x="71" y="238"/>
                    <a:pt x="71" y="238"/>
                  </a:cubicBezTo>
                  <a:cubicBezTo>
                    <a:pt x="73" y="235"/>
                    <a:pt x="71" y="230"/>
                    <a:pt x="68" y="228"/>
                  </a:cubicBezTo>
                  <a:cubicBezTo>
                    <a:pt x="68" y="228"/>
                    <a:pt x="68" y="228"/>
                    <a:pt x="68" y="228"/>
                  </a:cubicBezTo>
                  <a:cubicBezTo>
                    <a:pt x="65" y="226"/>
                    <a:pt x="60" y="228"/>
                    <a:pt x="58" y="231"/>
                  </a:cubicBezTo>
                  <a:cubicBezTo>
                    <a:pt x="58" y="231"/>
                    <a:pt x="58" y="231"/>
                    <a:pt x="58" y="231"/>
                  </a:cubicBezTo>
                  <a:cubicBezTo>
                    <a:pt x="58" y="231"/>
                    <a:pt x="58" y="231"/>
                    <a:pt x="58" y="231"/>
                  </a:cubicBezTo>
                  <a:cubicBezTo>
                    <a:pt x="58" y="231"/>
                    <a:pt x="58" y="231"/>
                    <a:pt x="58" y="231"/>
                  </a:cubicBezTo>
                  <a:cubicBezTo>
                    <a:pt x="56" y="234"/>
                    <a:pt x="58" y="239"/>
                    <a:pt x="61" y="241"/>
                  </a:cubicBezTo>
                  <a:cubicBezTo>
                    <a:pt x="62" y="241"/>
                    <a:pt x="63" y="242"/>
                    <a:pt x="64" y="242"/>
                  </a:cubicBezTo>
                  <a:close/>
                  <a:moveTo>
                    <a:pt x="82" y="214"/>
                  </a:moveTo>
                  <a:cubicBezTo>
                    <a:pt x="82" y="214"/>
                    <a:pt x="82" y="214"/>
                    <a:pt x="82" y="214"/>
                  </a:cubicBezTo>
                  <a:cubicBezTo>
                    <a:pt x="84" y="214"/>
                    <a:pt x="86" y="213"/>
                    <a:pt x="87" y="211"/>
                  </a:cubicBezTo>
                  <a:cubicBezTo>
                    <a:pt x="87" y="211"/>
                    <a:pt x="87" y="211"/>
                    <a:pt x="87" y="211"/>
                  </a:cubicBezTo>
                  <a:cubicBezTo>
                    <a:pt x="90" y="207"/>
                    <a:pt x="89" y="203"/>
                    <a:pt x="85" y="201"/>
                  </a:cubicBezTo>
                  <a:cubicBezTo>
                    <a:pt x="85" y="201"/>
                    <a:pt x="85" y="201"/>
                    <a:pt x="85" y="201"/>
                  </a:cubicBezTo>
                  <a:cubicBezTo>
                    <a:pt x="82" y="199"/>
                    <a:pt x="78" y="200"/>
                    <a:pt x="76" y="203"/>
                  </a:cubicBezTo>
                  <a:cubicBezTo>
                    <a:pt x="76" y="203"/>
                    <a:pt x="76" y="203"/>
                    <a:pt x="76" y="203"/>
                  </a:cubicBezTo>
                  <a:cubicBezTo>
                    <a:pt x="76" y="203"/>
                    <a:pt x="76" y="203"/>
                    <a:pt x="76" y="203"/>
                  </a:cubicBezTo>
                  <a:cubicBezTo>
                    <a:pt x="76" y="203"/>
                    <a:pt x="76" y="203"/>
                    <a:pt x="76" y="203"/>
                  </a:cubicBezTo>
                  <a:cubicBezTo>
                    <a:pt x="74" y="206"/>
                    <a:pt x="74" y="210"/>
                    <a:pt x="78" y="213"/>
                  </a:cubicBezTo>
                  <a:cubicBezTo>
                    <a:pt x="79" y="213"/>
                    <a:pt x="80" y="214"/>
                    <a:pt x="82" y="214"/>
                  </a:cubicBezTo>
                  <a:close/>
                  <a:moveTo>
                    <a:pt x="101" y="187"/>
                  </a:moveTo>
                  <a:cubicBezTo>
                    <a:pt x="101" y="187"/>
                    <a:pt x="101" y="187"/>
                    <a:pt x="101" y="187"/>
                  </a:cubicBezTo>
                  <a:cubicBezTo>
                    <a:pt x="103" y="187"/>
                    <a:pt x="105" y="186"/>
                    <a:pt x="106" y="185"/>
                  </a:cubicBezTo>
                  <a:cubicBezTo>
                    <a:pt x="106" y="185"/>
                    <a:pt x="106" y="185"/>
                    <a:pt x="106" y="185"/>
                  </a:cubicBezTo>
                  <a:cubicBezTo>
                    <a:pt x="109" y="182"/>
                    <a:pt x="108" y="177"/>
                    <a:pt x="105" y="175"/>
                  </a:cubicBezTo>
                  <a:cubicBezTo>
                    <a:pt x="105" y="175"/>
                    <a:pt x="105" y="175"/>
                    <a:pt x="105" y="175"/>
                  </a:cubicBezTo>
                  <a:cubicBezTo>
                    <a:pt x="102" y="172"/>
                    <a:pt x="97" y="173"/>
                    <a:pt x="95" y="176"/>
                  </a:cubicBezTo>
                  <a:cubicBezTo>
                    <a:pt x="95" y="176"/>
                    <a:pt x="95" y="176"/>
                    <a:pt x="95" y="176"/>
                  </a:cubicBezTo>
                  <a:cubicBezTo>
                    <a:pt x="93" y="179"/>
                    <a:pt x="93" y="183"/>
                    <a:pt x="96" y="186"/>
                  </a:cubicBezTo>
                  <a:cubicBezTo>
                    <a:pt x="98" y="187"/>
                    <a:pt x="99" y="187"/>
                    <a:pt x="101" y="187"/>
                  </a:cubicBezTo>
                  <a:close/>
                  <a:moveTo>
                    <a:pt x="121" y="162"/>
                  </a:moveTo>
                  <a:cubicBezTo>
                    <a:pt x="121" y="162"/>
                    <a:pt x="121" y="162"/>
                    <a:pt x="121" y="162"/>
                  </a:cubicBezTo>
                  <a:cubicBezTo>
                    <a:pt x="123" y="162"/>
                    <a:pt x="125" y="162"/>
                    <a:pt x="127" y="160"/>
                  </a:cubicBezTo>
                  <a:cubicBezTo>
                    <a:pt x="127" y="160"/>
                    <a:pt x="127" y="160"/>
                    <a:pt x="127" y="160"/>
                  </a:cubicBezTo>
                  <a:cubicBezTo>
                    <a:pt x="129" y="157"/>
                    <a:pt x="129" y="153"/>
                    <a:pt x="126" y="150"/>
                  </a:cubicBezTo>
                  <a:cubicBezTo>
                    <a:pt x="126" y="150"/>
                    <a:pt x="126" y="150"/>
                    <a:pt x="126" y="150"/>
                  </a:cubicBezTo>
                  <a:cubicBezTo>
                    <a:pt x="123" y="147"/>
                    <a:pt x="119" y="148"/>
                    <a:pt x="116" y="151"/>
                  </a:cubicBezTo>
                  <a:cubicBezTo>
                    <a:pt x="116" y="151"/>
                    <a:pt x="116" y="151"/>
                    <a:pt x="116" y="151"/>
                  </a:cubicBezTo>
                  <a:cubicBezTo>
                    <a:pt x="114" y="154"/>
                    <a:pt x="114" y="158"/>
                    <a:pt x="117" y="161"/>
                  </a:cubicBezTo>
                  <a:cubicBezTo>
                    <a:pt x="118" y="162"/>
                    <a:pt x="120" y="162"/>
                    <a:pt x="121" y="162"/>
                  </a:cubicBezTo>
                  <a:close/>
                  <a:moveTo>
                    <a:pt x="144" y="139"/>
                  </a:moveTo>
                  <a:cubicBezTo>
                    <a:pt x="144" y="139"/>
                    <a:pt x="144" y="139"/>
                    <a:pt x="144" y="139"/>
                  </a:cubicBezTo>
                  <a:cubicBezTo>
                    <a:pt x="146" y="139"/>
                    <a:pt x="148" y="138"/>
                    <a:pt x="149" y="137"/>
                  </a:cubicBezTo>
                  <a:cubicBezTo>
                    <a:pt x="149" y="137"/>
                    <a:pt x="149" y="137"/>
                    <a:pt x="149" y="137"/>
                  </a:cubicBezTo>
                  <a:cubicBezTo>
                    <a:pt x="152" y="134"/>
                    <a:pt x="152" y="130"/>
                    <a:pt x="149" y="127"/>
                  </a:cubicBezTo>
                  <a:cubicBezTo>
                    <a:pt x="149" y="127"/>
                    <a:pt x="149" y="127"/>
                    <a:pt x="149" y="127"/>
                  </a:cubicBezTo>
                  <a:cubicBezTo>
                    <a:pt x="146" y="124"/>
                    <a:pt x="142" y="124"/>
                    <a:pt x="139" y="127"/>
                  </a:cubicBezTo>
                  <a:cubicBezTo>
                    <a:pt x="139" y="127"/>
                    <a:pt x="139" y="127"/>
                    <a:pt x="139" y="127"/>
                  </a:cubicBezTo>
                  <a:cubicBezTo>
                    <a:pt x="136" y="130"/>
                    <a:pt x="136" y="134"/>
                    <a:pt x="139" y="137"/>
                  </a:cubicBezTo>
                  <a:cubicBezTo>
                    <a:pt x="140" y="138"/>
                    <a:pt x="142" y="139"/>
                    <a:pt x="144" y="139"/>
                  </a:cubicBezTo>
                  <a:close/>
                  <a:moveTo>
                    <a:pt x="168" y="117"/>
                  </a:moveTo>
                  <a:cubicBezTo>
                    <a:pt x="168" y="117"/>
                    <a:pt x="168" y="117"/>
                    <a:pt x="168" y="117"/>
                  </a:cubicBezTo>
                  <a:cubicBezTo>
                    <a:pt x="170" y="117"/>
                    <a:pt x="172" y="117"/>
                    <a:pt x="173" y="116"/>
                  </a:cubicBezTo>
                  <a:cubicBezTo>
                    <a:pt x="173" y="116"/>
                    <a:pt x="173" y="116"/>
                    <a:pt x="173" y="116"/>
                  </a:cubicBezTo>
                  <a:cubicBezTo>
                    <a:pt x="176" y="113"/>
                    <a:pt x="176" y="109"/>
                    <a:pt x="174" y="106"/>
                  </a:cubicBezTo>
                  <a:cubicBezTo>
                    <a:pt x="174" y="106"/>
                    <a:pt x="174" y="106"/>
                    <a:pt x="174" y="106"/>
                  </a:cubicBezTo>
                  <a:cubicBezTo>
                    <a:pt x="171" y="103"/>
                    <a:pt x="167" y="102"/>
                    <a:pt x="164" y="105"/>
                  </a:cubicBezTo>
                  <a:cubicBezTo>
                    <a:pt x="164" y="105"/>
                    <a:pt x="164" y="105"/>
                    <a:pt x="164" y="105"/>
                  </a:cubicBezTo>
                  <a:cubicBezTo>
                    <a:pt x="161" y="107"/>
                    <a:pt x="160" y="112"/>
                    <a:pt x="163" y="115"/>
                  </a:cubicBezTo>
                  <a:cubicBezTo>
                    <a:pt x="164" y="116"/>
                    <a:pt x="166" y="117"/>
                    <a:pt x="168" y="117"/>
                  </a:cubicBezTo>
                  <a:close/>
                  <a:moveTo>
                    <a:pt x="194" y="97"/>
                  </a:moveTo>
                  <a:cubicBezTo>
                    <a:pt x="194" y="97"/>
                    <a:pt x="194" y="97"/>
                    <a:pt x="194" y="97"/>
                  </a:cubicBezTo>
                  <a:cubicBezTo>
                    <a:pt x="196" y="97"/>
                    <a:pt x="197" y="97"/>
                    <a:pt x="198" y="96"/>
                  </a:cubicBezTo>
                  <a:cubicBezTo>
                    <a:pt x="198" y="96"/>
                    <a:pt x="198" y="96"/>
                    <a:pt x="198" y="96"/>
                  </a:cubicBezTo>
                  <a:cubicBezTo>
                    <a:pt x="201" y="94"/>
                    <a:pt x="202" y="89"/>
                    <a:pt x="200" y="86"/>
                  </a:cubicBezTo>
                  <a:cubicBezTo>
                    <a:pt x="200" y="86"/>
                    <a:pt x="200" y="86"/>
                    <a:pt x="200" y="86"/>
                  </a:cubicBezTo>
                  <a:cubicBezTo>
                    <a:pt x="198" y="83"/>
                    <a:pt x="193" y="82"/>
                    <a:pt x="190" y="85"/>
                  </a:cubicBezTo>
                  <a:cubicBezTo>
                    <a:pt x="190" y="85"/>
                    <a:pt x="190" y="85"/>
                    <a:pt x="190" y="85"/>
                  </a:cubicBezTo>
                  <a:cubicBezTo>
                    <a:pt x="187" y="87"/>
                    <a:pt x="186" y="91"/>
                    <a:pt x="188" y="94"/>
                  </a:cubicBezTo>
                  <a:cubicBezTo>
                    <a:pt x="190" y="96"/>
                    <a:pt x="192" y="97"/>
                    <a:pt x="194" y="97"/>
                  </a:cubicBezTo>
                  <a:close/>
                  <a:moveTo>
                    <a:pt x="221" y="79"/>
                  </a:moveTo>
                  <a:cubicBezTo>
                    <a:pt x="221" y="79"/>
                    <a:pt x="221" y="79"/>
                    <a:pt x="221" y="79"/>
                  </a:cubicBezTo>
                  <a:cubicBezTo>
                    <a:pt x="222" y="79"/>
                    <a:pt x="224" y="79"/>
                    <a:pt x="225" y="78"/>
                  </a:cubicBezTo>
                  <a:cubicBezTo>
                    <a:pt x="225" y="78"/>
                    <a:pt x="225" y="78"/>
                    <a:pt x="225" y="78"/>
                  </a:cubicBezTo>
                  <a:cubicBezTo>
                    <a:pt x="228" y="76"/>
                    <a:pt x="229" y="72"/>
                    <a:pt x="227" y="69"/>
                  </a:cubicBezTo>
                  <a:cubicBezTo>
                    <a:pt x="227" y="69"/>
                    <a:pt x="227" y="69"/>
                    <a:pt x="227" y="69"/>
                  </a:cubicBezTo>
                  <a:cubicBezTo>
                    <a:pt x="225" y="65"/>
                    <a:pt x="221" y="64"/>
                    <a:pt x="218" y="66"/>
                  </a:cubicBezTo>
                  <a:cubicBezTo>
                    <a:pt x="218" y="66"/>
                    <a:pt x="218" y="66"/>
                    <a:pt x="218" y="66"/>
                  </a:cubicBezTo>
                  <a:cubicBezTo>
                    <a:pt x="214" y="68"/>
                    <a:pt x="213" y="73"/>
                    <a:pt x="215" y="76"/>
                  </a:cubicBezTo>
                  <a:cubicBezTo>
                    <a:pt x="217" y="78"/>
                    <a:pt x="219" y="79"/>
                    <a:pt x="221" y="79"/>
                  </a:cubicBezTo>
                  <a:close/>
                  <a:moveTo>
                    <a:pt x="250" y="63"/>
                  </a:moveTo>
                  <a:cubicBezTo>
                    <a:pt x="250" y="63"/>
                    <a:pt x="250" y="63"/>
                    <a:pt x="250" y="63"/>
                  </a:cubicBezTo>
                  <a:cubicBezTo>
                    <a:pt x="251" y="63"/>
                    <a:pt x="252" y="63"/>
                    <a:pt x="253" y="63"/>
                  </a:cubicBezTo>
                  <a:cubicBezTo>
                    <a:pt x="253" y="63"/>
                    <a:pt x="253" y="63"/>
                    <a:pt x="253" y="63"/>
                  </a:cubicBezTo>
                  <a:cubicBezTo>
                    <a:pt x="256" y="61"/>
                    <a:pt x="258" y="57"/>
                    <a:pt x="256" y="53"/>
                  </a:cubicBezTo>
                  <a:cubicBezTo>
                    <a:pt x="256" y="53"/>
                    <a:pt x="256" y="53"/>
                    <a:pt x="256" y="53"/>
                  </a:cubicBezTo>
                  <a:cubicBezTo>
                    <a:pt x="254" y="50"/>
                    <a:pt x="250" y="48"/>
                    <a:pt x="246" y="50"/>
                  </a:cubicBezTo>
                  <a:cubicBezTo>
                    <a:pt x="246" y="50"/>
                    <a:pt x="246" y="50"/>
                    <a:pt x="246" y="50"/>
                  </a:cubicBezTo>
                  <a:cubicBezTo>
                    <a:pt x="243" y="52"/>
                    <a:pt x="242" y="56"/>
                    <a:pt x="243" y="60"/>
                  </a:cubicBezTo>
                  <a:cubicBezTo>
                    <a:pt x="245" y="62"/>
                    <a:pt x="247" y="63"/>
                    <a:pt x="250" y="63"/>
                  </a:cubicBezTo>
                  <a:close/>
                  <a:moveTo>
                    <a:pt x="279" y="50"/>
                  </a:moveTo>
                  <a:cubicBezTo>
                    <a:pt x="279" y="50"/>
                    <a:pt x="279" y="50"/>
                    <a:pt x="279" y="50"/>
                  </a:cubicBezTo>
                  <a:cubicBezTo>
                    <a:pt x="280" y="50"/>
                    <a:pt x="281" y="49"/>
                    <a:pt x="282" y="49"/>
                  </a:cubicBezTo>
                  <a:cubicBezTo>
                    <a:pt x="282" y="49"/>
                    <a:pt x="282" y="49"/>
                    <a:pt x="282" y="49"/>
                  </a:cubicBezTo>
                  <a:cubicBezTo>
                    <a:pt x="285" y="48"/>
                    <a:pt x="287" y="43"/>
                    <a:pt x="285" y="40"/>
                  </a:cubicBezTo>
                  <a:cubicBezTo>
                    <a:pt x="285" y="40"/>
                    <a:pt x="285" y="40"/>
                    <a:pt x="285" y="40"/>
                  </a:cubicBezTo>
                  <a:cubicBezTo>
                    <a:pt x="284" y="36"/>
                    <a:pt x="280" y="35"/>
                    <a:pt x="276" y="36"/>
                  </a:cubicBezTo>
                  <a:cubicBezTo>
                    <a:pt x="276" y="36"/>
                    <a:pt x="276" y="36"/>
                    <a:pt x="276" y="36"/>
                  </a:cubicBezTo>
                  <a:cubicBezTo>
                    <a:pt x="276" y="36"/>
                    <a:pt x="276" y="36"/>
                    <a:pt x="276" y="36"/>
                  </a:cubicBezTo>
                  <a:cubicBezTo>
                    <a:pt x="276" y="36"/>
                    <a:pt x="276" y="36"/>
                    <a:pt x="276" y="36"/>
                  </a:cubicBezTo>
                  <a:cubicBezTo>
                    <a:pt x="273" y="38"/>
                    <a:pt x="271" y="42"/>
                    <a:pt x="273" y="45"/>
                  </a:cubicBezTo>
                  <a:cubicBezTo>
                    <a:pt x="274" y="48"/>
                    <a:pt x="276" y="50"/>
                    <a:pt x="279" y="50"/>
                  </a:cubicBezTo>
                  <a:close/>
                  <a:moveTo>
                    <a:pt x="628" y="49"/>
                  </a:moveTo>
                  <a:cubicBezTo>
                    <a:pt x="628" y="49"/>
                    <a:pt x="628" y="49"/>
                    <a:pt x="628" y="49"/>
                  </a:cubicBezTo>
                  <a:cubicBezTo>
                    <a:pt x="630" y="49"/>
                    <a:pt x="633" y="47"/>
                    <a:pt x="634" y="44"/>
                  </a:cubicBezTo>
                  <a:cubicBezTo>
                    <a:pt x="634" y="44"/>
                    <a:pt x="634" y="44"/>
                    <a:pt x="634" y="44"/>
                  </a:cubicBezTo>
                  <a:cubicBezTo>
                    <a:pt x="636" y="41"/>
                    <a:pt x="634" y="37"/>
                    <a:pt x="630" y="35"/>
                  </a:cubicBezTo>
                  <a:cubicBezTo>
                    <a:pt x="630" y="35"/>
                    <a:pt x="630" y="35"/>
                    <a:pt x="630" y="35"/>
                  </a:cubicBezTo>
                  <a:cubicBezTo>
                    <a:pt x="627" y="34"/>
                    <a:pt x="623" y="35"/>
                    <a:pt x="621" y="39"/>
                  </a:cubicBezTo>
                  <a:cubicBezTo>
                    <a:pt x="621" y="39"/>
                    <a:pt x="621" y="39"/>
                    <a:pt x="621" y="39"/>
                  </a:cubicBezTo>
                  <a:cubicBezTo>
                    <a:pt x="620" y="42"/>
                    <a:pt x="621" y="47"/>
                    <a:pt x="625" y="48"/>
                  </a:cubicBezTo>
                  <a:cubicBezTo>
                    <a:pt x="626" y="48"/>
                    <a:pt x="627" y="49"/>
                    <a:pt x="628" y="49"/>
                  </a:cubicBezTo>
                  <a:close/>
                  <a:moveTo>
                    <a:pt x="309" y="38"/>
                  </a:moveTo>
                  <a:cubicBezTo>
                    <a:pt x="309" y="38"/>
                    <a:pt x="309" y="38"/>
                    <a:pt x="309" y="38"/>
                  </a:cubicBezTo>
                  <a:cubicBezTo>
                    <a:pt x="310" y="38"/>
                    <a:pt x="311" y="38"/>
                    <a:pt x="312" y="38"/>
                  </a:cubicBezTo>
                  <a:cubicBezTo>
                    <a:pt x="312" y="38"/>
                    <a:pt x="312" y="38"/>
                    <a:pt x="312" y="38"/>
                  </a:cubicBezTo>
                  <a:cubicBezTo>
                    <a:pt x="315" y="36"/>
                    <a:pt x="317" y="32"/>
                    <a:pt x="316" y="29"/>
                  </a:cubicBezTo>
                  <a:cubicBezTo>
                    <a:pt x="316" y="29"/>
                    <a:pt x="316" y="29"/>
                    <a:pt x="316" y="29"/>
                  </a:cubicBezTo>
                  <a:cubicBezTo>
                    <a:pt x="315" y="25"/>
                    <a:pt x="311" y="23"/>
                    <a:pt x="307" y="24"/>
                  </a:cubicBezTo>
                  <a:cubicBezTo>
                    <a:pt x="307" y="24"/>
                    <a:pt x="307" y="24"/>
                    <a:pt x="307" y="24"/>
                  </a:cubicBezTo>
                  <a:cubicBezTo>
                    <a:pt x="303" y="26"/>
                    <a:pt x="301" y="30"/>
                    <a:pt x="303" y="33"/>
                  </a:cubicBezTo>
                  <a:cubicBezTo>
                    <a:pt x="304" y="36"/>
                    <a:pt x="306" y="38"/>
                    <a:pt x="309" y="38"/>
                  </a:cubicBezTo>
                  <a:close/>
                  <a:moveTo>
                    <a:pt x="597" y="37"/>
                  </a:moveTo>
                  <a:cubicBezTo>
                    <a:pt x="597" y="37"/>
                    <a:pt x="597" y="37"/>
                    <a:pt x="597" y="37"/>
                  </a:cubicBezTo>
                  <a:cubicBezTo>
                    <a:pt x="600" y="37"/>
                    <a:pt x="603" y="35"/>
                    <a:pt x="604" y="32"/>
                  </a:cubicBezTo>
                  <a:cubicBezTo>
                    <a:pt x="604" y="32"/>
                    <a:pt x="604" y="32"/>
                    <a:pt x="604" y="32"/>
                  </a:cubicBezTo>
                  <a:cubicBezTo>
                    <a:pt x="605" y="29"/>
                    <a:pt x="603" y="25"/>
                    <a:pt x="599" y="23"/>
                  </a:cubicBezTo>
                  <a:cubicBezTo>
                    <a:pt x="599" y="23"/>
                    <a:pt x="599" y="23"/>
                    <a:pt x="599" y="23"/>
                  </a:cubicBezTo>
                  <a:cubicBezTo>
                    <a:pt x="599" y="23"/>
                    <a:pt x="599" y="23"/>
                    <a:pt x="599" y="23"/>
                  </a:cubicBezTo>
                  <a:cubicBezTo>
                    <a:pt x="599" y="23"/>
                    <a:pt x="599" y="23"/>
                    <a:pt x="599" y="23"/>
                  </a:cubicBezTo>
                  <a:cubicBezTo>
                    <a:pt x="596" y="22"/>
                    <a:pt x="592" y="24"/>
                    <a:pt x="591" y="28"/>
                  </a:cubicBezTo>
                  <a:cubicBezTo>
                    <a:pt x="591" y="28"/>
                    <a:pt x="591" y="28"/>
                    <a:pt x="591" y="28"/>
                  </a:cubicBezTo>
                  <a:cubicBezTo>
                    <a:pt x="589" y="32"/>
                    <a:pt x="591" y="36"/>
                    <a:pt x="595" y="37"/>
                  </a:cubicBezTo>
                  <a:cubicBezTo>
                    <a:pt x="595" y="37"/>
                    <a:pt x="595" y="37"/>
                    <a:pt x="595" y="37"/>
                  </a:cubicBezTo>
                  <a:cubicBezTo>
                    <a:pt x="596" y="37"/>
                    <a:pt x="597" y="37"/>
                    <a:pt x="597" y="37"/>
                  </a:cubicBezTo>
                  <a:close/>
                  <a:moveTo>
                    <a:pt x="341" y="29"/>
                  </a:moveTo>
                  <a:cubicBezTo>
                    <a:pt x="341" y="29"/>
                    <a:pt x="341" y="29"/>
                    <a:pt x="341" y="29"/>
                  </a:cubicBezTo>
                  <a:cubicBezTo>
                    <a:pt x="341" y="29"/>
                    <a:pt x="342" y="29"/>
                    <a:pt x="342" y="28"/>
                  </a:cubicBezTo>
                  <a:cubicBezTo>
                    <a:pt x="342" y="28"/>
                    <a:pt x="342" y="28"/>
                    <a:pt x="342" y="28"/>
                  </a:cubicBezTo>
                  <a:cubicBezTo>
                    <a:pt x="346" y="27"/>
                    <a:pt x="348" y="24"/>
                    <a:pt x="347" y="20"/>
                  </a:cubicBezTo>
                  <a:cubicBezTo>
                    <a:pt x="347" y="20"/>
                    <a:pt x="347" y="20"/>
                    <a:pt x="347" y="20"/>
                  </a:cubicBezTo>
                  <a:cubicBezTo>
                    <a:pt x="346" y="16"/>
                    <a:pt x="342" y="14"/>
                    <a:pt x="339" y="15"/>
                  </a:cubicBezTo>
                  <a:cubicBezTo>
                    <a:pt x="339" y="15"/>
                    <a:pt x="339" y="15"/>
                    <a:pt x="339" y="15"/>
                  </a:cubicBezTo>
                  <a:cubicBezTo>
                    <a:pt x="335" y="16"/>
                    <a:pt x="333" y="20"/>
                    <a:pt x="334" y="23"/>
                  </a:cubicBezTo>
                  <a:cubicBezTo>
                    <a:pt x="335" y="26"/>
                    <a:pt x="337" y="29"/>
                    <a:pt x="341" y="29"/>
                  </a:cubicBezTo>
                  <a:close/>
                  <a:moveTo>
                    <a:pt x="566" y="28"/>
                  </a:moveTo>
                  <a:cubicBezTo>
                    <a:pt x="566" y="28"/>
                    <a:pt x="566" y="28"/>
                    <a:pt x="566" y="28"/>
                  </a:cubicBezTo>
                  <a:cubicBezTo>
                    <a:pt x="569" y="28"/>
                    <a:pt x="572" y="26"/>
                    <a:pt x="573" y="23"/>
                  </a:cubicBezTo>
                  <a:cubicBezTo>
                    <a:pt x="573" y="23"/>
                    <a:pt x="573" y="23"/>
                    <a:pt x="573" y="23"/>
                  </a:cubicBezTo>
                  <a:cubicBezTo>
                    <a:pt x="574" y="19"/>
                    <a:pt x="572" y="15"/>
                    <a:pt x="568" y="14"/>
                  </a:cubicBezTo>
                  <a:cubicBezTo>
                    <a:pt x="568" y="14"/>
                    <a:pt x="568" y="14"/>
                    <a:pt x="568" y="14"/>
                  </a:cubicBezTo>
                  <a:cubicBezTo>
                    <a:pt x="564" y="13"/>
                    <a:pt x="560" y="15"/>
                    <a:pt x="559" y="19"/>
                  </a:cubicBezTo>
                  <a:cubicBezTo>
                    <a:pt x="559" y="19"/>
                    <a:pt x="559" y="19"/>
                    <a:pt x="559" y="19"/>
                  </a:cubicBezTo>
                  <a:cubicBezTo>
                    <a:pt x="558" y="23"/>
                    <a:pt x="561" y="27"/>
                    <a:pt x="564" y="28"/>
                  </a:cubicBezTo>
                  <a:cubicBezTo>
                    <a:pt x="565" y="28"/>
                    <a:pt x="565" y="28"/>
                    <a:pt x="566" y="28"/>
                  </a:cubicBezTo>
                  <a:close/>
                  <a:moveTo>
                    <a:pt x="372" y="21"/>
                  </a:moveTo>
                  <a:cubicBezTo>
                    <a:pt x="372" y="21"/>
                    <a:pt x="372" y="21"/>
                    <a:pt x="372" y="21"/>
                  </a:cubicBezTo>
                  <a:cubicBezTo>
                    <a:pt x="373" y="21"/>
                    <a:pt x="373" y="21"/>
                    <a:pt x="374" y="21"/>
                  </a:cubicBezTo>
                  <a:cubicBezTo>
                    <a:pt x="374" y="21"/>
                    <a:pt x="374" y="21"/>
                    <a:pt x="374" y="21"/>
                  </a:cubicBezTo>
                  <a:cubicBezTo>
                    <a:pt x="377" y="21"/>
                    <a:pt x="380" y="17"/>
                    <a:pt x="379" y="13"/>
                  </a:cubicBezTo>
                  <a:cubicBezTo>
                    <a:pt x="379" y="13"/>
                    <a:pt x="379" y="13"/>
                    <a:pt x="379" y="13"/>
                  </a:cubicBezTo>
                  <a:cubicBezTo>
                    <a:pt x="378" y="9"/>
                    <a:pt x="375" y="7"/>
                    <a:pt x="371" y="8"/>
                  </a:cubicBezTo>
                  <a:cubicBezTo>
                    <a:pt x="371" y="8"/>
                    <a:pt x="371" y="8"/>
                    <a:pt x="371" y="8"/>
                  </a:cubicBezTo>
                  <a:cubicBezTo>
                    <a:pt x="371" y="8"/>
                    <a:pt x="371" y="8"/>
                    <a:pt x="371" y="8"/>
                  </a:cubicBezTo>
                  <a:cubicBezTo>
                    <a:pt x="371" y="8"/>
                    <a:pt x="371" y="8"/>
                    <a:pt x="371" y="8"/>
                  </a:cubicBezTo>
                  <a:cubicBezTo>
                    <a:pt x="367" y="8"/>
                    <a:pt x="365" y="12"/>
                    <a:pt x="365" y="16"/>
                  </a:cubicBezTo>
                  <a:cubicBezTo>
                    <a:pt x="366" y="19"/>
                    <a:pt x="369" y="21"/>
                    <a:pt x="372" y="21"/>
                  </a:cubicBezTo>
                  <a:close/>
                  <a:moveTo>
                    <a:pt x="534" y="21"/>
                  </a:moveTo>
                  <a:cubicBezTo>
                    <a:pt x="534" y="21"/>
                    <a:pt x="534" y="21"/>
                    <a:pt x="534" y="21"/>
                  </a:cubicBezTo>
                  <a:cubicBezTo>
                    <a:pt x="538" y="21"/>
                    <a:pt x="541" y="19"/>
                    <a:pt x="541" y="15"/>
                  </a:cubicBezTo>
                  <a:cubicBezTo>
                    <a:pt x="541" y="15"/>
                    <a:pt x="541" y="15"/>
                    <a:pt x="541" y="15"/>
                  </a:cubicBezTo>
                  <a:cubicBezTo>
                    <a:pt x="542" y="11"/>
                    <a:pt x="539" y="8"/>
                    <a:pt x="535" y="7"/>
                  </a:cubicBezTo>
                  <a:cubicBezTo>
                    <a:pt x="535" y="7"/>
                    <a:pt x="535" y="7"/>
                    <a:pt x="535" y="7"/>
                  </a:cubicBezTo>
                  <a:cubicBezTo>
                    <a:pt x="535" y="7"/>
                    <a:pt x="535" y="7"/>
                    <a:pt x="535" y="7"/>
                  </a:cubicBezTo>
                  <a:cubicBezTo>
                    <a:pt x="535" y="7"/>
                    <a:pt x="535" y="7"/>
                    <a:pt x="535" y="7"/>
                  </a:cubicBezTo>
                  <a:cubicBezTo>
                    <a:pt x="532" y="6"/>
                    <a:pt x="528" y="9"/>
                    <a:pt x="527" y="13"/>
                  </a:cubicBezTo>
                  <a:cubicBezTo>
                    <a:pt x="527" y="13"/>
                    <a:pt x="527" y="13"/>
                    <a:pt x="527" y="13"/>
                  </a:cubicBezTo>
                  <a:cubicBezTo>
                    <a:pt x="527" y="17"/>
                    <a:pt x="529" y="20"/>
                    <a:pt x="533" y="21"/>
                  </a:cubicBezTo>
                  <a:cubicBezTo>
                    <a:pt x="533" y="21"/>
                    <a:pt x="533" y="21"/>
                    <a:pt x="533" y="21"/>
                  </a:cubicBezTo>
                  <a:cubicBezTo>
                    <a:pt x="533" y="21"/>
                    <a:pt x="534" y="21"/>
                    <a:pt x="534" y="21"/>
                  </a:cubicBezTo>
                  <a:close/>
                  <a:moveTo>
                    <a:pt x="404" y="17"/>
                  </a:moveTo>
                  <a:cubicBezTo>
                    <a:pt x="404" y="17"/>
                    <a:pt x="404" y="17"/>
                    <a:pt x="404" y="17"/>
                  </a:cubicBezTo>
                  <a:cubicBezTo>
                    <a:pt x="405" y="17"/>
                    <a:pt x="405" y="17"/>
                    <a:pt x="405" y="17"/>
                  </a:cubicBezTo>
                  <a:cubicBezTo>
                    <a:pt x="405" y="17"/>
                    <a:pt x="405" y="17"/>
                    <a:pt x="405" y="17"/>
                  </a:cubicBezTo>
                  <a:cubicBezTo>
                    <a:pt x="409" y="16"/>
                    <a:pt x="412" y="13"/>
                    <a:pt x="411" y="9"/>
                  </a:cubicBezTo>
                  <a:cubicBezTo>
                    <a:pt x="411" y="9"/>
                    <a:pt x="411" y="9"/>
                    <a:pt x="411" y="9"/>
                  </a:cubicBezTo>
                  <a:cubicBezTo>
                    <a:pt x="411" y="5"/>
                    <a:pt x="408" y="2"/>
                    <a:pt x="404" y="3"/>
                  </a:cubicBezTo>
                  <a:cubicBezTo>
                    <a:pt x="404" y="3"/>
                    <a:pt x="404" y="3"/>
                    <a:pt x="404" y="3"/>
                  </a:cubicBezTo>
                  <a:cubicBezTo>
                    <a:pt x="400" y="3"/>
                    <a:pt x="397" y="7"/>
                    <a:pt x="397" y="10"/>
                  </a:cubicBezTo>
                  <a:cubicBezTo>
                    <a:pt x="398" y="14"/>
                    <a:pt x="401" y="17"/>
                    <a:pt x="404" y="17"/>
                  </a:cubicBezTo>
                  <a:close/>
                  <a:moveTo>
                    <a:pt x="502" y="16"/>
                  </a:moveTo>
                  <a:cubicBezTo>
                    <a:pt x="502" y="16"/>
                    <a:pt x="502" y="16"/>
                    <a:pt x="502" y="16"/>
                  </a:cubicBezTo>
                  <a:cubicBezTo>
                    <a:pt x="506" y="16"/>
                    <a:pt x="509" y="14"/>
                    <a:pt x="509" y="10"/>
                  </a:cubicBezTo>
                  <a:cubicBezTo>
                    <a:pt x="509" y="10"/>
                    <a:pt x="509" y="10"/>
                    <a:pt x="509" y="10"/>
                  </a:cubicBezTo>
                  <a:cubicBezTo>
                    <a:pt x="509" y="6"/>
                    <a:pt x="507" y="3"/>
                    <a:pt x="503" y="2"/>
                  </a:cubicBezTo>
                  <a:cubicBezTo>
                    <a:pt x="503" y="2"/>
                    <a:pt x="503" y="2"/>
                    <a:pt x="503" y="2"/>
                  </a:cubicBezTo>
                  <a:cubicBezTo>
                    <a:pt x="499" y="2"/>
                    <a:pt x="495" y="5"/>
                    <a:pt x="495" y="9"/>
                  </a:cubicBezTo>
                  <a:cubicBezTo>
                    <a:pt x="495" y="9"/>
                    <a:pt x="495" y="9"/>
                    <a:pt x="495" y="9"/>
                  </a:cubicBezTo>
                  <a:cubicBezTo>
                    <a:pt x="495" y="13"/>
                    <a:pt x="497" y="16"/>
                    <a:pt x="501" y="16"/>
                  </a:cubicBezTo>
                  <a:cubicBezTo>
                    <a:pt x="501" y="16"/>
                    <a:pt x="502" y="16"/>
                    <a:pt x="502" y="16"/>
                  </a:cubicBezTo>
                  <a:close/>
                  <a:moveTo>
                    <a:pt x="437" y="14"/>
                  </a:moveTo>
                  <a:cubicBezTo>
                    <a:pt x="437" y="14"/>
                    <a:pt x="437" y="14"/>
                    <a:pt x="437" y="14"/>
                  </a:cubicBezTo>
                  <a:cubicBezTo>
                    <a:pt x="437" y="14"/>
                    <a:pt x="437" y="14"/>
                    <a:pt x="437" y="14"/>
                  </a:cubicBezTo>
                  <a:cubicBezTo>
                    <a:pt x="437" y="14"/>
                    <a:pt x="437" y="14"/>
                    <a:pt x="437" y="14"/>
                  </a:cubicBezTo>
                  <a:cubicBezTo>
                    <a:pt x="441" y="14"/>
                    <a:pt x="444" y="11"/>
                    <a:pt x="444" y="7"/>
                  </a:cubicBezTo>
                  <a:cubicBezTo>
                    <a:pt x="444" y="7"/>
                    <a:pt x="444" y="7"/>
                    <a:pt x="444" y="7"/>
                  </a:cubicBezTo>
                  <a:cubicBezTo>
                    <a:pt x="444" y="3"/>
                    <a:pt x="441" y="0"/>
                    <a:pt x="437" y="0"/>
                  </a:cubicBezTo>
                  <a:cubicBezTo>
                    <a:pt x="437" y="0"/>
                    <a:pt x="437" y="0"/>
                    <a:pt x="437" y="0"/>
                  </a:cubicBezTo>
                  <a:cubicBezTo>
                    <a:pt x="433" y="0"/>
                    <a:pt x="430" y="4"/>
                    <a:pt x="430" y="8"/>
                  </a:cubicBezTo>
                  <a:cubicBezTo>
                    <a:pt x="430" y="11"/>
                    <a:pt x="433" y="14"/>
                    <a:pt x="437" y="14"/>
                  </a:cubicBezTo>
                  <a:close/>
                  <a:moveTo>
                    <a:pt x="469" y="14"/>
                  </a:moveTo>
                  <a:cubicBezTo>
                    <a:pt x="469" y="14"/>
                    <a:pt x="469" y="14"/>
                    <a:pt x="469" y="14"/>
                  </a:cubicBezTo>
                  <a:cubicBezTo>
                    <a:pt x="473" y="14"/>
                    <a:pt x="476" y="11"/>
                    <a:pt x="477" y="7"/>
                  </a:cubicBezTo>
                  <a:cubicBezTo>
                    <a:pt x="477" y="7"/>
                    <a:pt x="477" y="7"/>
                    <a:pt x="477" y="7"/>
                  </a:cubicBezTo>
                  <a:cubicBezTo>
                    <a:pt x="477" y="4"/>
                    <a:pt x="474" y="0"/>
                    <a:pt x="470" y="0"/>
                  </a:cubicBezTo>
                  <a:cubicBezTo>
                    <a:pt x="470" y="0"/>
                    <a:pt x="470" y="0"/>
                    <a:pt x="470" y="0"/>
                  </a:cubicBezTo>
                  <a:cubicBezTo>
                    <a:pt x="466" y="0"/>
                    <a:pt x="463" y="3"/>
                    <a:pt x="462" y="7"/>
                  </a:cubicBezTo>
                  <a:cubicBezTo>
                    <a:pt x="462" y="7"/>
                    <a:pt x="462" y="7"/>
                    <a:pt x="462" y="7"/>
                  </a:cubicBezTo>
                  <a:cubicBezTo>
                    <a:pt x="462" y="11"/>
                    <a:pt x="465" y="14"/>
                    <a:pt x="469" y="14"/>
                  </a:cubicBezTo>
                  <a:cubicBezTo>
                    <a:pt x="469" y="14"/>
                    <a:pt x="469" y="14"/>
                    <a:pt x="469" y="14"/>
                  </a:cubicBezTo>
                  <a:close/>
                  <a:moveTo>
                    <a:pt x="663" y="60"/>
                  </a:moveTo>
                  <a:cubicBezTo>
                    <a:pt x="664" y="59"/>
                    <a:pt x="665" y="57"/>
                    <a:pt x="665" y="55"/>
                  </a:cubicBezTo>
                  <a:cubicBezTo>
                    <a:pt x="665" y="55"/>
                    <a:pt x="665" y="54"/>
                    <a:pt x="665" y="54"/>
                  </a:cubicBezTo>
                  <a:cubicBezTo>
                    <a:pt x="665" y="53"/>
                    <a:pt x="665" y="53"/>
                    <a:pt x="665" y="52"/>
                  </a:cubicBezTo>
                  <a:cubicBezTo>
                    <a:pt x="664" y="52"/>
                    <a:pt x="664" y="51"/>
                    <a:pt x="664" y="51"/>
                  </a:cubicBezTo>
                  <a:cubicBezTo>
                    <a:pt x="664" y="51"/>
                    <a:pt x="663" y="50"/>
                    <a:pt x="663" y="50"/>
                  </a:cubicBezTo>
                  <a:cubicBezTo>
                    <a:pt x="661" y="48"/>
                    <a:pt x="659" y="48"/>
                    <a:pt x="657" y="48"/>
                  </a:cubicBezTo>
                  <a:cubicBezTo>
                    <a:pt x="656" y="48"/>
                    <a:pt x="656" y="48"/>
                    <a:pt x="655" y="49"/>
                  </a:cubicBezTo>
                  <a:cubicBezTo>
                    <a:pt x="655" y="49"/>
                    <a:pt x="654" y="49"/>
                    <a:pt x="654" y="49"/>
                  </a:cubicBezTo>
                  <a:cubicBezTo>
                    <a:pt x="654" y="49"/>
                    <a:pt x="653" y="50"/>
                    <a:pt x="653" y="50"/>
                  </a:cubicBezTo>
                  <a:cubicBezTo>
                    <a:pt x="652" y="51"/>
                    <a:pt x="651" y="53"/>
                    <a:pt x="651" y="55"/>
                  </a:cubicBezTo>
                  <a:cubicBezTo>
                    <a:pt x="651" y="57"/>
                    <a:pt x="652" y="59"/>
                    <a:pt x="653" y="60"/>
                  </a:cubicBezTo>
                  <a:cubicBezTo>
                    <a:pt x="653" y="60"/>
                    <a:pt x="654" y="61"/>
                    <a:pt x="654" y="61"/>
                  </a:cubicBezTo>
                  <a:cubicBezTo>
                    <a:pt x="654" y="61"/>
                    <a:pt x="655" y="61"/>
                    <a:pt x="655" y="61"/>
                  </a:cubicBezTo>
                  <a:cubicBezTo>
                    <a:pt x="656" y="62"/>
                    <a:pt x="656" y="62"/>
                    <a:pt x="657" y="62"/>
                  </a:cubicBezTo>
                  <a:cubicBezTo>
                    <a:pt x="657" y="62"/>
                    <a:pt x="658" y="62"/>
                    <a:pt x="658" y="62"/>
                  </a:cubicBezTo>
                  <a:cubicBezTo>
                    <a:pt x="660" y="62"/>
                    <a:pt x="662" y="61"/>
                    <a:pt x="663" y="60"/>
                  </a:cubicBezTo>
                  <a:close/>
                </a:path>
              </a:pathLst>
            </a:custGeom>
            <a:solidFill>
              <a:schemeClr val="tx1">
                <a:lumMod val="40000"/>
                <a:lumOff val="60000"/>
              </a:schemeClr>
            </a:solidFill>
            <a:ln>
              <a:noFill/>
            </a:ln>
          </p:spPr>
          <p:txBody>
            <a:bodyPr/>
            <a:lstStyle/>
            <a:p>
              <a:pPr eaLnBrk="1" fontAlgn="auto" hangingPunct="1">
                <a:spcBef>
                  <a:spcPts val="0"/>
                </a:spcBef>
                <a:spcAft>
                  <a:spcPts val="0"/>
                </a:spcAft>
                <a:defRPr/>
              </a:pPr>
              <a:endParaRPr lang="ru-UA">
                <a:latin typeface="+mn-lt"/>
              </a:endParaRPr>
            </a:p>
          </p:txBody>
        </p:sp>
      </p:grpSp>
      <p:sp>
        <p:nvSpPr>
          <p:cNvPr id="33" name="TextBox 27">
            <a:extLst>
              <a:ext uri="{FF2B5EF4-FFF2-40B4-BE49-F238E27FC236}">
                <a16:creationId xmlns:a16="http://schemas.microsoft.com/office/drawing/2014/main" id="{66CCA2D6-6115-4366-ABE6-04C50DC8BAE9}"/>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1553082022"/>
      </p:ext>
    </p:extLst>
  </p:cSld>
  <p:clrMapOvr>
    <a:masterClrMapping/>
  </p:clrMapOvr>
  <p:transition spd="med"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Image 54" descr="Une image contenant texte, Visage humain, habits, personne&#10;&#10;Description générée automatiquement">
            <a:extLst>
              <a:ext uri="{FF2B5EF4-FFF2-40B4-BE49-F238E27FC236}">
                <a16:creationId xmlns:a16="http://schemas.microsoft.com/office/drawing/2014/main" id="{6DE4E856-9352-4979-8F67-B0E68800C5E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220485" y="2351715"/>
            <a:ext cx="3241044" cy="3025326"/>
          </a:xfrm>
          <a:prstGeom prst="rect">
            <a:avLst/>
          </a:prstGeom>
        </p:spPr>
      </p:pic>
      <p:grpSp>
        <p:nvGrpSpPr>
          <p:cNvPr id="76" name="Group 75">
            <a:extLst>
              <a:ext uri="{FF2B5EF4-FFF2-40B4-BE49-F238E27FC236}">
                <a16:creationId xmlns:a16="http://schemas.microsoft.com/office/drawing/2014/main" id="{37C9152A-6712-95A7-7AFC-1DEFB5F93326}"/>
              </a:ext>
            </a:extLst>
          </p:cNvPr>
          <p:cNvGrpSpPr/>
          <p:nvPr/>
        </p:nvGrpSpPr>
        <p:grpSpPr>
          <a:xfrm>
            <a:off x="3627186" y="1156706"/>
            <a:ext cx="6586209" cy="5372903"/>
            <a:chOff x="5324475" y="755650"/>
            <a:chExt cx="5995288" cy="5349875"/>
          </a:xfrm>
        </p:grpSpPr>
        <p:grpSp>
          <p:nvGrpSpPr>
            <p:cNvPr id="2" name="Group 1">
              <a:extLst>
                <a:ext uri="{FF2B5EF4-FFF2-40B4-BE49-F238E27FC236}">
                  <a16:creationId xmlns:a16="http://schemas.microsoft.com/office/drawing/2014/main" id="{AE122EC3-424B-F539-7D2F-04754214DB11}"/>
                </a:ext>
              </a:extLst>
            </p:cNvPr>
            <p:cNvGrpSpPr/>
            <p:nvPr/>
          </p:nvGrpSpPr>
          <p:grpSpPr>
            <a:xfrm>
              <a:off x="5324475" y="755650"/>
              <a:ext cx="5975631" cy="1463675"/>
              <a:chOff x="5324475" y="755650"/>
              <a:chExt cx="5975631" cy="1463675"/>
            </a:xfrm>
          </p:grpSpPr>
          <p:grpSp>
            <p:nvGrpSpPr>
              <p:cNvPr id="3" name="Group 2">
                <a:extLst>
                  <a:ext uri="{FF2B5EF4-FFF2-40B4-BE49-F238E27FC236}">
                    <a16:creationId xmlns:a16="http://schemas.microsoft.com/office/drawing/2014/main" id="{2FA043B6-D19A-D318-BCAB-0122325B8610}"/>
                  </a:ext>
                </a:extLst>
              </p:cNvPr>
              <p:cNvGrpSpPr>
                <a:grpSpLocks/>
              </p:cNvGrpSpPr>
              <p:nvPr/>
            </p:nvGrpSpPr>
            <p:grpSpPr bwMode="auto">
              <a:xfrm>
                <a:off x="5324475" y="1871663"/>
                <a:ext cx="347663" cy="347662"/>
                <a:chOff x="5324475" y="1871663"/>
                <a:chExt cx="347663" cy="347663"/>
              </a:xfrm>
            </p:grpSpPr>
            <p:sp>
              <p:nvSpPr>
                <p:cNvPr id="36906" name="Freeform 8">
                  <a:extLst>
                    <a:ext uri="{FF2B5EF4-FFF2-40B4-BE49-F238E27FC236}">
                      <a16:creationId xmlns:a16="http://schemas.microsoft.com/office/drawing/2014/main" id="{28DCFE2E-A6B6-86C9-6D17-350FB5941518}"/>
                    </a:ext>
                  </a:extLst>
                </p:cNvPr>
                <p:cNvSpPr>
                  <a:spLocks/>
                </p:cNvSpPr>
                <p:nvPr/>
              </p:nvSpPr>
              <p:spPr bwMode="auto">
                <a:xfrm>
                  <a:off x="5405438" y="1952625"/>
                  <a:ext cx="185738" cy="187325"/>
                </a:xfrm>
                <a:custGeom>
                  <a:avLst/>
                  <a:gdLst>
                    <a:gd name="T0" fmla="*/ 26534 w 49"/>
                    <a:gd name="T1" fmla="*/ 45876 h 49"/>
                    <a:gd name="T2" fmla="*/ 144042 w 49"/>
                    <a:gd name="T3" fmla="*/ 26761 h 49"/>
                    <a:gd name="T4" fmla="*/ 159204 w 49"/>
                    <a:gd name="T5" fmla="*/ 141449 h 49"/>
                    <a:gd name="T6" fmla="*/ 45487 w 49"/>
                    <a:gd name="T7" fmla="*/ 160564 h 49"/>
                    <a:gd name="T8" fmla="*/ 26534 w 49"/>
                    <a:gd name="T9" fmla="*/ 45876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49">
                      <a:moveTo>
                        <a:pt x="7" y="12"/>
                      </a:moveTo>
                      <a:cubicBezTo>
                        <a:pt x="14" y="2"/>
                        <a:pt x="28" y="0"/>
                        <a:pt x="38" y="7"/>
                      </a:cubicBezTo>
                      <a:cubicBezTo>
                        <a:pt x="47" y="14"/>
                        <a:pt x="49" y="28"/>
                        <a:pt x="42" y="37"/>
                      </a:cubicBezTo>
                      <a:cubicBezTo>
                        <a:pt x="35" y="47"/>
                        <a:pt x="22" y="49"/>
                        <a:pt x="12" y="42"/>
                      </a:cubicBezTo>
                      <a:cubicBezTo>
                        <a:pt x="2" y="35"/>
                        <a:pt x="0" y="22"/>
                        <a:pt x="7" y="12"/>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7" name="Freeform 16">
                  <a:extLst>
                    <a:ext uri="{FF2B5EF4-FFF2-40B4-BE49-F238E27FC236}">
                      <a16:creationId xmlns:a16="http://schemas.microsoft.com/office/drawing/2014/main" id="{C9B9453A-3249-9C8A-7AF9-AC218C854F90}"/>
                    </a:ext>
                  </a:extLst>
                </p:cNvPr>
                <p:cNvSpPr>
                  <a:spLocks/>
                </p:cNvSpPr>
                <p:nvPr/>
              </p:nvSpPr>
              <p:spPr bwMode="auto">
                <a:xfrm>
                  <a:off x="5324475" y="1871663"/>
                  <a:ext cx="347663" cy="347663"/>
                </a:xfrm>
                <a:custGeom>
                  <a:avLst/>
                  <a:gdLst>
                    <a:gd name="T0" fmla="*/ 49666 w 91"/>
                    <a:gd name="T1" fmla="*/ 84050 h 91"/>
                    <a:gd name="T2" fmla="*/ 263613 w 91"/>
                    <a:gd name="T3" fmla="*/ 49666 h 91"/>
                    <a:gd name="T4" fmla="*/ 297997 w 91"/>
                    <a:gd name="T5" fmla="*/ 263613 h 91"/>
                    <a:gd name="T6" fmla="*/ 84050 w 91"/>
                    <a:gd name="T7" fmla="*/ 297997 h 91"/>
                    <a:gd name="T8" fmla="*/ 49666 w 91"/>
                    <a:gd name="T9" fmla="*/ 84050 h 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91">
                      <a:moveTo>
                        <a:pt x="13" y="22"/>
                      </a:moveTo>
                      <a:cubicBezTo>
                        <a:pt x="26" y="4"/>
                        <a:pt x="51" y="0"/>
                        <a:pt x="69" y="13"/>
                      </a:cubicBezTo>
                      <a:cubicBezTo>
                        <a:pt x="87" y="26"/>
                        <a:pt x="91" y="51"/>
                        <a:pt x="78" y="69"/>
                      </a:cubicBezTo>
                      <a:cubicBezTo>
                        <a:pt x="65" y="87"/>
                        <a:pt x="40" y="91"/>
                        <a:pt x="22" y="78"/>
                      </a:cubicBezTo>
                      <a:cubicBezTo>
                        <a:pt x="4" y="65"/>
                        <a:pt x="0" y="40"/>
                        <a:pt x="13" y="22"/>
                      </a:cubicBezTo>
                      <a:close/>
                    </a:path>
                  </a:pathLst>
                </a:custGeom>
                <a:noFill/>
                <a:ln w="539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1" name="Freeform 20">
                <a:extLst>
                  <a:ext uri="{FF2B5EF4-FFF2-40B4-BE49-F238E27FC236}">
                    <a16:creationId xmlns:a16="http://schemas.microsoft.com/office/drawing/2014/main" id="{74AEF0A9-9ADD-5AAB-954D-A0DAEFCE2EEC}"/>
                  </a:ext>
                </a:extLst>
              </p:cNvPr>
              <p:cNvSpPr>
                <a:spLocks/>
              </p:cNvSpPr>
              <p:nvPr/>
            </p:nvSpPr>
            <p:spPr bwMode="auto">
              <a:xfrm>
                <a:off x="5438775" y="755650"/>
                <a:ext cx="5861331" cy="1035175"/>
              </a:xfrm>
              <a:custGeom>
                <a:avLst/>
                <a:gdLst>
                  <a:gd name="T0" fmla="*/ 2493921 w 796"/>
                  <a:gd name="T1" fmla="*/ 0 h 293"/>
                  <a:gd name="T2" fmla="*/ 595791 w 796"/>
                  <a:gd name="T3" fmla="*/ 0 h 293"/>
                  <a:gd name="T4" fmla="*/ 156586 w 796"/>
                  <a:gd name="T5" fmla="*/ 225685 h 293"/>
                  <a:gd name="T6" fmla="*/ 202416 w 796"/>
                  <a:gd name="T7" fmla="*/ 925691 h 293"/>
                  <a:gd name="T8" fmla="*/ 183320 w 796"/>
                  <a:gd name="T9" fmla="*/ 1120775 h 293"/>
                  <a:gd name="T10" fmla="*/ 362822 w 796"/>
                  <a:gd name="T11" fmla="*/ 1040446 h 293"/>
                  <a:gd name="T12" fmla="*/ 595791 w 796"/>
                  <a:gd name="T13" fmla="*/ 1093999 h 293"/>
                  <a:gd name="T14" fmla="*/ 2490102 w 796"/>
                  <a:gd name="T15" fmla="*/ 1093999 h 293"/>
                  <a:gd name="T16" fmla="*/ 3040063 w 796"/>
                  <a:gd name="T17" fmla="*/ 546999 h 293"/>
                  <a:gd name="T18" fmla="*/ 2493921 w 796"/>
                  <a:gd name="T19" fmla="*/ 0 h 2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96" h="293">
                    <a:moveTo>
                      <a:pt x="653" y="0"/>
                    </a:moveTo>
                    <a:cubicBezTo>
                      <a:pt x="652" y="0"/>
                      <a:pt x="156" y="0"/>
                      <a:pt x="156" y="0"/>
                    </a:cubicBezTo>
                    <a:cubicBezTo>
                      <a:pt x="112" y="0"/>
                      <a:pt x="69" y="21"/>
                      <a:pt x="41" y="59"/>
                    </a:cubicBezTo>
                    <a:cubicBezTo>
                      <a:pt x="0" y="116"/>
                      <a:pt x="6" y="193"/>
                      <a:pt x="53" y="242"/>
                    </a:cubicBezTo>
                    <a:cubicBezTo>
                      <a:pt x="48" y="293"/>
                      <a:pt x="48" y="293"/>
                      <a:pt x="48" y="293"/>
                    </a:cubicBezTo>
                    <a:cubicBezTo>
                      <a:pt x="95" y="272"/>
                      <a:pt x="95" y="272"/>
                      <a:pt x="95" y="272"/>
                    </a:cubicBezTo>
                    <a:cubicBezTo>
                      <a:pt x="115" y="282"/>
                      <a:pt x="135" y="286"/>
                      <a:pt x="156" y="286"/>
                    </a:cubicBezTo>
                    <a:cubicBezTo>
                      <a:pt x="156" y="286"/>
                      <a:pt x="652" y="286"/>
                      <a:pt x="652" y="286"/>
                    </a:cubicBezTo>
                    <a:cubicBezTo>
                      <a:pt x="732" y="286"/>
                      <a:pt x="796" y="222"/>
                      <a:pt x="796" y="143"/>
                    </a:cubicBezTo>
                    <a:cubicBezTo>
                      <a:pt x="796" y="64"/>
                      <a:pt x="732" y="0"/>
                      <a:pt x="653" y="0"/>
                    </a:cubicBezTo>
                    <a:close/>
                  </a:path>
                </a:pathLst>
              </a:custGeom>
              <a:ln/>
            </p:spPr>
            <p:style>
              <a:lnRef idx="2">
                <a:schemeClr val="accent2"/>
              </a:lnRef>
              <a:fillRef idx="1">
                <a:schemeClr val="lt1"/>
              </a:fillRef>
              <a:effectRef idx="0">
                <a:schemeClr val="accent2"/>
              </a:effectRef>
              <a:fontRef idx="minor">
                <a:schemeClr val="dk1"/>
              </a:fontRef>
            </p:style>
            <p:txBody>
              <a:bodyPr/>
              <a:lstStyle/>
              <a:p>
                <a:endParaRPr lang="en-US" dirty="0"/>
              </a:p>
            </p:txBody>
          </p:sp>
        </p:grpSp>
        <p:grpSp>
          <p:nvGrpSpPr>
            <p:cNvPr id="8" name="Group 7">
              <a:extLst>
                <a:ext uri="{FF2B5EF4-FFF2-40B4-BE49-F238E27FC236}">
                  <a16:creationId xmlns:a16="http://schemas.microsoft.com/office/drawing/2014/main" id="{AFC359A7-0F34-998F-58E9-125EB3EA5EB9}"/>
                </a:ext>
              </a:extLst>
            </p:cNvPr>
            <p:cNvGrpSpPr/>
            <p:nvPr/>
          </p:nvGrpSpPr>
          <p:grpSpPr>
            <a:xfrm>
              <a:off x="5946775" y="2070100"/>
              <a:ext cx="5353331" cy="1045530"/>
              <a:chOff x="5946775" y="2070100"/>
              <a:chExt cx="5353331" cy="1045530"/>
            </a:xfrm>
          </p:grpSpPr>
          <p:grpSp>
            <p:nvGrpSpPr>
              <p:cNvPr id="4" name="Group 3">
                <a:extLst>
                  <a:ext uri="{FF2B5EF4-FFF2-40B4-BE49-F238E27FC236}">
                    <a16:creationId xmlns:a16="http://schemas.microsoft.com/office/drawing/2014/main" id="{8DB4BB77-9F0B-E796-2E96-43C2BF1EC5EE}"/>
                  </a:ext>
                </a:extLst>
              </p:cNvPr>
              <p:cNvGrpSpPr>
                <a:grpSpLocks/>
              </p:cNvGrpSpPr>
              <p:nvPr/>
            </p:nvGrpSpPr>
            <p:grpSpPr bwMode="auto">
              <a:xfrm>
                <a:off x="5946775" y="2727325"/>
                <a:ext cx="347663" cy="347663"/>
                <a:chOff x="5946775" y="2727325"/>
                <a:chExt cx="347663" cy="347663"/>
              </a:xfrm>
            </p:grpSpPr>
            <p:sp>
              <p:nvSpPr>
                <p:cNvPr id="36908" name="Freeform 7">
                  <a:extLst>
                    <a:ext uri="{FF2B5EF4-FFF2-40B4-BE49-F238E27FC236}">
                      <a16:creationId xmlns:a16="http://schemas.microsoft.com/office/drawing/2014/main" id="{65F7A278-66A8-8FBE-C498-A6EAF84F70D6}"/>
                    </a:ext>
                  </a:extLst>
                </p:cNvPr>
                <p:cNvSpPr>
                  <a:spLocks/>
                </p:cNvSpPr>
                <p:nvPr/>
              </p:nvSpPr>
              <p:spPr bwMode="auto">
                <a:xfrm>
                  <a:off x="6027738" y="2808288"/>
                  <a:ext cx="187325" cy="187325"/>
                </a:xfrm>
                <a:custGeom>
                  <a:avLst/>
                  <a:gdLst>
                    <a:gd name="T0" fmla="*/ 68813 w 49"/>
                    <a:gd name="T1" fmla="*/ 15292 h 49"/>
                    <a:gd name="T2" fmla="*/ 172033 w 49"/>
                    <a:gd name="T3" fmla="*/ 68813 h 49"/>
                    <a:gd name="T4" fmla="*/ 118512 w 49"/>
                    <a:gd name="T5" fmla="*/ 172033 h 49"/>
                    <a:gd name="T6" fmla="*/ 15292 w 49"/>
                    <a:gd name="T7" fmla="*/ 118512 h 49"/>
                    <a:gd name="T8" fmla="*/ 68813 w 49"/>
                    <a:gd name="T9" fmla="*/ 15292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49">
                      <a:moveTo>
                        <a:pt x="18" y="4"/>
                      </a:moveTo>
                      <a:cubicBezTo>
                        <a:pt x="29" y="0"/>
                        <a:pt x="41" y="6"/>
                        <a:pt x="45" y="18"/>
                      </a:cubicBezTo>
                      <a:cubicBezTo>
                        <a:pt x="49" y="29"/>
                        <a:pt x="43" y="41"/>
                        <a:pt x="31" y="45"/>
                      </a:cubicBezTo>
                      <a:cubicBezTo>
                        <a:pt x="20" y="49"/>
                        <a:pt x="7" y="43"/>
                        <a:pt x="4" y="31"/>
                      </a:cubicBezTo>
                      <a:cubicBezTo>
                        <a:pt x="0" y="20"/>
                        <a:pt x="6" y="8"/>
                        <a:pt x="18" y="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909" name="Freeform 15">
                  <a:extLst>
                    <a:ext uri="{FF2B5EF4-FFF2-40B4-BE49-F238E27FC236}">
                      <a16:creationId xmlns:a16="http://schemas.microsoft.com/office/drawing/2014/main" id="{805FA985-281E-A201-C6D2-C11A0B4D0FC0}"/>
                    </a:ext>
                  </a:extLst>
                </p:cNvPr>
                <p:cNvSpPr>
                  <a:spLocks/>
                </p:cNvSpPr>
                <p:nvPr/>
              </p:nvSpPr>
              <p:spPr bwMode="auto">
                <a:xfrm>
                  <a:off x="5946775" y="2727325"/>
                  <a:ext cx="347663" cy="347663"/>
                </a:xfrm>
                <a:custGeom>
                  <a:avLst/>
                  <a:gdLst>
                    <a:gd name="T0" fmla="*/ 126076 w 91"/>
                    <a:gd name="T1" fmla="*/ 26743 h 91"/>
                    <a:gd name="T2" fmla="*/ 320920 w 91"/>
                    <a:gd name="T3" fmla="*/ 126076 h 91"/>
                    <a:gd name="T4" fmla="*/ 221587 w 91"/>
                    <a:gd name="T5" fmla="*/ 320920 h 91"/>
                    <a:gd name="T6" fmla="*/ 26743 w 91"/>
                    <a:gd name="T7" fmla="*/ 221587 h 91"/>
                    <a:gd name="T8" fmla="*/ 126076 w 91"/>
                    <a:gd name="T9" fmla="*/ 26743 h 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 h="91">
                      <a:moveTo>
                        <a:pt x="33" y="7"/>
                      </a:moveTo>
                      <a:cubicBezTo>
                        <a:pt x="54" y="0"/>
                        <a:pt x="77" y="12"/>
                        <a:pt x="84" y="33"/>
                      </a:cubicBezTo>
                      <a:cubicBezTo>
                        <a:pt x="91" y="54"/>
                        <a:pt x="79" y="77"/>
                        <a:pt x="58" y="84"/>
                      </a:cubicBezTo>
                      <a:cubicBezTo>
                        <a:pt x="37" y="91"/>
                        <a:pt x="14" y="79"/>
                        <a:pt x="7" y="58"/>
                      </a:cubicBezTo>
                      <a:cubicBezTo>
                        <a:pt x="0" y="37"/>
                        <a:pt x="12" y="14"/>
                        <a:pt x="33" y="7"/>
                      </a:cubicBezTo>
                      <a:close/>
                    </a:path>
                  </a:pathLst>
                </a:custGeom>
                <a:noFill/>
                <a:ln w="53975" cap="flat">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0" name="Freeform 19">
                <a:extLst>
                  <a:ext uri="{FF2B5EF4-FFF2-40B4-BE49-F238E27FC236}">
                    <a16:creationId xmlns:a16="http://schemas.microsoft.com/office/drawing/2014/main" id="{4DA00F4F-07CD-F022-1611-D23CC136548B}"/>
                  </a:ext>
                </a:extLst>
              </p:cNvPr>
              <p:cNvSpPr>
                <a:spLocks/>
              </p:cNvSpPr>
              <p:nvPr/>
            </p:nvSpPr>
            <p:spPr bwMode="auto">
              <a:xfrm>
                <a:off x="6318250" y="2070100"/>
                <a:ext cx="4981856" cy="1045530"/>
              </a:xfrm>
              <a:custGeom>
                <a:avLst/>
                <a:gdLst>
                  <a:gd name="T0" fmla="*/ 2565556 w 815"/>
                  <a:gd name="T1" fmla="*/ 0 h 286"/>
                  <a:gd name="T2" fmla="*/ 668113 w 815"/>
                  <a:gd name="T3" fmla="*/ 0 h 286"/>
                  <a:gd name="T4" fmla="*/ 507766 w 815"/>
                  <a:gd name="T5" fmla="*/ 26771 h 286"/>
                  <a:gd name="T6" fmla="*/ 133623 w 815"/>
                  <a:gd name="T7" fmla="*/ 619558 h 286"/>
                  <a:gd name="T8" fmla="*/ 0 w 815"/>
                  <a:gd name="T9" fmla="*/ 768711 h 286"/>
                  <a:gd name="T10" fmla="*/ 194707 w 815"/>
                  <a:gd name="T11" fmla="*/ 806955 h 286"/>
                  <a:gd name="T12" fmla="*/ 668113 w 815"/>
                  <a:gd name="T13" fmla="*/ 1093788 h 286"/>
                  <a:gd name="T14" fmla="*/ 2565556 w 815"/>
                  <a:gd name="T15" fmla="*/ 1093788 h 286"/>
                  <a:gd name="T16" fmla="*/ 3111500 w 815"/>
                  <a:gd name="T17" fmla="*/ 546894 h 286"/>
                  <a:gd name="T18" fmla="*/ 2565556 w 815"/>
                  <a:gd name="T19" fmla="*/ 0 h 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15" h="286">
                    <a:moveTo>
                      <a:pt x="672" y="0"/>
                    </a:moveTo>
                    <a:cubicBezTo>
                      <a:pt x="672" y="0"/>
                      <a:pt x="175" y="0"/>
                      <a:pt x="175" y="0"/>
                    </a:cubicBezTo>
                    <a:cubicBezTo>
                      <a:pt x="161" y="0"/>
                      <a:pt x="147" y="3"/>
                      <a:pt x="133" y="7"/>
                    </a:cubicBezTo>
                    <a:cubicBezTo>
                      <a:pt x="66" y="29"/>
                      <a:pt x="26" y="95"/>
                      <a:pt x="35" y="162"/>
                    </a:cubicBezTo>
                    <a:cubicBezTo>
                      <a:pt x="0" y="201"/>
                      <a:pt x="0" y="201"/>
                      <a:pt x="0" y="201"/>
                    </a:cubicBezTo>
                    <a:cubicBezTo>
                      <a:pt x="51" y="211"/>
                      <a:pt x="51" y="211"/>
                      <a:pt x="51" y="211"/>
                    </a:cubicBezTo>
                    <a:cubicBezTo>
                      <a:pt x="76" y="257"/>
                      <a:pt x="124" y="286"/>
                      <a:pt x="175" y="286"/>
                    </a:cubicBezTo>
                    <a:cubicBezTo>
                      <a:pt x="175" y="286"/>
                      <a:pt x="672" y="286"/>
                      <a:pt x="672" y="286"/>
                    </a:cubicBezTo>
                    <a:cubicBezTo>
                      <a:pt x="751" y="286"/>
                      <a:pt x="815" y="222"/>
                      <a:pt x="815" y="143"/>
                    </a:cubicBezTo>
                    <a:cubicBezTo>
                      <a:pt x="815" y="64"/>
                      <a:pt x="751" y="0"/>
                      <a:pt x="672" y="0"/>
                    </a:cubicBezTo>
                    <a:close/>
                  </a:path>
                </a:pathLst>
              </a:custGeom>
              <a:ln/>
            </p:spPr>
            <p:style>
              <a:lnRef idx="2">
                <a:schemeClr val="accent1"/>
              </a:lnRef>
              <a:fillRef idx="1">
                <a:schemeClr val="lt1"/>
              </a:fillRef>
              <a:effectRef idx="0">
                <a:schemeClr val="accent1"/>
              </a:effectRef>
              <a:fontRef idx="minor">
                <a:schemeClr val="dk1"/>
              </a:fontRef>
            </p:style>
            <p:txBody>
              <a:bodyPr/>
              <a:lstStyle/>
              <a:p>
                <a:endParaRPr lang="en-US"/>
              </a:p>
            </p:txBody>
          </p:sp>
        </p:grpSp>
        <p:grpSp>
          <p:nvGrpSpPr>
            <p:cNvPr id="30" name="Group 29">
              <a:extLst>
                <a:ext uri="{FF2B5EF4-FFF2-40B4-BE49-F238E27FC236}">
                  <a16:creationId xmlns:a16="http://schemas.microsoft.com/office/drawing/2014/main" id="{9D6EE728-E5BC-A2ED-ACE4-C3DF83A74E85}"/>
                </a:ext>
              </a:extLst>
            </p:cNvPr>
            <p:cNvGrpSpPr/>
            <p:nvPr/>
          </p:nvGrpSpPr>
          <p:grpSpPr>
            <a:xfrm>
              <a:off x="5946775" y="3694113"/>
              <a:ext cx="5372988" cy="891778"/>
              <a:chOff x="5946775" y="3694113"/>
              <a:chExt cx="5372988" cy="891778"/>
            </a:xfrm>
          </p:grpSpPr>
          <p:grpSp>
            <p:nvGrpSpPr>
              <p:cNvPr id="5" name="Group 4">
                <a:extLst>
                  <a:ext uri="{FF2B5EF4-FFF2-40B4-BE49-F238E27FC236}">
                    <a16:creationId xmlns:a16="http://schemas.microsoft.com/office/drawing/2014/main" id="{E919009D-96AC-E21B-ED68-0579590DC6AC}"/>
                  </a:ext>
                </a:extLst>
              </p:cNvPr>
              <p:cNvGrpSpPr>
                <a:grpSpLocks/>
              </p:cNvGrpSpPr>
              <p:nvPr/>
            </p:nvGrpSpPr>
            <p:grpSpPr bwMode="auto">
              <a:xfrm>
                <a:off x="5946775" y="3786188"/>
                <a:ext cx="347663" cy="344487"/>
                <a:chOff x="5946775" y="3786188"/>
                <a:chExt cx="347663" cy="344488"/>
              </a:xfrm>
            </p:grpSpPr>
            <p:sp>
              <p:nvSpPr>
                <p:cNvPr id="7" name="Freeform 6">
                  <a:extLst>
                    <a:ext uri="{FF2B5EF4-FFF2-40B4-BE49-F238E27FC236}">
                      <a16:creationId xmlns:a16="http://schemas.microsoft.com/office/drawing/2014/main" id="{626DEA42-05A1-C609-7898-A7D47EA2E7B2}"/>
                    </a:ext>
                  </a:extLst>
                </p:cNvPr>
                <p:cNvSpPr>
                  <a:spLocks/>
                </p:cNvSpPr>
                <p:nvPr/>
              </p:nvSpPr>
              <p:spPr bwMode="auto">
                <a:xfrm>
                  <a:off x="6027738" y="3867150"/>
                  <a:ext cx="187325" cy="185739"/>
                </a:xfrm>
                <a:custGeom>
                  <a:avLst/>
                  <a:gdLst>
                    <a:gd name="T0" fmla="*/ 31 w 49"/>
                    <a:gd name="T1" fmla="*/ 4 h 49"/>
                    <a:gd name="T2" fmla="*/ 45 w 49"/>
                    <a:gd name="T3" fmla="*/ 31 h 49"/>
                    <a:gd name="T4" fmla="*/ 18 w 49"/>
                    <a:gd name="T5" fmla="*/ 45 h 49"/>
                    <a:gd name="T6" fmla="*/ 4 w 49"/>
                    <a:gd name="T7" fmla="*/ 18 h 49"/>
                    <a:gd name="T8" fmla="*/ 31 w 49"/>
                    <a:gd name="T9" fmla="*/ 4 h 49"/>
                  </a:gdLst>
                  <a:ahLst/>
                  <a:cxnLst>
                    <a:cxn ang="0">
                      <a:pos x="T0" y="T1"/>
                    </a:cxn>
                    <a:cxn ang="0">
                      <a:pos x="T2" y="T3"/>
                    </a:cxn>
                    <a:cxn ang="0">
                      <a:pos x="T4" y="T5"/>
                    </a:cxn>
                    <a:cxn ang="0">
                      <a:pos x="T6" y="T7"/>
                    </a:cxn>
                    <a:cxn ang="0">
                      <a:pos x="T8" y="T9"/>
                    </a:cxn>
                  </a:cxnLst>
                  <a:rect l="0" t="0" r="r" b="b"/>
                  <a:pathLst>
                    <a:path w="49" h="49">
                      <a:moveTo>
                        <a:pt x="31" y="4"/>
                      </a:moveTo>
                      <a:cubicBezTo>
                        <a:pt x="43" y="7"/>
                        <a:pt x="49" y="20"/>
                        <a:pt x="45" y="31"/>
                      </a:cubicBezTo>
                      <a:cubicBezTo>
                        <a:pt x="41" y="42"/>
                        <a:pt x="29" y="49"/>
                        <a:pt x="18" y="45"/>
                      </a:cubicBezTo>
                      <a:cubicBezTo>
                        <a:pt x="6" y="41"/>
                        <a:pt x="0" y="29"/>
                        <a:pt x="4" y="18"/>
                      </a:cubicBezTo>
                      <a:cubicBezTo>
                        <a:pt x="7" y="6"/>
                        <a:pt x="20" y="0"/>
                        <a:pt x="31" y="4"/>
                      </a:cubicBezTo>
                      <a:close/>
                    </a:path>
                  </a:pathLst>
                </a:custGeom>
                <a:solidFill>
                  <a:schemeClr val="accent6"/>
                </a:solidFill>
                <a:ln>
                  <a:noFill/>
                </a:ln>
              </p:spPr>
              <p:txBody>
                <a:bodyPr/>
                <a:lstStyle/>
                <a:p>
                  <a:pPr eaLnBrk="1" fontAlgn="auto" hangingPunct="1">
                    <a:spcBef>
                      <a:spcPts val="0"/>
                    </a:spcBef>
                    <a:spcAft>
                      <a:spcPts val="0"/>
                    </a:spcAft>
                    <a:defRPr/>
                  </a:pPr>
                  <a:endParaRPr lang="ru-UA">
                    <a:latin typeface="+mn-lt"/>
                  </a:endParaRPr>
                </a:p>
              </p:txBody>
            </p:sp>
            <p:sp>
              <p:nvSpPr>
                <p:cNvPr id="15" name="Freeform 14">
                  <a:extLst>
                    <a:ext uri="{FF2B5EF4-FFF2-40B4-BE49-F238E27FC236}">
                      <a16:creationId xmlns:a16="http://schemas.microsoft.com/office/drawing/2014/main" id="{D47F70A7-2FB5-D205-75C8-9BD8B039DF10}"/>
                    </a:ext>
                  </a:extLst>
                </p:cNvPr>
                <p:cNvSpPr>
                  <a:spLocks/>
                </p:cNvSpPr>
                <p:nvPr/>
              </p:nvSpPr>
              <p:spPr bwMode="auto">
                <a:xfrm>
                  <a:off x="5946775" y="3786188"/>
                  <a:ext cx="347663" cy="344488"/>
                </a:xfrm>
                <a:custGeom>
                  <a:avLst/>
                  <a:gdLst>
                    <a:gd name="T0" fmla="*/ 58 w 91"/>
                    <a:gd name="T1" fmla="*/ 7 h 90"/>
                    <a:gd name="T2" fmla="*/ 84 w 91"/>
                    <a:gd name="T3" fmla="*/ 58 h 90"/>
                    <a:gd name="T4" fmla="*/ 33 w 91"/>
                    <a:gd name="T5" fmla="*/ 84 h 90"/>
                    <a:gd name="T6" fmla="*/ 7 w 91"/>
                    <a:gd name="T7" fmla="*/ 33 h 90"/>
                    <a:gd name="T8" fmla="*/ 58 w 91"/>
                    <a:gd name="T9" fmla="*/ 7 h 90"/>
                  </a:gdLst>
                  <a:ahLst/>
                  <a:cxnLst>
                    <a:cxn ang="0">
                      <a:pos x="T0" y="T1"/>
                    </a:cxn>
                    <a:cxn ang="0">
                      <a:pos x="T2" y="T3"/>
                    </a:cxn>
                    <a:cxn ang="0">
                      <a:pos x="T4" y="T5"/>
                    </a:cxn>
                    <a:cxn ang="0">
                      <a:pos x="T6" y="T7"/>
                    </a:cxn>
                    <a:cxn ang="0">
                      <a:pos x="T8" y="T9"/>
                    </a:cxn>
                  </a:cxnLst>
                  <a:rect l="0" t="0" r="r" b="b"/>
                  <a:pathLst>
                    <a:path w="91" h="90">
                      <a:moveTo>
                        <a:pt x="58" y="7"/>
                      </a:moveTo>
                      <a:cubicBezTo>
                        <a:pt x="79" y="14"/>
                        <a:pt x="91" y="37"/>
                        <a:pt x="84" y="58"/>
                      </a:cubicBezTo>
                      <a:cubicBezTo>
                        <a:pt x="77" y="79"/>
                        <a:pt x="54" y="90"/>
                        <a:pt x="33" y="84"/>
                      </a:cubicBezTo>
                      <a:cubicBezTo>
                        <a:pt x="12" y="77"/>
                        <a:pt x="0" y="54"/>
                        <a:pt x="7" y="33"/>
                      </a:cubicBezTo>
                      <a:cubicBezTo>
                        <a:pt x="14" y="12"/>
                        <a:pt x="37" y="0"/>
                        <a:pt x="58" y="7"/>
                      </a:cubicBezTo>
                      <a:close/>
                    </a:path>
                  </a:pathLst>
                </a:custGeom>
                <a:noFill/>
                <a:ln w="53975" cap="flat">
                  <a:solidFill>
                    <a:schemeClr val="accent6"/>
                  </a:solidFill>
                  <a:prstDash val="solid"/>
                  <a:miter lim="800000"/>
                  <a:headEnd/>
                  <a:tailEnd/>
                </a:ln>
              </p:spPr>
              <p:txBody>
                <a:bodyPr/>
                <a:lstStyle/>
                <a:p>
                  <a:pPr eaLnBrk="1" fontAlgn="auto" hangingPunct="1">
                    <a:spcBef>
                      <a:spcPts val="0"/>
                    </a:spcBef>
                    <a:spcAft>
                      <a:spcPts val="0"/>
                    </a:spcAft>
                    <a:defRPr/>
                  </a:pPr>
                  <a:endParaRPr lang="ru-UA">
                    <a:latin typeface="+mn-lt"/>
                  </a:endParaRPr>
                </a:p>
              </p:txBody>
            </p:sp>
          </p:grpSp>
          <p:sp>
            <p:nvSpPr>
              <p:cNvPr id="19" name="Freeform 18">
                <a:extLst>
                  <a:ext uri="{FF2B5EF4-FFF2-40B4-BE49-F238E27FC236}">
                    <a16:creationId xmlns:a16="http://schemas.microsoft.com/office/drawing/2014/main" id="{FA8B267D-6620-B57E-C99A-7B2F2E23689D}"/>
                  </a:ext>
                </a:extLst>
              </p:cNvPr>
              <p:cNvSpPr>
                <a:spLocks/>
              </p:cNvSpPr>
              <p:nvPr/>
            </p:nvSpPr>
            <p:spPr bwMode="auto">
              <a:xfrm>
                <a:off x="6318250" y="3694113"/>
                <a:ext cx="5001513" cy="891778"/>
              </a:xfrm>
              <a:custGeom>
                <a:avLst/>
                <a:gdLst>
                  <a:gd name="T0" fmla="*/ 672 w 815"/>
                  <a:gd name="T1" fmla="*/ 0 h 287"/>
                  <a:gd name="T2" fmla="*/ 175 w 815"/>
                  <a:gd name="T3" fmla="*/ 0 h 287"/>
                  <a:gd name="T4" fmla="*/ 51 w 815"/>
                  <a:gd name="T5" fmla="*/ 75 h 287"/>
                  <a:gd name="T6" fmla="*/ 0 w 815"/>
                  <a:gd name="T7" fmla="*/ 86 h 287"/>
                  <a:gd name="T8" fmla="*/ 35 w 815"/>
                  <a:gd name="T9" fmla="*/ 125 h 287"/>
                  <a:gd name="T10" fmla="*/ 133 w 815"/>
                  <a:gd name="T11" fmla="*/ 280 h 287"/>
                  <a:gd name="T12" fmla="*/ 175 w 815"/>
                  <a:gd name="T13" fmla="*/ 287 h 287"/>
                  <a:gd name="T14" fmla="*/ 672 w 815"/>
                  <a:gd name="T15" fmla="*/ 287 h 287"/>
                  <a:gd name="T16" fmla="*/ 815 w 815"/>
                  <a:gd name="T17" fmla="*/ 143 h 287"/>
                  <a:gd name="T18" fmla="*/ 672 w 815"/>
                  <a:gd name="T19"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5" h="287">
                    <a:moveTo>
                      <a:pt x="672" y="0"/>
                    </a:moveTo>
                    <a:cubicBezTo>
                      <a:pt x="672" y="0"/>
                      <a:pt x="175" y="0"/>
                      <a:pt x="175" y="0"/>
                    </a:cubicBezTo>
                    <a:cubicBezTo>
                      <a:pt x="124" y="1"/>
                      <a:pt x="76" y="29"/>
                      <a:pt x="51" y="75"/>
                    </a:cubicBezTo>
                    <a:cubicBezTo>
                      <a:pt x="0" y="86"/>
                      <a:pt x="0" y="86"/>
                      <a:pt x="0" y="86"/>
                    </a:cubicBezTo>
                    <a:cubicBezTo>
                      <a:pt x="35" y="125"/>
                      <a:pt x="35" y="125"/>
                      <a:pt x="35" y="125"/>
                    </a:cubicBezTo>
                    <a:cubicBezTo>
                      <a:pt x="26" y="192"/>
                      <a:pt x="66" y="258"/>
                      <a:pt x="133" y="280"/>
                    </a:cubicBezTo>
                    <a:cubicBezTo>
                      <a:pt x="147" y="284"/>
                      <a:pt x="161" y="286"/>
                      <a:pt x="175" y="287"/>
                    </a:cubicBezTo>
                    <a:cubicBezTo>
                      <a:pt x="175" y="287"/>
                      <a:pt x="672" y="287"/>
                      <a:pt x="672" y="287"/>
                    </a:cubicBezTo>
                    <a:cubicBezTo>
                      <a:pt x="751" y="287"/>
                      <a:pt x="815" y="223"/>
                      <a:pt x="815" y="143"/>
                    </a:cubicBezTo>
                    <a:cubicBezTo>
                      <a:pt x="815" y="64"/>
                      <a:pt x="751" y="0"/>
                      <a:pt x="672" y="0"/>
                    </a:cubicBezTo>
                    <a:close/>
                  </a:path>
                </a:pathLst>
              </a:custGeom>
              <a:ln/>
            </p:spPr>
            <p:style>
              <a:lnRef idx="2">
                <a:schemeClr val="accent5"/>
              </a:lnRef>
              <a:fillRef idx="1">
                <a:schemeClr val="lt1"/>
              </a:fillRef>
              <a:effectRef idx="0">
                <a:schemeClr val="accent5"/>
              </a:effectRef>
              <a:fontRef idx="minor">
                <a:schemeClr val="dk1"/>
              </a:fontRef>
            </p:style>
            <p:txBody>
              <a:bodyPr/>
              <a:lstStyle/>
              <a:p>
                <a:pPr eaLnBrk="1" fontAlgn="auto" hangingPunct="1">
                  <a:spcBef>
                    <a:spcPts val="0"/>
                  </a:spcBef>
                  <a:spcAft>
                    <a:spcPts val="0"/>
                  </a:spcAft>
                  <a:defRPr/>
                </a:pPr>
                <a:endParaRPr lang="ru-UA" dirty="0">
                  <a:latin typeface="+mn-lt"/>
                </a:endParaRPr>
              </a:p>
            </p:txBody>
          </p:sp>
        </p:grpSp>
        <p:grpSp>
          <p:nvGrpSpPr>
            <p:cNvPr id="31" name="Group 30">
              <a:extLst>
                <a:ext uri="{FF2B5EF4-FFF2-40B4-BE49-F238E27FC236}">
                  <a16:creationId xmlns:a16="http://schemas.microsoft.com/office/drawing/2014/main" id="{DABFF94B-E91A-834F-8D93-9BEF650914D4}"/>
                </a:ext>
              </a:extLst>
            </p:cNvPr>
            <p:cNvGrpSpPr/>
            <p:nvPr/>
          </p:nvGrpSpPr>
          <p:grpSpPr>
            <a:xfrm>
              <a:off x="5324475" y="4638675"/>
              <a:ext cx="5181527" cy="1466850"/>
              <a:chOff x="5324475" y="4638675"/>
              <a:chExt cx="5181527" cy="1466850"/>
            </a:xfrm>
          </p:grpSpPr>
          <p:grpSp>
            <p:nvGrpSpPr>
              <p:cNvPr id="22" name="Group 21">
                <a:extLst>
                  <a:ext uri="{FF2B5EF4-FFF2-40B4-BE49-F238E27FC236}">
                    <a16:creationId xmlns:a16="http://schemas.microsoft.com/office/drawing/2014/main" id="{0B5629CB-3279-EEDA-F3F5-AF3AECFE6669}"/>
                  </a:ext>
                </a:extLst>
              </p:cNvPr>
              <p:cNvGrpSpPr>
                <a:grpSpLocks/>
              </p:cNvGrpSpPr>
              <p:nvPr/>
            </p:nvGrpSpPr>
            <p:grpSpPr bwMode="auto">
              <a:xfrm>
                <a:off x="5324475" y="4638675"/>
                <a:ext cx="347663" cy="350838"/>
                <a:chOff x="5324475" y="4638675"/>
                <a:chExt cx="347663" cy="350838"/>
              </a:xfrm>
            </p:grpSpPr>
            <p:sp>
              <p:nvSpPr>
                <p:cNvPr id="6" name="Freeform 5">
                  <a:extLst>
                    <a:ext uri="{FF2B5EF4-FFF2-40B4-BE49-F238E27FC236}">
                      <a16:creationId xmlns:a16="http://schemas.microsoft.com/office/drawing/2014/main" id="{17B5A19F-BDFC-3317-086A-077BD23F6438}"/>
                    </a:ext>
                  </a:extLst>
                </p:cNvPr>
                <p:cNvSpPr>
                  <a:spLocks/>
                </p:cNvSpPr>
                <p:nvPr/>
              </p:nvSpPr>
              <p:spPr bwMode="auto">
                <a:xfrm>
                  <a:off x="5405438" y="4718050"/>
                  <a:ext cx="185737" cy="192088"/>
                </a:xfrm>
                <a:custGeom>
                  <a:avLst/>
                  <a:gdLst>
                    <a:gd name="T0" fmla="*/ 42 w 49"/>
                    <a:gd name="T1" fmla="*/ 12 h 50"/>
                    <a:gd name="T2" fmla="*/ 38 w 49"/>
                    <a:gd name="T3" fmla="*/ 43 h 50"/>
                    <a:gd name="T4" fmla="*/ 7 w 49"/>
                    <a:gd name="T5" fmla="*/ 38 h 50"/>
                    <a:gd name="T6" fmla="*/ 12 w 49"/>
                    <a:gd name="T7" fmla="*/ 8 h 50"/>
                    <a:gd name="T8" fmla="*/ 42 w 49"/>
                    <a:gd name="T9" fmla="*/ 12 h 50"/>
                  </a:gdLst>
                  <a:ahLst/>
                  <a:cxnLst>
                    <a:cxn ang="0">
                      <a:pos x="T0" y="T1"/>
                    </a:cxn>
                    <a:cxn ang="0">
                      <a:pos x="T2" y="T3"/>
                    </a:cxn>
                    <a:cxn ang="0">
                      <a:pos x="T4" y="T5"/>
                    </a:cxn>
                    <a:cxn ang="0">
                      <a:pos x="T6" y="T7"/>
                    </a:cxn>
                    <a:cxn ang="0">
                      <a:pos x="T8" y="T9"/>
                    </a:cxn>
                  </a:cxnLst>
                  <a:rect l="0" t="0" r="r" b="b"/>
                  <a:pathLst>
                    <a:path w="49" h="50">
                      <a:moveTo>
                        <a:pt x="42" y="12"/>
                      </a:moveTo>
                      <a:cubicBezTo>
                        <a:pt x="49" y="22"/>
                        <a:pt x="47" y="36"/>
                        <a:pt x="38" y="43"/>
                      </a:cubicBezTo>
                      <a:cubicBezTo>
                        <a:pt x="28" y="50"/>
                        <a:pt x="14" y="48"/>
                        <a:pt x="7" y="38"/>
                      </a:cubicBezTo>
                      <a:cubicBezTo>
                        <a:pt x="0" y="28"/>
                        <a:pt x="2" y="15"/>
                        <a:pt x="12" y="8"/>
                      </a:cubicBezTo>
                      <a:cubicBezTo>
                        <a:pt x="22" y="0"/>
                        <a:pt x="35" y="3"/>
                        <a:pt x="42" y="12"/>
                      </a:cubicBezTo>
                      <a:close/>
                    </a:path>
                  </a:pathLst>
                </a:custGeom>
                <a:solidFill>
                  <a:schemeClr val="accent5"/>
                </a:solidFill>
                <a:ln>
                  <a:noFill/>
                </a:ln>
              </p:spPr>
              <p:txBody>
                <a:bodyPr/>
                <a:lstStyle/>
                <a:p>
                  <a:pPr eaLnBrk="1" fontAlgn="auto" hangingPunct="1">
                    <a:spcBef>
                      <a:spcPts val="0"/>
                    </a:spcBef>
                    <a:spcAft>
                      <a:spcPts val="0"/>
                    </a:spcAft>
                    <a:defRPr/>
                  </a:pPr>
                  <a:endParaRPr lang="ru-UA">
                    <a:latin typeface="+mn-lt"/>
                  </a:endParaRPr>
                </a:p>
              </p:txBody>
            </p:sp>
            <p:sp>
              <p:nvSpPr>
                <p:cNvPr id="14" name="Freeform 13">
                  <a:extLst>
                    <a:ext uri="{FF2B5EF4-FFF2-40B4-BE49-F238E27FC236}">
                      <a16:creationId xmlns:a16="http://schemas.microsoft.com/office/drawing/2014/main" id="{EA11AE4A-B2AC-5F06-F1E8-F4DA1C83EE3C}"/>
                    </a:ext>
                  </a:extLst>
                </p:cNvPr>
                <p:cNvSpPr>
                  <a:spLocks/>
                </p:cNvSpPr>
                <p:nvPr/>
              </p:nvSpPr>
              <p:spPr bwMode="auto">
                <a:xfrm>
                  <a:off x="5324475" y="4638675"/>
                  <a:ext cx="347663" cy="350838"/>
                </a:xfrm>
                <a:custGeom>
                  <a:avLst/>
                  <a:gdLst>
                    <a:gd name="T0" fmla="*/ 78 w 91"/>
                    <a:gd name="T1" fmla="*/ 22 h 92"/>
                    <a:gd name="T2" fmla="*/ 69 w 91"/>
                    <a:gd name="T3" fmla="*/ 79 h 92"/>
                    <a:gd name="T4" fmla="*/ 13 w 91"/>
                    <a:gd name="T5" fmla="*/ 70 h 92"/>
                    <a:gd name="T6" fmla="*/ 22 w 91"/>
                    <a:gd name="T7" fmla="*/ 14 h 92"/>
                    <a:gd name="T8" fmla="*/ 78 w 91"/>
                    <a:gd name="T9" fmla="*/ 22 h 92"/>
                  </a:gdLst>
                  <a:ahLst/>
                  <a:cxnLst>
                    <a:cxn ang="0">
                      <a:pos x="T0" y="T1"/>
                    </a:cxn>
                    <a:cxn ang="0">
                      <a:pos x="T2" y="T3"/>
                    </a:cxn>
                    <a:cxn ang="0">
                      <a:pos x="T4" y="T5"/>
                    </a:cxn>
                    <a:cxn ang="0">
                      <a:pos x="T6" y="T7"/>
                    </a:cxn>
                    <a:cxn ang="0">
                      <a:pos x="T8" y="T9"/>
                    </a:cxn>
                  </a:cxnLst>
                  <a:rect l="0" t="0" r="r" b="b"/>
                  <a:pathLst>
                    <a:path w="91" h="92">
                      <a:moveTo>
                        <a:pt x="78" y="22"/>
                      </a:moveTo>
                      <a:cubicBezTo>
                        <a:pt x="91" y="40"/>
                        <a:pt x="87" y="66"/>
                        <a:pt x="69" y="79"/>
                      </a:cubicBezTo>
                      <a:cubicBezTo>
                        <a:pt x="51" y="92"/>
                        <a:pt x="26" y="88"/>
                        <a:pt x="13" y="70"/>
                      </a:cubicBezTo>
                      <a:cubicBezTo>
                        <a:pt x="0" y="52"/>
                        <a:pt x="4" y="27"/>
                        <a:pt x="22" y="14"/>
                      </a:cubicBezTo>
                      <a:cubicBezTo>
                        <a:pt x="40" y="0"/>
                        <a:pt x="65" y="4"/>
                        <a:pt x="78" y="22"/>
                      </a:cubicBezTo>
                      <a:close/>
                    </a:path>
                  </a:pathLst>
                </a:custGeom>
                <a:noFill/>
                <a:ln w="53975" cap="flat">
                  <a:solidFill>
                    <a:schemeClr val="accent5"/>
                  </a:solidFill>
                  <a:prstDash val="solid"/>
                  <a:miter lim="800000"/>
                  <a:headEnd/>
                  <a:tailEnd/>
                </a:ln>
              </p:spPr>
              <p:txBody>
                <a:bodyPr/>
                <a:lstStyle/>
                <a:p>
                  <a:pPr eaLnBrk="1" fontAlgn="auto" hangingPunct="1">
                    <a:spcBef>
                      <a:spcPts val="0"/>
                    </a:spcBef>
                    <a:spcAft>
                      <a:spcPts val="0"/>
                    </a:spcAft>
                    <a:defRPr/>
                  </a:pPr>
                  <a:endParaRPr lang="ru-UA">
                    <a:latin typeface="+mn-lt"/>
                  </a:endParaRPr>
                </a:p>
              </p:txBody>
            </p:sp>
          </p:grpSp>
          <p:sp>
            <p:nvSpPr>
              <p:cNvPr id="18" name="Freeform 17">
                <a:extLst>
                  <a:ext uri="{FF2B5EF4-FFF2-40B4-BE49-F238E27FC236}">
                    <a16:creationId xmlns:a16="http://schemas.microsoft.com/office/drawing/2014/main" id="{F3FF225E-6A25-5FBC-B303-3880771D8C8B}"/>
                  </a:ext>
                </a:extLst>
              </p:cNvPr>
              <p:cNvSpPr>
                <a:spLocks/>
              </p:cNvSpPr>
              <p:nvPr/>
            </p:nvSpPr>
            <p:spPr bwMode="auto">
              <a:xfrm>
                <a:off x="5438775" y="4981575"/>
                <a:ext cx="5067227" cy="1123950"/>
              </a:xfrm>
              <a:custGeom>
                <a:avLst/>
                <a:gdLst>
                  <a:gd name="T0" fmla="*/ 653 w 796"/>
                  <a:gd name="T1" fmla="*/ 7 h 294"/>
                  <a:gd name="T2" fmla="*/ 157 w 796"/>
                  <a:gd name="T3" fmla="*/ 7 h 294"/>
                  <a:gd name="T4" fmla="*/ 95 w 796"/>
                  <a:gd name="T5" fmla="*/ 21 h 294"/>
                  <a:gd name="T6" fmla="*/ 48 w 796"/>
                  <a:gd name="T7" fmla="*/ 0 h 294"/>
                  <a:gd name="T8" fmla="*/ 53 w 796"/>
                  <a:gd name="T9" fmla="*/ 52 h 294"/>
                  <a:gd name="T10" fmla="*/ 41 w 796"/>
                  <a:gd name="T11" fmla="*/ 235 h 294"/>
                  <a:gd name="T12" fmla="*/ 156 w 796"/>
                  <a:gd name="T13" fmla="*/ 294 h 294"/>
                  <a:gd name="T14" fmla="*/ 652 w 796"/>
                  <a:gd name="T15" fmla="*/ 294 h 294"/>
                  <a:gd name="T16" fmla="*/ 796 w 796"/>
                  <a:gd name="T17" fmla="*/ 151 h 294"/>
                  <a:gd name="T18" fmla="*/ 653 w 796"/>
                  <a:gd name="T19" fmla="*/ 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6" h="294">
                    <a:moveTo>
                      <a:pt x="653" y="7"/>
                    </a:moveTo>
                    <a:cubicBezTo>
                      <a:pt x="652" y="7"/>
                      <a:pt x="157" y="7"/>
                      <a:pt x="157" y="7"/>
                    </a:cubicBezTo>
                    <a:cubicBezTo>
                      <a:pt x="136" y="7"/>
                      <a:pt x="115" y="12"/>
                      <a:pt x="95" y="21"/>
                    </a:cubicBezTo>
                    <a:cubicBezTo>
                      <a:pt x="48" y="0"/>
                      <a:pt x="48" y="0"/>
                      <a:pt x="48" y="0"/>
                    </a:cubicBezTo>
                    <a:cubicBezTo>
                      <a:pt x="53" y="52"/>
                      <a:pt x="53" y="52"/>
                      <a:pt x="53" y="52"/>
                    </a:cubicBezTo>
                    <a:cubicBezTo>
                      <a:pt x="6" y="101"/>
                      <a:pt x="0" y="178"/>
                      <a:pt x="41" y="235"/>
                    </a:cubicBezTo>
                    <a:cubicBezTo>
                      <a:pt x="69" y="273"/>
                      <a:pt x="112" y="293"/>
                      <a:pt x="156" y="294"/>
                    </a:cubicBezTo>
                    <a:cubicBezTo>
                      <a:pt x="156" y="294"/>
                      <a:pt x="652" y="294"/>
                      <a:pt x="652" y="294"/>
                    </a:cubicBezTo>
                    <a:cubicBezTo>
                      <a:pt x="732" y="294"/>
                      <a:pt x="796" y="230"/>
                      <a:pt x="796" y="151"/>
                    </a:cubicBezTo>
                    <a:cubicBezTo>
                      <a:pt x="796" y="71"/>
                      <a:pt x="732" y="7"/>
                      <a:pt x="653" y="7"/>
                    </a:cubicBezTo>
                    <a:close/>
                  </a:path>
                </a:pathLst>
              </a:custGeom>
              <a:ln/>
            </p:spPr>
            <p:style>
              <a:lnRef idx="2">
                <a:schemeClr val="accent4"/>
              </a:lnRef>
              <a:fillRef idx="1">
                <a:schemeClr val="lt1"/>
              </a:fillRef>
              <a:effectRef idx="0">
                <a:schemeClr val="accent4"/>
              </a:effectRef>
              <a:fontRef idx="minor">
                <a:schemeClr val="dk1"/>
              </a:fontRef>
            </p:style>
            <p:txBody>
              <a:bodyPr/>
              <a:lstStyle/>
              <a:p>
                <a:pPr eaLnBrk="1" fontAlgn="auto" hangingPunct="1">
                  <a:spcBef>
                    <a:spcPts val="0"/>
                  </a:spcBef>
                  <a:spcAft>
                    <a:spcPts val="0"/>
                  </a:spcAft>
                  <a:defRPr/>
                </a:pPr>
                <a:endParaRPr lang="ru-UA">
                  <a:latin typeface="+mn-lt"/>
                </a:endParaRPr>
              </a:p>
            </p:txBody>
          </p:sp>
        </p:grpSp>
      </p:grpSp>
      <p:sp>
        <p:nvSpPr>
          <p:cNvPr id="17" name="TextBox 16">
            <a:extLst>
              <a:ext uri="{FF2B5EF4-FFF2-40B4-BE49-F238E27FC236}">
                <a16:creationId xmlns:a16="http://schemas.microsoft.com/office/drawing/2014/main" id="{00087B88-60DA-5C65-A069-D9A48AA2A6BB}"/>
              </a:ext>
            </a:extLst>
          </p:cNvPr>
          <p:cNvSpPr txBox="1"/>
          <p:nvPr/>
        </p:nvSpPr>
        <p:spPr>
          <a:xfrm>
            <a:off x="8470209" y="5007709"/>
            <a:ext cx="184731" cy="369332"/>
          </a:xfrm>
          <a:prstGeom prst="rect">
            <a:avLst/>
          </a:prstGeom>
          <a:noFill/>
        </p:spPr>
        <p:txBody>
          <a:bodyPr wrap="none" rtlCol="0">
            <a:spAutoFit/>
          </a:bodyPr>
          <a:lstStyle/>
          <a:p>
            <a:endParaRPr lang="en-US" dirty="0"/>
          </a:p>
        </p:txBody>
      </p:sp>
      <p:grpSp>
        <p:nvGrpSpPr>
          <p:cNvPr id="9" name="Group 8">
            <a:extLst>
              <a:ext uri="{FF2B5EF4-FFF2-40B4-BE49-F238E27FC236}">
                <a16:creationId xmlns:a16="http://schemas.microsoft.com/office/drawing/2014/main" id="{5644582E-4FA3-3D1A-00E7-12472CF9198D}"/>
              </a:ext>
            </a:extLst>
          </p:cNvPr>
          <p:cNvGrpSpPr/>
          <p:nvPr/>
        </p:nvGrpSpPr>
        <p:grpSpPr>
          <a:xfrm>
            <a:off x="3945307" y="1355313"/>
            <a:ext cx="6089574" cy="571110"/>
            <a:chOff x="5712124" y="1351277"/>
            <a:chExt cx="4589334" cy="571110"/>
          </a:xfrm>
        </p:grpSpPr>
        <p:sp>
          <p:nvSpPr>
            <p:cNvPr id="16" name="TextBox 15">
              <a:extLst>
                <a:ext uri="{FF2B5EF4-FFF2-40B4-BE49-F238E27FC236}">
                  <a16:creationId xmlns:a16="http://schemas.microsoft.com/office/drawing/2014/main" id="{F88FAE44-0C81-9E25-E0AA-3F6E4A56A781}"/>
                </a:ext>
              </a:extLst>
            </p:cNvPr>
            <p:cNvSpPr txBox="1"/>
            <p:nvPr/>
          </p:nvSpPr>
          <p:spPr>
            <a:xfrm>
              <a:off x="6209711" y="1411013"/>
              <a:ext cx="4091747" cy="369332"/>
            </a:xfrm>
            <a:prstGeom prst="rect">
              <a:avLst/>
            </a:prstGeom>
            <a:noFill/>
          </p:spPr>
          <p:txBody>
            <a:bodyPr wrap="square">
              <a:spAutoFit/>
            </a:bodyPr>
            <a:lstStyle/>
            <a:p>
              <a:pPr algn="ctr"/>
              <a:r>
                <a:rPr lang="fr-FR" b="1" dirty="0"/>
                <a:t>Tests manuels : longs, répétitifs, non documentés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3" name="Picture 22" descr="A logo of a manual&#10;&#10;AI-generated content may be incorrect.">
              <a:extLst>
                <a:ext uri="{FF2B5EF4-FFF2-40B4-BE49-F238E27FC236}">
                  <a16:creationId xmlns:a16="http://schemas.microsoft.com/office/drawing/2014/main" id="{F31A0D85-DA39-6521-CD4F-CA68ED7EA5D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712124" y="1351277"/>
              <a:ext cx="571110" cy="571110"/>
            </a:xfrm>
            <a:prstGeom prst="rect">
              <a:avLst/>
            </a:prstGeom>
          </p:spPr>
        </p:pic>
      </p:grpSp>
      <p:grpSp>
        <p:nvGrpSpPr>
          <p:cNvPr id="24" name="Group 23">
            <a:extLst>
              <a:ext uri="{FF2B5EF4-FFF2-40B4-BE49-F238E27FC236}">
                <a16:creationId xmlns:a16="http://schemas.microsoft.com/office/drawing/2014/main" id="{690641E2-CBF1-F9A7-91DC-907C4EF60BF9}"/>
              </a:ext>
            </a:extLst>
          </p:cNvPr>
          <p:cNvGrpSpPr/>
          <p:nvPr/>
        </p:nvGrpSpPr>
        <p:grpSpPr>
          <a:xfrm>
            <a:off x="5011266" y="2647517"/>
            <a:ext cx="4985607" cy="668711"/>
            <a:chOff x="6661684" y="2600836"/>
            <a:chExt cx="4278674" cy="553063"/>
          </a:xfrm>
        </p:grpSpPr>
        <p:sp>
          <p:nvSpPr>
            <p:cNvPr id="25" name="TextBox 24">
              <a:extLst>
                <a:ext uri="{FF2B5EF4-FFF2-40B4-BE49-F238E27FC236}">
                  <a16:creationId xmlns:a16="http://schemas.microsoft.com/office/drawing/2014/main" id="{DCE54CDA-C3E9-192E-E97E-A41C2906CE8B}"/>
                </a:ext>
              </a:extLst>
            </p:cNvPr>
            <p:cNvSpPr txBox="1"/>
            <p:nvPr/>
          </p:nvSpPr>
          <p:spPr>
            <a:xfrm>
              <a:off x="7281551" y="2600836"/>
              <a:ext cx="3658807" cy="534553"/>
            </a:xfrm>
            <a:prstGeom prst="rect">
              <a:avLst/>
            </a:prstGeom>
            <a:noFill/>
          </p:spPr>
          <p:txBody>
            <a:bodyPr wrap="square">
              <a:spAutoFit/>
            </a:bodyPr>
            <a:lstStyle/>
            <a:p>
              <a:r>
                <a:rPr lang="fr-FR" b="1" dirty="0"/>
                <a:t>Pas de séparation Dev / Test → biais de validation</a:t>
              </a:r>
              <a:endParaRPr lang="fr-FR"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8CE77182-2AF3-B239-9586-D77EB4A13DA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6661684" y="2641067"/>
              <a:ext cx="503942" cy="512832"/>
            </a:xfrm>
            <a:prstGeom prst="rect">
              <a:avLst/>
            </a:prstGeom>
          </p:spPr>
        </p:pic>
      </p:grpSp>
      <p:grpSp>
        <p:nvGrpSpPr>
          <p:cNvPr id="33" name="Group 32">
            <a:extLst>
              <a:ext uri="{FF2B5EF4-FFF2-40B4-BE49-F238E27FC236}">
                <a16:creationId xmlns:a16="http://schemas.microsoft.com/office/drawing/2014/main" id="{D38AA71D-4302-E149-F8D4-DA11D8DD319D}"/>
              </a:ext>
            </a:extLst>
          </p:cNvPr>
          <p:cNvGrpSpPr/>
          <p:nvPr/>
        </p:nvGrpSpPr>
        <p:grpSpPr>
          <a:xfrm>
            <a:off x="5141432" y="4310104"/>
            <a:ext cx="5092586" cy="484507"/>
            <a:chOff x="6565262" y="4256987"/>
            <a:chExt cx="5092586" cy="484507"/>
          </a:xfrm>
        </p:grpSpPr>
        <p:sp>
          <p:nvSpPr>
            <p:cNvPr id="34" name="TextBox 33">
              <a:extLst>
                <a:ext uri="{FF2B5EF4-FFF2-40B4-BE49-F238E27FC236}">
                  <a16:creationId xmlns:a16="http://schemas.microsoft.com/office/drawing/2014/main" id="{A076B06F-72D4-38CA-042B-9CCBDCABA5DE}"/>
                </a:ext>
              </a:extLst>
            </p:cNvPr>
            <p:cNvSpPr txBox="1"/>
            <p:nvPr/>
          </p:nvSpPr>
          <p:spPr>
            <a:xfrm>
              <a:off x="7111638" y="4328290"/>
              <a:ext cx="4546210" cy="369332"/>
            </a:xfrm>
            <a:prstGeom prst="rect">
              <a:avLst/>
            </a:prstGeom>
            <a:noFill/>
          </p:spPr>
          <p:txBody>
            <a:bodyPr wrap="square">
              <a:spAutoFit/>
            </a:bodyPr>
            <a:lstStyle/>
            <a:p>
              <a:r>
                <a:rPr lang="fr-FR" b="1" dirty="0"/>
                <a:t>Absence de tests de performance et sécurité</a:t>
              </a:r>
              <a:endParaRPr lang="fr-FR"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5" name="Picture 34" descr="A magnifying glass and colorful bars&#10;&#10;AI-generated content may be incorrect.">
              <a:extLst>
                <a:ext uri="{FF2B5EF4-FFF2-40B4-BE49-F238E27FC236}">
                  <a16:creationId xmlns:a16="http://schemas.microsoft.com/office/drawing/2014/main" id="{0D4EB047-2768-A1A8-F118-FE105C169227}"/>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6565262" y="4256987"/>
              <a:ext cx="484507" cy="484507"/>
            </a:xfrm>
            <a:prstGeom prst="rect">
              <a:avLst/>
            </a:prstGeom>
          </p:spPr>
        </p:pic>
      </p:grpSp>
      <p:grpSp>
        <p:nvGrpSpPr>
          <p:cNvPr id="36" name="Group 35">
            <a:extLst>
              <a:ext uri="{FF2B5EF4-FFF2-40B4-BE49-F238E27FC236}">
                <a16:creationId xmlns:a16="http://schemas.microsoft.com/office/drawing/2014/main" id="{4E86430A-1ACB-54EC-D3E3-256B4F5FC024}"/>
              </a:ext>
            </a:extLst>
          </p:cNvPr>
          <p:cNvGrpSpPr/>
          <p:nvPr/>
        </p:nvGrpSpPr>
        <p:grpSpPr>
          <a:xfrm>
            <a:off x="4149653" y="5603158"/>
            <a:ext cx="4803208" cy="806063"/>
            <a:chOff x="5835859" y="5605052"/>
            <a:chExt cx="4803208" cy="806063"/>
          </a:xfrm>
        </p:grpSpPr>
        <p:pic>
          <p:nvPicPr>
            <p:cNvPr id="37" name="Picture 36">
              <a:extLst>
                <a:ext uri="{FF2B5EF4-FFF2-40B4-BE49-F238E27FC236}">
                  <a16:creationId xmlns:a16="http://schemas.microsoft.com/office/drawing/2014/main" id="{67EAD3B2-1CEE-A5EB-6F22-131272B5F41D}"/>
                </a:ext>
              </a:extLst>
            </p:cNvPr>
            <p:cNvPicPr>
              <a:picLocks noChangeAspect="1"/>
            </p:cNvPicPr>
            <p:nvPr/>
          </p:nvPicPr>
          <p:blipFill>
            <a:blip r:embed="rId7"/>
            <a:stretch>
              <a:fillRect/>
            </a:stretch>
          </p:blipFill>
          <p:spPr>
            <a:xfrm>
              <a:off x="5835859" y="5605052"/>
              <a:ext cx="559558" cy="559558"/>
            </a:xfrm>
            <a:prstGeom prst="rect">
              <a:avLst/>
            </a:prstGeom>
          </p:spPr>
        </p:pic>
        <p:sp>
          <p:nvSpPr>
            <p:cNvPr id="38" name="TextBox 37">
              <a:extLst>
                <a:ext uri="{FF2B5EF4-FFF2-40B4-BE49-F238E27FC236}">
                  <a16:creationId xmlns:a16="http://schemas.microsoft.com/office/drawing/2014/main" id="{970DD2B6-CEB7-F6C9-FC60-B2C53474B306}"/>
                </a:ext>
              </a:extLst>
            </p:cNvPr>
            <p:cNvSpPr txBox="1"/>
            <p:nvPr/>
          </p:nvSpPr>
          <p:spPr>
            <a:xfrm>
              <a:off x="6253751" y="5764784"/>
              <a:ext cx="4385316" cy="646331"/>
            </a:xfrm>
            <a:prstGeom prst="rect">
              <a:avLst/>
            </a:prstGeom>
            <a:noFill/>
          </p:spPr>
          <p:txBody>
            <a:bodyPr wrap="square">
              <a:spAutoFit/>
            </a:bodyPr>
            <a:lstStyle/>
            <a:p>
              <a:pPr algn="ctr"/>
              <a:r>
                <a:rPr lang="fr-FR" b="1" dirty="0"/>
                <a:t>Risque de régression lors des montées de version</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sp>
        <p:nvSpPr>
          <p:cNvPr id="29" name="TextBox 28">
            <a:extLst>
              <a:ext uri="{FF2B5EF4-FFF2-40B4-BE49-F238E27FC236}">
                <a16:creationId xmlns:a16="http://schemas.microsoft.com/office/drawing/2014/main" id="{70F49DF6-76FE-2528-E885-4FEE6C9D097E}"/>
              </a:ext>
            </a:extLst>
          </p:cNvPr>
          <p:cNvSpPr txBox="1"/>
          <p:nvPr/>
        </p:nvSpPr>
        <p:spPr>
          <a:xfrm>
            <a:off x="443327" y="1063337"/>
            <a:ext cx="3114497" cy="584775"/>
          </a:xfrm>
          <a:prstGeom prst="rect">
            <a:avLst/>
          </a:prstGeom>
          <a:noFill/>
        </p:spPr>
        <p:txBody>
          <a:bodyPr wrap="square">
            <a:spAutoFit/>
          </a:bodyPr>
          <a:lstStyle/>
          <a:p>
            <a:r>
              <a:rPr lang="en-US" sz="3200" b="1" dirty="0" err="1">
                <a:latin typeface="Times New Roman" panose="02020603050405020304" pitchFamily="18" charset="0"/>
                <a:cs typeface="Times New Roman" panose="02020603050405020304" pitchFamily="18" charset="0"/>
              </a:rPr>
              <a:t>Problématique</a:t>
            </a:r>
            <a:endParaRPr lang="en-US" sz="3200" b="1" dirty="0">
              <a:solidFill>
                <a:srgbClr val="002060"/>
              </a:solidFill>
            </a:endParaRPr>
          </a:p>
        </p:txBody>
      </p:sp>
      <p:graphicFrame>
        <p:nvGraphicFramePr>
          <p:cNvPr id="54" name="Diagramme 30">
            <a:extLst>
              <a:ext uri="{FF2B5EF4-FFF2-40B4-BE49-F238E27FC236}">
                <a16:creationId xmlns:a16="http://schemas.microsoft.com/office/drawing/2014/main" id="{9B5197B5-24B9-4CAC-A37D-61B251711A7B}"/>
              </a:ext>
            </a:extLst>
          </p:cNvPr>
          <p:cNvGraphicFramePr/>
          <p:nvPr>
            <p:extLst>
              <p:ext uri="{D42A27DB-BD31-4B8C-83A1-F6EECF244321}">
                <p14:modId xmlns:p14="http://schemas.microsoft.com/office/powerpoint/2010/main" val="113332615"/>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53" name="Group 52">
            <a:extLst>
              <a:ext uri="{FF2B5EF4-FFF2-40B4-BE49-F238E27FC236}">
                <a16:creationId xmlns:a16="http://schemas.microsoft.com/office/drawing/2014/main" id="{87AA98C8-CB2E-3572-30C9-B3ACE0E30010}"/>
              </a:ext>
            </a:extLst>
          </p:cNvPr>
          <p:cNvGrpSpPr/>
          <p:nvPr/>
        </p:nvGrpSpPr>
        <p:grpSpPr>
          <a:xfrm>
            <a:off x="1092507" y="2075733"/>
            <a:ext cx="3475038" cy="3476625"/>
            <a:chOff x="2759075" y="1692275"/>
            <a:chExt cx="3475038" cy="3476625"/>
          </a:xfrm>
        </p:grpSpPr>
        <p:sp>
          <p:nvSpPr>
            <p:cNvPr id="10" name="Freeform 9">
              <a:extLst>
                <a:ext uri="{FF2B5EF4-FFF2-40B4-BE49-F238E27FC236}">
                  <a16:creationId xmlns:a16="http://schemas.microsoft.com/office/drawing/2014/main" id="{E1E66B59-A515-AEA7-8B82-BC818D26D9E5}"/>
                </a:ext>
              </a:extLst>
            </p:cNvPr>
            <p:cNvSpPr>
              <a:spLocks noEditPoints="1"/>
            </p:cNvSpPr>
            <p:nvPr/>
          </p:nvSpPr>
          <p:spPr bwMode="auto">
            <a:xfrm>
              <a:off x="5641975" y="4168775"/>
              <a:ext cx="412750" cy="527050"/>
            </a:xfrm>
            <a:custGeom>
              <a:avLst/>
              <a:gdLst>
                <a:gd name="T0" fmla="*/ 4 w 108"/>
                <a:gd name="T1" fmla="*/ 125 h 138"/>
                <a:gd name="T2" fmla="*/ 14 w 108"/>
                <a:gd name="T3" fmla="*/ 126 h 138"/>
                <a:gd name="T4" fmla="*/ 14 w 108"/>
                <a:gd name="T5" fmla="*/ 136 h 138"/>
                <a:gd name="T6" fmla="*/ 14 w 108"/>
                <a:gd name="T7" fmla="*/ 136 h 138"/>
                <a:gd name="T8" fmla="*/ 9 w 108"/>
                <a:gd name="T9" fmla="*/ 138 h 138"/>
                <a:gd name="T10" fmla="*/ 3 w 108"/>
                <a:gd name="T11" fmla="*/ 136 h 138"/>
                <a:gd name="T12" fmla="*/ 25 w 108"/>
                <a:gd name="T13" fmla="*/ 104 h 138"/>
                <a:gd name="T14" fmla="*/ 35 w 108"/>
                <a:gd name="T15" fmla="*/ 103 h 138"/>
                <a:gd name="T16" fmla="*/ 36 w 108"/>
                <a:gd name="T17" fmla="*/ 114 h 138"/>
                <a:gd name="T18" fmla="*/ 36 w 108"/>
                <a:gd name="T19" fmla="*/ 114 h 138"/>
                <a:gd name="T20" fmla="*/ 30 w 108"/>
                <a:gd name="T21" fmla="*/ 116 h 138"/>
                <a:gd name="T22" fmla="*/ 25 w 108"/>
                <a:gd name="T23" fmla="*/ 114 h 138"/>
                <a:gd name="T24" fmla="*/ 44 w 108"/>
                <a:gd name="T25" fmla="*/ 81 h 138"/>
                <a:gd name="T26" fmla="*/ 55 w 108"/>
                <a:gd name="T27" fmla="*/ 80 h 138"/>
                <a:gd name="T28" fmla="*/ 56 w 108"/>
                <a:gd name="T29" fmla="*/ 90 h 138"/>
                <a:gd name="T30" fmla="*/ 50 w 108"/>
                <a:gd name="T31" fmla="*/ 93 h 138"/>
                <a:gd name="T32" fmla="*/ 45 w 108"/>
                <a:gd name="T33" fmla="*/ 92 h 138"/>
                <a:gd name="T34" fmla="*/ 62 w 108"/>
                <a:gd name="T35" fmla="*/ 57 h 138"/>
                <a:gd name="T36" fmla="*/ 72 w 108"/>
                <a:gd name="T37" fmla="*/ 55 h 138"/>
                <a:gd name="T38" fmla="*/ 74 w 108"/>
                <a:gd name="T39" fmla="*/ 66 h 138"/>
                <a:gd name="T40" fmla="*/ 68 w 108"/>
                <a:gd name="T41" fmla="*/ 69 h 138"/>
                <a:gd name="T42" fmla="*/ 64 w 108"/>
                <a:gd name="T43" fmla="*/ 67 h 138"/>
                <a:gd name="T44" fmla="*/ 78 w 108"/>
                <a:gd name="T45" fmla="*/ 32 h 138"/>
                <a:gd name="T46" fmla="*/ 88 w 108"/>
                <a:gd name="T47" fmla="*/ 29 h 138"/>
                <a:gd name="T48" fmla="*/ 91 w 108"/>
                <a:gd name="T49" fmla="*/ 40 h 138"/>
                <a:gd name="T50" fmla="*/ 85 w 108"/>
                <a:gd name="T51" fmla="*/ 43 h 138"/>
                <a:gd name="T52" fmla="*/ 81 w 108"/>
                <a:gd name="T53" fmla="*/ 42 h 138"/>
                <a:gd name="T54" fmla="*/ 93 w 108"/>
                <a:gd name="T55" fmla="*/ 6 h 138"/>
                <a:gd name="T56" fmla="*/ 103 w 108"/>
                <a:gd name="T57" fmla="*/ 2 h 138"/>
                <a:gd name="T58" fmla="*/ 106 w 108"/>
                <a:gd name="T59" fmla="*/ 12 h 138"/>
                <a:gd name="T60" fmla="*/ 99 w 108"/>
                <a:gd name="T61" fmla="*/ 16 h 138"/>
                <a:gd name="T62" fmla="*/ 96 w 108"/>
                <a:gd name="T63" fmla="*/ 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8" h="138">
                  <a:moveTo>
                    <a:pt x="3" y="136"/>
                  </a:moveTo>
                  <a:cubicBezTo>
                    <a:pt x="0" y="133"/>
                    <a:pt x="1" y="128"/>
                    <a:pt x="4" y="125"/>
                  </a:cubicBezTo>
                  <a:cubicBezTo>
                    <a:pt x="4" y="125"/>
                    <a:pt x="4" y="125"/>
                    <a:pt x="4" y="125"/>
                  </a:cubicBezTo>
                  <a:cubicBezTo>
                    <a:pt x="7" y="122"/>
                    <a:pt x="11" y="123"/>
                    <a:pt x="14" y="126"/>
                  </a:cubicBezTo>
                  <a:cubicBezTo>
                    <a:pt x="14" y="126"/>
                    <a:pt x="14" y="126"/>
                    <a:pt x="14" y="126"/>
                  </a:cubicBezTo>
                  <a:cubicBezTo>
                    <a:pt x="17" y="129"/>
                    <a:pt x="17" y="133"/>
                    <a:pt x="14" y="136"/>
                  </a:cubicBezTo>
                  <a:cubicBezTo>
                    <a:pt x="14" y="136"/>
                    <a:pt x="14" y="136"/>
                    <a:pt x="14" y="136"/>
                  </a:cubicBezTo>
                  <a:cubicBezTo>
                    <a:pt x="14" y="136"/>
                    <a:pt x="14" y="136"/>
                    <a:pt x="14" y="136"/>
                  </a:cubicBezTo>
                  <a:cubicBezTo>
                    <a:pt x="14" y="136"/>
                    <a:pt x="14" y="136"/>
                    <a:pt x="14" y="136"/>
                  </a:cubicBezTo>
                  <a:cubicBezTo>
                    <a:pt x="13" y="138"/>
                    <a:pt x="11" y="138"/>
                    <a:pt x="9" y="138"/>
                  </a:cubicBezTo>
                  <a:cubicBezTo>
                    <a:pt x="9" y="138"/>
                    <a:pt x="9" y="138"/>
                    <a:pt x="9" y="138"/>
                  </a:cubicBezTo>
                  <a:cubicBezTo>
                    <a:pt x="7" y="138"/>
                    <a:pt x="5" y="137"/>
                    <a:pt x="3" y="136"/>
                  </a:cubicBezTo>
                  <a:close/>
                  <a:moveTo>
                    <a:pt x="25" y="114"/>
                  </a:moveTo>
                  <a:cubicBezTo>
                    <a:pt x="22" y="112"/>
                    <a:pt x="22" y="107"/>
                    <a:pt x="25" y="104"/>
                  </a:cubicBezTo>
                  <a:cubicBezTo>
                    <a:pt x="25" y="104"/>
                    <a:pt x="25" y="104"/>
                    <a:pt x="25" y="104"/>
                  </a:cubicBezTo>
                  <a:cubicBezTo>
                    <a:pt x="27" y="101"/>
                    <a:pt x="32" y="101"/>
                    <a:pt x="35" y="103"/>
                  </a:cubicBezTo>
                  <a:cubicBezTo>
                    <a:pt x="35" y="103"/>
                    <a:pt x="35" y="103"/>
                    <a:pt x="35" y="103"/>
                  </a:cubicBezTo>
                  <a:cubicBezTo>
                    <a:pt x="38" y="106"/>
                    <a:pt x="38" y="111"/>
                    <a:pt x="36" y="114"/>
                  </a:cubicBezTo>
                  <a:cubicBezTo>
                    <a:pt x="36" y="114"/>
                    <a:pt x="36" y="114"/>
                    <a:pt x="36" y="114"/>
                  </a:cubicBezTo>
                  <a:cubicBezTo>
                    <a:pt x="36" y="114"/>
                    <a:pt x="36" y="114"/>
                    <a:pt x="36" y="114"/>
                  </a:cubicBezTo>
                  <a:cubicBezTo>
                    <a:pt x="36" y="114"/>
                    <a:pt x="36" y="114"/>
                    <a:pt x="36" y="114"/>
                  </a:cubicBezTo>
                  <a:cubicBezTo>
                    <a:pt x="34" y="116"/>
                    <a:pt x="32" y="116"/>
                    <a:pt x="30" y="116"/>
                  </a:cubicBezTo>
                  <a:cubicBezTo>
                    <a:pt x="30" y="116"/>
                    <a:pt x="30" y="116"/>
                    <a:pt x="30" y="116"/>
                  </a:cubicBezTo>
                  <a:cubicBezTo>
                    <a:pt x="28" y="116"/>
                    <a:pt x="26" y="116"/>
                    <a:pt x="25" y="114"/>
                  </a:cubicBezTo>
                  <a:close/>
                  <a:moveTo>
                    <a:pt x="45" y="92"/>
                  </a:moveTo>
                  <a:cubicBezTo>
                    <a:pt x="42" y="89"/>
                    <a:pt x="41" y="84"/>
                    <a:pt x="44" y="81"/>
                  </a:cubicBezTo>
                  <a:cubicBezTo>
                    <a:pt x="44" y="81"/>
                    <a:pt x="44" y="81"/>
                    <a:pt x="44" y="81"/>
                  </a:cubicBezTo>
                  <a:cubicBezTo>
                    <a:pt x="47" y="78"/>
                    <a:pt x="51" y="77"/>
                    <a:pt x="55" y="80"/>
                  </a:cubicBezTo>
                  <a:cubicBezTo>
                    <a:pt x="55" y="80"/>
                    <a:pt x="55" y="80"/>
                    <a:pt x="55" y="80"/>
                  </a:cubicBezTo>
                  <a:cubicBezTo>
                    <a:pt x="58" y="82"/>
                    <a:pt x="58" y="87"/>
                    <a:pt x="56" y="90"/>
                  </a:cubicBezTo>
                  <a:cubicBezTo>
                    <a:pt x="56" y="90"/>
                    <a:pt x="56" y="90"/>
                    <a:pt x="56" y="90"/>
                  </a:cubicBezTo>
                  <a:cubicBezTo>
                    <a:pt x="54" y="92"/>
                    <a:pt x="52" y="93"/>
                    <a:pt x="50" y="93"/>
                  </a:cubicBezTo>
                  <a:cubicBezTo>
                    <a:pt x="50" y="93"/>
                    <a:pt x="50" y="93"/>
                    <a:pt x="50" y="93"/>
                  </a:cubicBezTo>
                  <a:cubicBezTo>
                    <a:pt x="48" y="93"/>
                    <a:pt x="47" y="93"/>
                    <a:pt x="45" y="92"/>
                  </a:cubicBezTo>
                  <a:close/>
                  <a:moveTo>
                    <a:pt x="64" y="67"/>
                  </a:moveTo>
                  <a:cubicBezTo>
                    <a:pt x="60" y="65"/>
                    <a:pt x="60" y="60"/>
                    <a:pt x="62" y="57"/>
                  </a:cubicBezTo>
                  <a:cubicBezTo>
                    <a:pt x="62" y="57"/>
                    <a:pt x="62" y="57"/>
                    <a:pt x="62" y="57"/>
                  </a:cubicBezTo>
                  <a:cubicBezTo>
                    <a:pt x="64" y="54"/>
                    <a:pt x="69" y="53"/>
                    <a:pt x="72" y="55"/>
                  </a:cubicBezTo>
                  <a:cubicBezTo>
                    <a:pt x="72" y="55"/>
                    <a:pt x="72" y="55"/>
                    <a:pt x="72" y="55"/>
                  </a:cubicBezTo>
                  <a:cubicBezTo>
                    <a:pt x="76" y="57"/>
                    <a:pt x="77" y="62"/>
                    <a:pt x="74" y="66"/>
                  </a:cubicBezTo>
                  <a:cubicBezTo>
                    <a:pt x="74" y="66"/>
                    <a:pt x="74" y="66"/>
                    <a:pt x="74" y="66"/>
                  </a:cubicBezTo>
                  <a:cubicBezTo>
                    <a:pt x="73" y="68"/>
                    <a:pt x="70" y="69"/>
                    <a:pt x="68" y="69"/>
                  </a:cubicBezTo>
                  <a:cubicBezTo>
                    <a:pt x="68" y="69"/>
                    <a:pt x="68" y="69"/>
                    <a:pt x="68" y="69"/>
                  </a:cubicBezTo>
                  <a:cubicBezTo>
                    <a:pt x="67" y="69"/>
                    <a:pt x="65" y="68"/>
                    <a:pt x="64" y="67"/>
                  </a:cubicBezTo>
                  <a:close/>
                  <a:moveTo>
                    <a:pt x="81" y="42"/>
                  </a:moveTo>
                  <a:cubicBezTo>
                    <a:pt x="77" y="40"/>
                    <a:pt x="76" y="35"/>
                    <a:pt x="78" y="32"/>
                  </a:cubicBezTo>
                  <a:cubicBezTo>
                    <a:pt x="78" y="32"/>
                    <a:pt x="78" y="32"/>
                    <a:pt x="78" y="32"/>
                  </a:cubicBezTo>
                  <a:cubicBezTo>
                    <a:pt x="80" y="28"/>
                    <a:pt x="85" y="27"/>
                    <a:pt x="88" y="29"/>
                  </a:cubicBezTo>
                  <a:cubicBezTo>
                    <a:pt x="88" y="29"/>
                    <a:pt x="88" y="29"/>
                    <a:pt x="88" y="29"/>
                  </a:cubicBezTo>
                  <a:cubicBezTo>
                    <a:pt x="92" y="31"/>
                    <a:pt x="93" y="36"/>
                    <a:pt x="91" y="40"/>
                  </a:cubicBezTo>
                  <a:cubicBezTo>
                    <a:pt x="91" y="40"/>
                    <a:pt x="91" y="40"/>
                    <a:pt x="91" y="40"/>
                  </a:cubicBezTo>
                  <a:cubicBezTo>
                    <a:pt x="90" y="42"/>
                    <a:pt x="87" y="43"/>
                    <a:pt x="85" y="43"/>
                  </a:cubicBezTo>
                  <a:cubicBezTo>
                    <a:pt x="85" y="43"/>
                    <a:pt x="85" y="43"/>
                    <a:pt x="85" y="43"/>
                  </a:cubicBezTo>
                  <a:cubicBezTo>
                    <a:pt x="83" y="43"/>
                    <a:pt x="82" y="43"/>
                    <a:pt x="81" y="42"/>
                  </a:cubicBezTo>
                  <a:close/>
                  <a:moveTo>
                    <a:pt x="96" y="16"/>
                  </a:moveTo>
                  <a:cubicBezTo>
                    <a:pt x="92" y="14"/>
                    <a:pt x="91" y="9"/>
                    <a:pt x="93" y="6"/>
                  </a:cubicBezTo>
                  <a:cubicBezTo>
                    <a:pt x="93" y="6"/>
                    <a:pt x="93" y="6"/>
                    <a:pt x="93" y="6"/>
                  </a:cubicBezTo>
                  <a:cubicBezTo>
                    <a:pt x="94" y="2"/>
                    <a:pt x="99" y="0"/>
                    <a:pt x="103" y="2"/>
                  </a:cubicBezTo>
                  <a:cubicBezTo>
                    <a:pt x="103" y="2"/>
                    <a:pt x="103" y="2"/>
                    <a:pt x="103" y="2"/>
                  </a:cubicBezTo>
                  <a:cubicBezTo>
                    <a:pt x="106" y="4"/>
                    <a:pt x="108" y="9"/>
                    <a:pt x="106" y="12"/>
                  </a:cubicBezTo>
                  <a:cubicBezTo>
                    <a:pt x="106" y="12"/>
                    <a:pt x="106" y="12"/>
                    <a:pt x="106" y="12"/>
                  </a:cubicBezTo>
                  <a:cubicBezTo>
                    <a:pt x="105" y="15"/>
                    <a:pt x="102" y="16"/>
                    <a:pt x="99" y="16"/>
                  </a:cubicBezTo>
                  <a:cubicBezTo>
                    <a:pt x="99" y="16"/>
                    <a:pt x="99" y="16"/>
                    <a:pt x="99" y="16"/>
                  </a:cubicBezTo>
                  <a:cubicBezTo>
                    <a:pt x="98" y="16"/>
                    <a:pt x="97" y="16"/>
                    <a:pt x="96" y="16"/>
                  </a:cubicBezTo>
                  <a:close/>
                </a:path>
              </a:pathLst>
            </a:custGeom>
            <a:solidFill>
              <a:schemeClr val="accent3"/>
            </a:solidFill>
            <a:ln>
              <a:noFill/>
            </a:ln>
          </p:spPr>
          <p:txBody>
            <a:bodyPr/>
            <a:lstStyle/>
            <a:p>
              <a:pPr eaLnBrk="1" fontAlgn="auto" hangingPunct="1">
                <a:spcBef>
                  <a:spcPts val="0"/>
                </a:spcBef>
                <a:spcAft>
                  <a:spcPts val="0"/>
                </a:spcAft>
                <a:defRPr/>
              </a:pPr>
              <a:endParaRPr lang="ru-UA">
                <a:latin typeface="+mn-lt"/>
              </a:endParaRPr>
            </a:p>
          </p:txBody>
        </p:sp>
        <p:sp>
          <p:nvSpPr>
            <p:cNvPr id="11" name="Freeform 10">
              <a:extLst>
                <a:ext uri="{FF2B5EF4-FFF2-40B4-BE49-F238E27FC236}">
                  <a16:creationId xmlns:a16="http://schemas.microsoft.com/office/drawing/2014/main" id="{75C856F5-DB20-F377-9F8E-0029454864D0}"/>
                </a:ext>
              </a:extLst>
            </p:cNvPr>
            <p:cNvSpPr>
              <a:spLocks noEditPoints="1"/>
            </p:cNvSpPr>
            <p:nvPr/>
          </p:nvSpPr>
          <p:spPr bwMode="auto">
            <a:xfrm>
              <a:off x="6145213" y="3125788"/>
              <a:ext cx="88900" cy="641350"/>
            </a:xfrm>
            <a:custGeom>
              <a:avLst/>
              <a:gdLst>
                <a:gd name="T0" fmla="*/ 3865 w 23"/>
                <a:gd name="T1" fmla="*/ 606992 h 168"/>
                <a:gd name="T2" fmla="*/ 34787 w 23"/>
                <a:gd name="T3" fmla="*/ 584087 h 168"/>
                <a:gd name="T4" fmla="*/ 57978 w 23"/>
                <a:gd name="T5" fmla="*/ 614627 h 168"/>
                <a:gd name="T6" fmla="*/ 30922 w 23"/>
                <a:gd name="T7" fmla="*/ 641350 h 168"/>
                <a:gd name="T8" fmla="*/ 27057 w 23"/>
                <a:gd name="T9" fmla="*/ 637532 h 168"/>
                <a:gd name="T10" fmla="*/ 19326 w 23"/>
                <a:gd name="T11" fmla="*/ 492465 h 168"/>
                <a:gd name="T12" fmla="*/ 50248 w 23"/>
                <a:gd name="T13" fmla="*/ 465742 h 168"/>
                <a:gd name="T14" fmla="*/ 77304 w 23"/>
                <a:gd name="T15" fmla="*/ 500100 h 168"/>
                <a:gd name="T16" fmla="*/ 77304 w 23"/>
                <a:gd name="T17" fmla="*/ 500100 h 168"/>
                <a:gd name="T18" fmla="*/ 50248 w 23"/>
                <a:gd name="T19" fmla="*/ 523006 h 168"/>
                <a:gd name="T20" fmla="*/ 46383 w 23"/>
                <a:gd name="T21" fmla="*/ 523006 h 168"/>
                <a:gd name="T22" fmla="*/ 27057 w 23"/>
                <a:gd name="T23" fmla="*/ 377938 h 168"/>
                <a:gd name="T24" fmla="*/ 57978 w 23"/>
                <a:gd name="T25" fmla="*/ 351215 h 168"/>
                <a:gd name="T26" fmla="*/ 85035 w 23"/>
                <a:gd name="T27" fmla="*/ 381756 h 168"/>
                <a:gd name="T28" fmla="*/ 85035 w 23"/>
                <a:gd name="T29" fmla="*/ 381756 h 168"/>
                <a:gd name="T30" fmla="*/ 57978 w 23"/>
                <a:gd name="T31" fmla="*/ 408479 h 168"/>
                <a:gd name="T32" fmla="*/ 57978 w 23"/>
                <a:gd name="T33" fmla="*/ 408479 h 168"/>
                <a:gd name="T34" fmla="*/ 57978 w 23"/>
                <a:gd name="T35" fmla="*/ 236689 h 168"/>
                <a:gd name="T36" fmla="*/ 88900 w 23"/>
                <a:gd name="T37" fmla="*/ 263412 h 168"/>
                <a:gd name="T38" fmla="*/ 57978 w 23"/>
                <a:gd name="T39" fmla="*/ 293952 h 168"/>
                <a:gd name="T40" fmla="*/ 57978 w 23"/>
                <a:gd name="T41" fmla="*/ 293952 h 168"/>
                <a:gd name="T42" fmla="*/ 30922 w 23"/>
                <a:gd name="T43" fmla="*/ 263412 h 168"/>
                <a:gd name="T44" fmla="*/ 50248 w 23"/>
                <a:gd name="T45" fmla="*/ 118344 h 168"/>
                <a:gd name="T46" fmla="*/ 81170 w 23"/>
                <a:gd name="T47" fmla="*/ 145067 h 168"/>
                <a:gd name="T48" fmla="*/ 54113 w 23"/>
                <a:gd name="T49" fmla="*/ 175608 h 168"/>
                <a:gd name="T50" fmla="*/ 50248 w 23"/>
                <a:gd name="T51" fmla="*/ 175608 h 168"/>
                <a:gd name="T52" fmla="*/ 23191 w 23"/>
                <a:gd name="T53" fmla="*/ 148885 h 168"/>
                <a:gd name="T54" fmla="*/ 7730 w 23"/>
                <a:gd name="T55" fmla="*/ 38176 h 168"/>
                <a:gd name="T56" fmla="*/ 30922 w 23"/>
                <a:gd name="T57" fmla="*/ 3818 h 168"/>
                <a:gd name="T58" fmla="*/ 65709 w 23"/>
                <a:gd name="T59" fmla="*/ 26723 h 168"/>
                <a:gd name="T60" fmla="*/ 42517 w 23"/>
                <a:gd name="T61" fmla="*/ 61081 h 168"/>
                <a:gd name="T62" fmla="*/ 38652 w 23"/>
                <a:gd name="T63" fmla="*/ 61081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 h="168">
                  <a:moveTo>
                    <a:pt x="7" y="167"/>
                  </a:moveTo>
                  <a:cubicBezTo>
                    <a:pt x="3" y="167"/>
                    <a:pt x="0" y="163"/>
                    <a:pt x="1" y="159"/>
                  </a:cubicBezTo>
                  <a:cubicBezTo>
                    <a:pt x="1" y="159"/>
                    <a:pt x="1" y="159"/>
                    <a:pt x="1" y="159"/>
                  </a:cubicBezTo>
                  <a:cubicBezTo>
                    <a:pt x="1" y="155"/>
                    <a:pt x="5" y="152"/>
                    <a:pt x="9" y="153"/>
                  </a:cubicBezTo>
                  <a:cubicBezTo>
                    <a:pt x="9" y="153"/>
                    <a:pt x="9" y="153"/>
                    <a:pt x="9" y="153"/>
                  </a:cubicBezTo>
                  <a:cubicBezTo>
                    <a:pt x="13" y="153"/>
                    <a:pt x="16" y="157"/>
                    <a:pt x="15" y="161"/>
                  </a:cubicBezTo>
                  <a:cubicBezTo>
                    <a:pt x="15" y="161"/>
                    <a:pt x="15" y="161"/>
                    <a:pt x="15" y="161"/>
                  </a:cubicBezTo>
                  <a:cubicBezTo>
                    <a:pt x="15" y="165"/>
                    <a:pt x="12" y="168"/>
                    <a:pt x="8" y="168"/>
                  </a:cubicBezTo>
                  <a:cubicBezTo>
                    <a:pt x="8" y="168"/>
                    <a:pt x="8" y="168"/>
                    <a:pt x="8" y="168"/>
                  </a:cubicBezTo>
                  <a:cubicBezTo>
                    <a:pt x="8" y="168"/>
                    <a:pt x="7" y="168"/>
                    <a:pt x="7" y="167"/>
                  </a:cubicBezTo>
                  <a:close/>
                  <a:moveTo>
                    <a:pt x="12" y="137"/>
                  </a:moveTo>
                  <a:cubicBezTo>
                    <a:pt x="8" y="137"/>
                    <a:pt x="5" y="133"/>
                    <a:pt x="5" y="129"/>
                  </a:cubicBezTo>
                  <a:cubicBezTo>
                    <a:pt x="5" y="129"/>
                    <a:pt x="5" y="129"/>
                    <a:pt x="5" y="129"/>
                  </a:cubicBezTo>
                  <a:cubicBezTo>
                    <a:pt x="6" y="125"/>
                    <a:pt x="9" y="122"/>
                    <a:pt x="13" y="122"/>
                  </a:cubicBezTo>
                  <a:cubicBezTo>
                    <a:pt x="13" y="122"/>
                    <a:pt x="13" y="122"/>
                    <a:pt x="13" y="122"/>
                  </a:cubicBezTo>
                  <a:cubicBezTo>
                    <a:pt x="17" y="123"/>
                    <a:pt x="20" y="127"/>
                    <a:pt x="20" y="131"/>
                  </a:cubicBezTo>
                  <a:cubicBezTo>
                    <a:pt x="20" y="131"/>
                    <a:pt x="20" y="131"/>
                    <a:pt x="20" y="131"/>
                  </a:cubicBezTo>
                  <a:cubicBezTo>
                    <a:pt x="20" y="131"/>
                    <a:pt x="20" y="131"/>
                    <a:pt x="20" y="131"/>
                  </a:cubicBezTo>
                  <a:cubicBezTo>
                    <a:pt x="20" y="131"/>
                    <a:pt x="20" y="131"/>
                    <a:pt x="20" y="131"/>
                  </a:cubicBezTo>
                  <a:cubicBezTo>
                    <a:pt x="20" y="135"/>
                    <a:pt x="16" y="137"/>
                    <a:pt x="13" y="137"/>
                  </a:cubicBezTo>
                  <a:cubicBezTo>
                    <a:pt x="13" y="137"/>
                    <a:pt x="13" y="137"/>
                    <a:pt x="13" y="137"/>
                  </a:cubicBezTo>
                  <a:cubicBezTo>
                    <a:pt x="12" y="137"/>
                    <a:pt x="12" y="137"/>
                    <a:pt x="12" y="137"/>
                  </a:cubicBezTo>
                  <a:close/>
                  <a:moveTo>
                    <a:pt x="15" y="107"/>
                  </a:moveTo>
                  <a:cubicBezTo>
                    <a:pt x="10" y="107"/>
                    <a:pt x="7" y="103"/>
                    <a:pt x="7" y="99"/>
                  </a:cubicBezTo>
                  <a:cubicBezTo>
                    <a:pt x="7" y="99"/>
                    <a:pt x="7" y="99"/>
                    <a:pt x="7" y="99"/>
                  </a:cubicBezTo>
                  <a:cubicBezTo>
                    <a:pt x="8" y="95"/>
                    <a:pt x="11" y="92"/>
                    <a:pt x="15" y="92"/>
                  </a:cubicBezTo>
                  <a:cubicBezTo>
                    <a:pt x="15" y="92"/>
                    <a:pt x="15" y="92"/>
                    <a:pt x="15" y="92"/>
                  </a:cubicBezTo>
                  <a:cubicBezTo>
                    <a:pt x="19" y="92"/>
                    <a:pt x="23" y="96"/>
                    <a:pt x="22" y="100"/>
                  </a:cubicBezTo>
                  <a:cubicBezTo>
                    <a:pt x="22" y="100"/>
                    <a:pt x="22" y="100"/>
                    <a:pt x="22" y="100"/>
                  </a:cubicBezTo>
                  <a:cubicBezTo>
                    <a:pt x="22" y="100"/>
                    <a:pt x="22" y="100"/>
                    <a:pt x="22" y="100"/>
                  </a:cubicBezTo>
                  <a:cubicBezTo>
                    <a:pt x="22" y="100"/>
                    <a:pt x="22" y="100"/>
                    <a:pt x="22" y="100"/>
                  </a:cubicBezTo>
                  <a:cubicBezTo>
                    <a:pt x="22" y="104"/>
                    <a:pt x="19" y="107"/>
                    <a:pt x="15" y="107"/>
                  </a:cubicBezTo>
                  <a:cubicBezTo>
                    <a:pt x="15" y="107"/>
                    <a:pt x="15" y="107"/>
                    <a:pt x="15" y="107"/>
                  </a:cubicBezTo>
                  <a:cubicBezTo>
                    <a:pt x="15" y="107"/>
                    <a:pt x="15" y="107"/>
                    <a:pt x="15" y="107"/>
                  </a:cubicBezTo>
                  <a:close/>
                  <a:moveTo>
                    <a:pt x="8" y="69"/>
                  </a:moveTo>
                  <a:cubicBezTo>
                    <a:pt x="8" y="65"/>
                    <a:pt x="11" y="62"/>
                    <a:pt x="15" y="62"/>
                  </a:cubicBezTo>
                  <a:cubicBezTo>
                    <a:pt x="15" y="62"/>
                    <a:pt x="15" y="62"/>
                    <a:pt x="15" y="62"/>
                  </a:cubicBezTo>
                  <a:cubicBezTo>
                    <a:pt x="19" y="61"/>
                    <a:pt x="23" y="65"/>
                    <a:pt x="23" y="69"/>
                  </a:cubicBezTo>
                  <a:cubicBezTo>
                    <a:pt x="23" y="69"/>
                    <a:pt x="23" y="69"/>
                    <a:pt x="23" y="69"/>
                  </a:cubicBezTo>
                  <a:cubicBezTo>
                    <a:pt x="23" y="73"/>
                    <a:pt x="20" y="76"/>
                    <a:pt x="15" y="77"/>
                  </a:cubicBezTo>
                  <a:cubicBezTo>
                    <a:pt x="15" y="77"/>
                    <a:pt x="15" y="77"/>
                    <a:pt x="15" y="77"/>
                  </a:cubicBezTo>
                  <a:cubicBezTo>
                    <a:pt x="15" y="77"/>
                    <a:pt x="15" y="77"/>
                    <a:pt x="15" y="77"/>
                  </a:cubicBezTo>
                  <a:cubicBezTo>
                    <a:pt x="15" y="77"/>
                    <a:pt x="15" y="77"/>
                    <a:pt x="15" y="77"/>
                  </a:cubicBezTo>
                  <a:cubicBezTo>
                    <a:pt x="11" y="77"/>
                    <a:pt x="8" y="73"/>
                    <a:pt x="8" y="69"/>
                  </a:cubicBezTo>
                  <a:close/>
                  <a:moveTo>
                    <a:pt x="6" y="39"/>
                  </a:moveTo>
                  <a:cubicBezTo>
                    <a:pt x="6" y="35"/>
                    <a:pt x="9" y="32"/>
                    <a:pt x="13" y="31"/>
                  </a:cubicBezTo>
                  <a:cubicBezTo>
                    <a:pt x="13" y="31"/>
                    <a:pt x="13" y="31"/>
                    <a:pt x="13" y="31"/>
                  </a:cubicBezTo>
                  <a:cubicBezTo>
                    <a:pt x="17" y="31"/>
                    <a:pt x="21" y="34"/>
                    <a:pt x="21" y="38"/>
                  </a:cubicBezTo>
                  <a:cubicBezTo>
                    <a:pt x="21" y="38"/>
                    <a:pt x="21" y="38"/>
                    <a:pt x="21" y="38"/>
                  </a:cubicBezTo>
                  <a:cubicBezTo>
                    <a:pt x="21" y="42"/>
                    <a:pt x="18" y="46"/>
                    <a:pt x="14" y="46"/>
                  </a:cubicBezTo>
                  <a:cubicBezTo>
                    <a:pt x="14" y="46"/>
                    <a:pt x="14" y="46"/>
                    <a:pt x="14" y="46"/>
                  </a:cubicBezTo>
                  <a:cubicBezTo>
                    <a:pt x="14" y="46"/>
                    <a:pt x="14" y="46"/>
                    <a:pt x="13" y="46"/>
                  </a:cubicBezTo>
                  <a:cubicBezTo>
                    <a:pt x="13" y="46"/>
                    <a:pt x="13" y="46"/>
                    <a:pt x="13" y="46"/>
                  </a:cubicBezTo>
                  <a:cubicBezTo>
                    <a:pt x="10" y="46"/>
                    <a:pt x="6" y="43"/>
                    <a:pt x="6" y="39"/>
                  </a:cubicBezTo>
                  <a:close/>
                  <a:moveTo>
                    <a:pt x="2" y="10"/>
                  </a:moveTo>
                  <a:cubicBezTo>
                    <a:pt x="2" y="10"/>
                    <a:pt x="2" y="10"/>
                    <a:pt x="2" y="10"/>
                  </a:cubicBezTo>
                  <a:cubicBezTo>
                    <a:pt x="2" y="6"/>
                    <a:pt x="4" y="2"/>
                    <a:pt x="8" y="1"/>
                  </a:cubicBezTo>
                  <a:cubicBezTo>
                    <a:pt x="8" y="1"/>
                    <a:pt x="8" y="1"/>
                    <a:pt x="8" y="1"/>
                  </a:cubicBezTo>
                  <a:cubicBezTo>
                    <a:pt x="13" y="0"/>
                    <a:pt x="16" y="3"/>
                    <a:pt x="17" y="7"/>
                  </a:cubicBezTo>
                  <a:cubicBezTo>
                    <a:pt x="17" y="7"/>
                    <a:pt x="17" y="7"/>
                    <a:pt x="17" y="7"/>
                  </a:cubicBezTo>
                  <a:cubicBezTo>
                    <a:pt x="18" y="11"/>
                    <a:pt x="15" y="15"/>
                    <a:pt x="11" y="16"/>
                  </a:cubicBezTo>
                  <a:cubicBezTo>
                    <a:pt x="11" y="16"/>
                    <a:pt x="11" y="16"/>
                    <a:pt x="11" y="16"/>
                  </a:cubicBezTo>
                  <a:cubicBezTo>
                    <a:pt x="10" y="16"/>
                    <a:pt x="10" y="16"/>
                    <a:pt x="10" y="16"/>
                  </a:cubicBezTo>
                  <a:cubicBezTo>
                    <a:pt x="10" y="16"/>
                    <a:pt x="10" y="16"/>
                    <a:pt x="10" y="16"/>
                  </a:cubicBezTo>
                  <a:cubicBezTo>
                    <a:pt x="6" y="16"/>
                    <a:pt x="3" y="13"/>
                    <a:pt x="2" y="1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1">
              <a:extLst>
                <a:ext uri="{FF2B5EF4-FFF2-40B4-BE49-F238E27FC236}">
                  <a16:creationId xmlns:a16="http://schemas.microsoft.com/office/drawing/2014/main" id="{CB8237C3-3678-3A0F-5523-550D05EAE1E4}"/>
                </a:ext>
              </a:extLst>
            </p:cNvPr>
            <p:cNvSpPr>
              <a:spLocks noEditPoints="1"/>
            </p:cNvSpPr>
            <p:nvPr/>
          </p:nvSpPr>
          <p:spPr bwMode="auto">
            <a:xfrm>
              <a:off x="5668963" y="2185988"/>
              <a:ext cx="400050" cy="530225"/>
            </a:xfrm>
            <a:custGeom>
              <a:avLst/>
              <a:gdLst>
                <a:gd name="T0" fmla="*/ 354330 w 105"/>
                <a:gd name="T1" fmla="*/ 476821 h 139"/>
                <a:gd name="T2" fmla="*/ 392430 w 105"/>
                <a:gd name="T3" fmla="*/ 492079 h 139"/>
                <a:gd name="T4" fmla="*/ 377190 w 105"/>
                <a:gd name="T5" fmla="*/ 530225 h 139"/>
                <a:gd name="T6" fmla="*/ 365760 w 105"/>
                <a:gd name="T7" fmla="*/ 530225 h 139"/>
                <a:gd name="T8" fmla="*/ 339090 w 105"/>
                <a:gd name="T9" fmla="*/ 514967 h 139"/>
                <a:gd name="T10" fmla="*/ 297180 w 105"/>
                <a:gd name="T11" fmla="*/ 373828 h 139"/>
                <a:gd name="T12" fmla="*/ 339090 w 105"/>
                <a:gd name="T13" fmla="*/ 385271 h 139"/>
                <a:gd name="T14" fmla="*/ 327660 w 105"/>
                <a:gd name="T15" fmla="*/ 423417 h 139"/>
                <a:gd name="T16" fmla="*/ 312420 w 105"/>
                <a:gd name="T17" fmla="*/ 427232 h 139"/>
                <a:gd name="T18" fmla="*/ 285750 w 105"/>
                <a:gd name="T19" fmla="*/ 415788 h 139"/>
                <a:gd name="T20" fmla="*/ 228600 w 105"/>
                <a:gd name="T21" fmla="*/ 316609 h 139"/>
                <a:gd name="T22" fmla="*/ 236220 w 105"/>
                <a:gd name="T23" fmla="*/ 278463 h 139"/>
                <a:gd name="T24" fmla="*/ 274320 w 105"/>
                <a:gd name="T25" fmla="*/ 286093 h 139"/>
                <a:gd name="T26" fmla="*/ 274320 w 105"/>
                <a:gd name="T27" fmla="*/ 286093 h 139"/>
                <a:gd name="T28" fmla="*/ 266700 w 105"/>
                <a:gd name="T29" fmla="*/ 324238 h 139"/>
                <a:gd name="T30" fmla="*/ 251460 w 105"/>
                <a:gd name="T31" fmla="*/ 328053 h 139"/>
                <a:gd name="T32" fmla="*/ 160020 w 105"/>
                <a:gd name="T33" fmla="*/ 225060 h 139"/>
                <a:gd name="T34" fmla="*/ 167640 w 105"/>
                <a:gd name="T35" fmla="*/ 183099 h 139"/>
                <a:gd name="T36" fmla="*/ 205740 w 105"/>
                <a:gd name="T37" fmla="*/ 186914 h 139"/>
                <a:gd name="T38" fmla="*/ 205740 w 105"/>
                <a:gd name="T39" fmla="*/ 186914 h 139"/>
                <a:gd name="T40" fmla="*/ 201930 w 105"/>
                <a:gd name="T41" fmla="*/ 228874 h 139"/>
                <a:gd name="T42" fmla="*/ 182880 w 105"/>
                <a:gd name="T43" fmla="*/ 232689 h 139"/>
                <a:gd name="T44" fmla="*/ 87630 w 105"/>
                <a:gd name="T45" fmla="*/ 133510 h 139"/>
                <a:gd name="T46" fmla="*/ 91440 w 105"/>
                <a:gd name="T47" fmla="*/ 95364 h 139"/>
                <a:gd name="T48" fmla="*/ 133350 w 105"/>
                <a:gd name="T49" fmla="*/ 95364 h 139"/>
                <a:gd name="T50" fmla="*/ 129540 w 105"/>
                <a:gd name="T51" fmla="*/ 137324 h 139"/>
                <a:gd name="T52" fmla="*/ 110490 w 105"/>
                <a:gd name="T53" fmla="*/ 144954 h 139"/>
                <a:gd name="T54" fmla="*/ 87630 w 105"/>
                <a:gd name="T55" fmla="*/ 133510 h 139"/>
                <a:gd name="T56" fmla="*/ 11430 w 105"/>
                <a:gd name="T57" fmla="*/ 11444 h 139"/>
                <a:gd name="T58" fmla="*/ 53340 w 105"/>
                <a:gd name="T59" fmla="*/ 11444 h 139"/>
                <a:gd name="T60" fmla="*/ 53340 w 105"/>
                <a:gd name="T61" fmla="*/ 49589 h 139"/>
                <a:gd name="T62" fmla="*/ 30480 w 105"/>
                <a:gd name="T63" fmla="*/ 61033 h 139"/>
                <a:gd name="T64" fmla="*/ 11430 w 105"/>
                <a:gd name="T65" fmla="*/ 49589 h 13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05" h="139">
                  <a:moveTo>
                    <a:pt x="89" y="135"/>
                  </a:moveTo>
                  <a:cubicBezTo>
                    <a:pt x="88" y="131"/>
                    <a:pt x="89" y="127"/>
                    <a:pt x="93" y="125"/>
                  </a:cubicBezTo>
                  <a:cubicBezTo>
                    <a:pt x="93" y="125"/>
                    <a:pt x="93" y="125"/>
                    <a:pt x="93" y="125"/>
                  </a:cubicBezTo>
                  <a:cubicBezTo>
                    <a:pt x="97" y="123"/>
                    <a:pt x="101" y="125"/>
                    <a:pt x="103" y="129"/>
                  </a:cubicBezTo>
                  <a:cubicBezTo>
                    <a:pt x="103" y="129"/>
                    <a:pt x="103" y="129"/>
                    <a:pt x="103" y="129"/>
                  </a:cubicBezTo>
                  <a:cubicBezTo>
                    <a:pt x="105" y="132"/>
                    <a:pt x="103" y="137"/>
                    <a:pt x="99" y="139"/>
                  </a:cubicBezTo>
                  <a:cubicBezTo>
                    <a:pt x="99" y="139"/>
                    <a:pt x="99" y="139"/>
                    <a:pt x="99" y="139"/>
                  </a:cubicBezTo>
                  <a:cubicBezTo>
                    <a:pt x="98" y="139"/>
                    <a:pt x="97" y="139"/>
                    <a:pt x="96" y="139"/>
                  </a:cubicBezTo>
                  <a:cubicBezTo>
                    <a:pt x="96" y="139"/>
                    <a:pt x="96" y="139"/>
                    <a:pt x="96" y="139"/>
                  </a:cubicBezTo>
                  <a:cubicBezTo>
                    <a:pt x="93" y="139"/>
                    <a:pt x="91" y="138"/>
                    <a:pt x="89" y="135"/>
                  </a:cubicBezTo>
                  <a:close/>
                  <a:moveTo>
                    <a:pt x="75" y="109"/>
                  </a:moveTo>
                  <a:cubicBezTo>
                    <a:pt x="73" y="105"/>
                    <a:pt x="75" y="100"/>
                    <a:pt x="78" y="98"/>
                  </a:cubicBezTo>
                  <a:cubicBezTo>
                    <a:pt x="78" y="98"/>
                    <a:pt x="78" y="98"/>
                    <a:pt x="78" y="98"/>
                  </a:cubicBezTo>
                  <a:cubicBezTo>
                    <a:pt x="82" y="96"/>
                    <a:pt x="86" y="98"/>
                    <a:pt x="89" y="101"/>
                  </a:cubicBezTo>
                  <a:cubicBezTo>
                    <a:pt x="89" y="101"/>
                    <a:pt x="89" y="101"/>
                    <a:pt x="89" y="101"/>
                  </a:cubicBezTo>
                  <a:cubicBezTo>
                    <a:pt x="91" y="105"/>
                    <a:pt x="89" y="109"/>
                    <a:pt x="86" y="111"/>
                  </a:cubicBezTo>
                  <a:cubicBezTo>
                    <a:pt x="86" y="111"/>
                    <a:pt x="86" y="111"/>
                    <a:pt x="86" y="111"/>
                  </a:cubicBezTo>
                  <a:cubicBezTo>
                    <a:pt x="85" y="112"/>
                    <a:pt x="83" y="112"/>
                    <a:pt x="82" y="112"/>
                  </a:cubicBezTo>
                  <a:cubicBezTo>
                    <a:pt x="82" y="112"/>
                    <a:pt x="82" y="112"/>
                    <a:pt x="82" y="112"/>
                  </a:cubicBezTo>
                  <a:cubicBezTo>
                    <a:pt x="79" y="112"/>
                    <a:pt x="77" y="111"/>
                    <a:pt x="75" y="109"/>
                  </a:cubicBezTo>
                  <a:close/>
                  <a:moveTo>
                    <a:pt x="60" y="83"/>
                  </a:moveTo>
                  <a:cubicBezTo>
                    <a:pt x="60" y="83"/>
                    <a:pt x="60" y="83"/>
                    <a:pt x="60" y="83"/>
                  </a:cubicBezTo>
                  <a:cubicBezTo>
                    <a:pt x="57" y="80"/>
                    <a:pt x="58" y="75"/>
                    <a:pt x="62" y="73"/>
                  </a:cubicBezTo>
                  <a:cubicBezTo>
                    <a:pt x="62" y="73"/>
                    <a:pt x="62" y="73"/>
                    <a:pt x="62" y="73"/>
                  </a:cubicBezTo>
                  <a:cubicBezTo>
                    <a:pt x="65" y="70"/>
                    <a:pt x="70" y="71"/>
                    <a:pt x="72" y="75"/>
                  </a:cubicBezTo>
                  <a:cubicBezTo>
                    <a:pt x="72" y="75"/>
                    <a:pt x="72" y="75"/>
                    <a:pt x="72" y="75"/>
                  </a:cubicBezTo>
                  <a:cubicBezTo>
                    <a:pt x="72" y="75"/>
                    <a:pt x="72" y="75"/>
                    <a:pt x="72" y="75"/>
                  </a:cubicBezTo>
                  <a:cubicBezTo>
                    <a:pt x="72" y="75"/>
                    <a:pt x="72" y="75"/>
                    <a:pt x="72" y="75"/>
                  </a:cubicBezTo>
                  <a:cubicBezTo>
                    <a:pt x="75" y="78"/>
                    <a:pt x="74" y="83"/>
                    <a:pt x="70" y="85"/>
                  </a:cubicBezTo>
                  <a:cubicBezTo>
                    <a:pt x="70" y="85"/>
                    <a:pt x="70" y="85"/>
                    <a:pt x="70" y="85"/>
                  </a:cubicBezTo>
                  <a:cubicBezTo>
                    <a:pt x="69" y="86"/>
                    <a:pt x="67" y="86"/>
                    <a:pt x="66" y="86"/>
                  </a:cubicBezTo>
                  <a:cubicBezTo>
                    <a:pt x="66" y="86"/>
                    <a:pt x="66" y="86"/>
                    <a:pt x="66" y="86"/>
                  </a:cubicBezTo>
                  <a:cubicBezTo>
                    <a:pt x="64" y="86"/>
                    <a:pt x="61" y="85"/>
                    <a:pt x="60" y="83"/>
                  </a:cubicBezTo>
                  <a:close/>
                  <a:moveTo>
                    <a:pt x="42" y="59"/>
                  </a:moveTo>
                  <a:cubicBezTo>
                    <a:pt x="40" y="55"/>
                    <a:pt x="41" y="51"/>
                    <a:pt x="44" y="48"/>
                  </a:cubicBezTo>
                  <a:cubicBezTo>
                    <a:pt x="44" y="48"/>
                    <a:pt x="44" y="48"/>
                    <a:pt x="44" y="48"/>
                  </a:cubicBezTo>
                  <a:cubicBezTo>
                    <a:pt x="47" y="46"/>
                    <a:pt x="52" y="46"/>
                    <a:pt x="54" y="49"/>
                  </a:cubicBezTo>
                  <a:cubicBezTo>
                    <a:pt x="54" y="49"/>
                    <a:pt x="54" y="49"/>
                    <a:pt x="54" y="49"/>
                  </a:cubicBezTo>
                  <a:cubicBezTo>
                    <a:pt x="54" y="49"/>
                    <a:pt x="54" y="49"/>
                    <a:pt x="54" y="49"/>
                  </a:cubicBezTo>
                  <a:cubicBezTo>
                    <a:pt x="54" y="49"/>
                    <a:pt x="54" y="49"/>
                    <a:pt x="54" y="49"/>
                  </a:cubicBezTo>
                  <a:cubicBezTo>
                    <a:pt x="57" y="53"/>
                    <a:pt x="56" y="57"/>
                    <a:pt x="53" y="60"/>
                  </a:cubicBezTo>
                  <a:cubicBezTo>
                    <a:pt x="53" y="60"/>
                    <a:pt x="53" y="60"/>
                    <a:pt x="53" y="60"/>
                  </a:cubicBezTo>
                  <a:cubicBezTo>
                    <a:pt x="52" y="61"/>
                    <a:pt x="50" y="61"/>
                    <a:pt x="48" y="61"/>
                  </a:cubicBezTo>
                  <a:cubicBezTo>
                    <a:pt x="48" y="61"/>
                    <a:pt x="48" y="61"/>
                    <a:pt x="48" y="61"/>
                  </a:cubicBezTo>
                  <a:cubicBezTo>
                    <a:pt x="46" y="61"/>
                    <a:pt x="44" y="60"/>
                    <a:pt x="42" y="59"/>
                  </a:cubicBezTo>
                  <a:close/>
                  <a:moveTo>
                    <a:pt x="23" y="35"/>
                  </a:moveTo>
                  <a:cubicBezTo>
                    <a:pt x="23" y="35"/>
                    <a:pt x="23" y="35"/>
                    <a:pt x="23" y="35"/>
                  </a:cubicBezTo>
                  <a:cubicBezTo>
                    <a:pt x="21" y="32"/>
                    <a:pt x="21" y="27"/>
                    <a:pt x="24" y="25"/>
                  </a:cubicBezTo>
                  <a:cubicBezTo>
                    <a:pt x="24" y="25"/>
                    <a:pt x="24" y="25"/>
                    <a:pt x="24" y="25"/>
                  </a:cubicBezTo>
                  <a:cubicBezTo>
                    <a:pt x="27" y="22"/>
                    <a:pt x="32" y="22"/>
                    <a:pt x="35" y="25"/>
                  </a:cubicBezTo>
                  <a:cubicBezTo>
                    <a:pt x="35" y="25"/>
                    <a:pt x="35" y="25"/>
                    <a:pt x="35" y="25"/>
                  </a:cubicBezTo>
                  <a:cubicBezTo>
                    <a:pt x="37" y="29"/>
                    <a:pt x="37" y="33"/>
                    <a:pt x="34" y="36"/>
                  </a:cubicBezTo>
                  <a:cubicBezTo>
                    <a:pt x="34" y="36"/>
                    <a:pt x="34" y="36"/>
                    <a:pt x="34" y="36"/>
                  </a:cubicBezTo>
                  <a:cubicBezTo>
                    <a:pt x="33" y="37"/>
                    <a:pt x="31" y="38"/>
                    <a:pt x="29" y="38"/>
                  </a:cubicBezTo>
                  <a:cubicBezTo>
                    <a:pt x="29" y="38"/>
                    <a:pt x="29" y="38"/>
                    <a:pt x="29" y="38"/>
                  </a:cubicBezTo>
                  <a:cubicBezTo>
                    <a:pt x="27" y="38"/>
                    <a:pt x="25" y="37"/>
                    <a:pt x="23" y="35"/>
                  </a:cubicBezTo>
                  <a:close/>
                  <a:moveTo>
                    <a:pt x="3" y="13"/>
                  </a:moveTo>
                  <a:cubicBezTo>
                    <a:pt x="0" y="11"/>
                    <a:pt x="0" y="6"/>
                    <a:pt x="3" y="3"/>
                  </a:cubicBezTo>
                  <a:cubicBezTo>
                    <a:pt x="3" y="3"/>
                    <a:pt x="3" y="3"/>
                    <a:pt x="3" y="3"/>
                  </a:cubicBezTo>
                  <a:cubicBezTo>
                    <a:pt x="6" y="0"/>
                    <a:pt x="11" y="0"/>
                    <a:pt x="14" y="3"/>
                  </a:cubicBezTo>
                  <a:cubicBezTo>
                    <a:pt x="14" y="3"/>
                    <a:pt x="14" y="3"/>
                    <a:pt x="14" y="3"/>
                  </a:cubicBezTo>
                  <a:cubicBezTo>
                    <a:pt x="16" y="6"/>
                    <a:pt x="17" y="11"/>
                    <a:pt x="14" y="13"/>
                  </a:cubicBezTo>
                  <a:cubicBezTo>
                    <a:pt x="14" y="13"/>
                    <a:pt x="14" y="13"/>
                    <a:pt x="14" y="13"/>
                  </a:cubicBezTo>
                  <a:cubicBezTo>
                    <a:pt x="12" y="15"/>
                    <a:pt x="10" y="16"/>
                    <a:pt x="8" y="16"/>
                  </a:cubicBezTo>
                  <a:cubicBezTo>
                    <a:pt x="8" y="16"/>
                    <a:pt x="8" y="16"/>
                    <a:pt x="8" y="16"/>
                  </a:cubicBezTo>
                  <a:cubicBezTo>
                    <a:pt x="6" y="16"/>
                    <a:pt x="4" y="15"/>
                    <a:pt x="3" y="13"/>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2">
              <a:extLst>
                <a:ext uri="{FF2B5EF4-FFF2-40B4-BE49-F238E27FC236}">
                  <a16:creationId xmlns:a16="http://schemas.microsoft.com/office/drawing/2014/main" id="{5CEFCC62-98FE-6F4B-716C-25AD54BEC386}"/>
                </a:ext>
              </a:extLst>
            </p:cNvPr>
            <p:cNvSpPr>
              <a:spLocks noEditPoints="1"/>
            </p:cNvSpPr>
            <p:nvPr/>
          </p:nvSpPr>
          <p:spPr bwMode="auto">
            <a:xfrm>
              <a:off x="2759075" y="1692275"/>
              <a:ext cx="2538413" cy="3476625"/>
            </a:xfrm>
            <a:custGeom>
              <a:avLst/>
              <a:gdLst>
                <a:gd name="T0" fmla="*/ 656 w 665"/>
                <a:gd name="T1" fmla="*/ 852 h 910"/>
                <a:gd name="T2" fmla="*/ 626 w 665"/>
                <a:gd name="T3" fmla="*/ 876 h 910"/>
                <a:gd name="T4" fmla="*/ 627 w 665"/>
                <a:gd name="T5" fmla="*/ 864 h 910"/>
                <a:gd name="T6" fmla="*/ 618 w 665"/>
                <a:gd name="T7" fmla="*/ 875 h 910"/>
                <a:gd name="T8" fmla="*/ 472 w 665"/>
                <a:gd name="T9" fmla="*/ 903 h 910"/>
                <a:gd name="T10" fmla="*/ 425 w 665"/>
                <a:gd name="T11" fmla="*/ 902 h 910"/>
                <a:gd name="T12" fmla="*/ 504 w 665"/>
                <a:gd name="T13" fmla="*/ 900 h 910"/>
                <a:gd name="T14" fmla="*/ 393 w 665"/>
                <a:gd name="T15" fmla="*/ 899 h 910"/>
                <a:gd name="T16" fmla="*/ 536 w 665"/>
                <a:gd name="T17" fmla="*/ 895 h 910"/>
                <a:gd name="T18" fmla="*/ 361 w 665"/>
                <a:gd name="T19" fmla="*/ 893 h 910"/>
                <a:gd name="T20" fmla="*/ 560 w 665"/>
                <a:gd name="T21" fmla="*/ 883 h 910"/>
                <a:gd name="T22" fmla="*/ 334 w 665"/>
                <a:gd name="T23" fmla="*/ 894 h 910"/>
                <a:gd name="T24" fmla="*/ 590 w 665"/>
                <a:gd name="T25" fmla="*/ 874 h 910"/>
                <a:gd name="T26" fmla="*/ 302 w 665"/>
                <a:gd name="T27" fmla="*/ 884 h 910"/>
                <a:gd name="T28" fmla="*/ 272 w 665"/>
                <a:gd name="T29" fmla="*/ 872 h 910"/>
                <a:gd name="T30" fmla="*/ 242 w 665"/>
                <a:gd name="T31" fmla="*/ 857 h 910"/>
                <a:gd name="T32" fmla="*/ 213 w 665"/>
                <a:gd name="T33" fmla="*/ 841 h 910"/>
                <a:gd name="T34" fmla="*/ 186 w 665"/>
                <a:gd name="T35" fmla="*/ 822 h 910"/>
                <a:gd name="T36" fmla="*/ 164 w 665"/>
                <a:gd name="T37" fmla="*/ 803 h 910"/>
                <a:gd name="T38" fmla="*/ 118 w 665"/>
                <a:gd name="T39" fmla="*/ 758 h 910"/>
                <a:gd name="T40" fmla="*/ 118 w 665"/>
                <a:gd name="T41" fmla="*/ 758 h 910"/>
                <a:gd name="T42" fmla="*/ 92 w 665"/>
                <a:gd name="T43" fmla="*/ 730 h 910"/>
                <a:gd name="T44" fmla="*/ 79 w 665"/>
                <a:gd name="T45" fmla="*/ 706 h 910"/>
                <a:gd name="T46" fmla="*/ 47 w 665"/>
                <a:gd name="T47" fmla="*/ 649 h 910"/>
                <a:gd name="T48" fmla="*/ 47 w 665"/>
                <a:gd name="T49" fmla="*/ 649 h 910"/>
                <a:gd name="T50" fmla="*/ 25 w 665"/>
                <a:gd name="T51" fmla="*/ 588 h 910"/>
                <a:gd name="T52" fmla="*/ 17 w 665"/>
                <a:gd name="T53" fmla="*/ 556 h 910"/>
                <a:gd name="T54" fmla="*/ 11 w 665"/>
                <a:gd name="T55" fmla="*/ 524 h 910"/>
                <a:gd name="T56" fmla="*/ 8 w 665"/>
                <a:gd name="T57" fmla="*/ 492 h 910"/>
                <a:gd name="T58" fmla="*/ 14 w 665"/>
                <a:gd name="T59" fmla="*/ 452 h 910"/>
                <a:gd name="T60" fmla="*/ 8 w 665"/>
                <a:gd name="T61" fmla="*/ 413 h 910"/>
                <a:gd name="T62" fmla="*/ 19 w 665"/>
                <a:gd name="T63" fmla="*/ 389 h 910"/>
                <a:gd name="T64" fmla="*/ 19 w 665"/>
                <a:gd name="T65" fmla="*/ 349 h 910"/>
                <a:gd name="T66" fmla="*/ 28 w 665"/>
                <a:gd name="T67" fmla="*/ 317 h 910"/>
                <a:gd name="T68" fmla="*/ 39 w 665"/>
                <a:gd name="T69" fmla="*/ 287 h 910"/>
                <a:gd name="T70" fmla="*/ 52 w 665"/>
                <a:gd name="T71" fmla="*/ 257 h 910"/>
                <a:gd name="T72" fmla="*/ 68 w 665"/>
                <a:gd name="T73" fmla="*/ 228 h 910"/>
                <a:gd name="T74" fmla="*/ 87 w 665"/>
                <a:gd name="T75" fmla="*/ 211 h 910"/>
                <a:gd name="T76" fmla="*/ 106 w 665"/>
                <a:gd name="T77" fmla="*/ 185 h 910"/>
                <a:gd name="T78" fmla="*/ 127 w 665"/>
                <a:gd name="T79" fmla="*/ 160 h 910"/>
                <a:gd name="T80" fmla="*/ 149 w 665"/>
                <a:gd name="T81" fmla="*/ 127 h 910"/>
                <a:gd name="T82" fmla="*/ 174 w 665"/>
                <a:gd name="T83" fmla="*/ 106 h 910"/>
                <a:gd name="T84" fmla="*/ 190 w 665"/>
                <a:gd name="T85" fmla="*/ 85 h 910"/>
                <a:gd name="T86" fmla="*/ 218 w 665"/>
                <a:gd name="T87" fmla="*/ 66 h 910"/>
                <a:gd name="T88" fmla="*/ 243 w 665"/>
                <a:gd name="T89" fmla="*/ 60 h 910"/>
                <a:gd name="T90" fmla="*/ 276 w 665"/>
                <a:gd name="T91" fmla="*/ 36 h 910"/>
                <a:gd name="T92" fmla="*/ 625 w 665"/>
                <a:gd name="T93" fmla="*/ 48 h 910"/>
                <a:gd name="T94" fmla="*/ 309 w 665"/>
                <a:gd name="T95" fmla="*/ 38 h 910"/>
                <a:gd name="T96" fmla="*/ 595 w 665"/>
                <a:gd name="T97" fmla="*/ 37 h 910"/>
                <a:gd name="T98" fmla="*/ 334 w 665"/>
                <a:gd name="T99" fmla="*/ 23 h 910"/>
                <a:gd name="T100" fmla="*/ 566 w 665"/>
                <a:gd name="T101" fmla="*/ 28 h 910"/>
                <a:gd name="T102" fmla="*/ 365 w 665"/>
                <a:gd name="T103" fmla="*/ 16 h 910"/>
                <a:gd name="T104" fmla="*/ 527 w 665"/>
                <a:gd name="T105" fmla="*/ 13 h 910"/>
                <a:gd name="T106" fmla="*/ 404 w 665"/>
                <a:gd name="T107" fmla="*/ 3 h 910"/>
                <a:gd name="T108" fmla="*/ 501 w 665"/>
                <a:gd name="T109" fmla="*/ 16 h 910"/>
                <a:gd name="T110" fmla="*/ 437 w 665"/>
                <a:gd name="T111" fmla="*/ 14 h 910"/>
                <a:gd name="T112" fmla="*/ 663 w 665"/>
                <a:gd name="T113" fmla="*/ 60 h 910"/>
                <a:gd name="T114" fmla="*/ 653 w 665"/>
                <a:gd name="T115" fmla="*/ 60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65" h="910">
                  <a:moveTo>
                    <a:pt x="651" y="864"/>
                  </a:moveTo>
                  <a:cubicBezTo>
                    <a:pt x="651" y="864"/>
                    <a:pt x="650" y="864"/>
                    <a:pt x="650" y="864"/>
                  </a:cubicBezTo>
                  <a:cubicBezTo>
                    <a:pt x="649" y="864"/>
                    <a:pt x="649" y="864"/>
                    <a:pt x="648" y="864"/>
                  </a:cubicBezTo>
                  <a:cubicBezTo>
                    <a:pt x="648" y="864"/>
                    <a:pt x="648" y="864"/>
                    <a:pt x="647" y="863"/>
                  </a:cubicBezTo>
                  <a:cubicBezTo>
                    <a:pt x="647" y="863"/>
                    <a:pt x="647" y="863"/>
                    <a:pt x="646" y="862"/>
                  </a:cubicBezTo>
                  <a:cubicBezTo>
                    <a:pt x="645" y="861"/>
                    <a:pt x="644" y="859"/>
                    <a:pt x="644" y="857"/>
                  </a:cubicBezTo>
                  <a:cubicBezTo>
                    <a:pt x="644" y="857"/>
                    <a:pt x="644" y="857"/>
                    <a:pt x="644" y="856"/>
                  </a:cubicBezTo>
                  <a:cubicBezTo>
                    <a:pt x="644" y="856"/>
                    <a:pt x="645" y="855"/>
                    <a:pt x="645" y="855"/>
                  </a:cubicBezTo>
                  <a:cubicBezTo>
                    <a:pt x="645" y="854"/>
                    <a:pt x="645" y="854"/>
                    <a:pt x="645" y="854"/>
                  </a:cubicBezTo>
                  <a:cubicBezTo>
                    <a:pt x="646" y="853"/>
                    <a:pt x="646" y="853"/>
                    <a:pt x="646" y="852"/>
                  </a:cubicBezTo>
                  <a:cubicBezTo>
                    <a:pt x="649" y="850"/>
                    <a:pt x="654" y="850"/>
                    <a:pt x="656" y="852"/>
                  </a:cubicBezTo>
                  <a:cubicBezTo>
                    <a:pt x="656" y="853"/>
                    <a:pt x="657" y="853"/>
                    <a:pt x="657" y="854"/>
                  </a:cubicBezTo>
                  <a:cubicBezTo>
                    <a:pt x="657" y="854"/>
                    <a:pt x="658" y="854"/>
                    <a:pt x="658" y="855"/>
                  </a:cubicBezTo>
                  <a:cubicBezTo>
                    <a:pt x="658" y="855"/>
                    <a:pt x="658" y="856"/>
                    <a:pt x="658" y="856"/>
                  </a:cubicBezTo>
                  <a:cubicBezTo>
                    <a:pt x="658" y="857"/>
                    <a:pt x="658" y="857"/>
                    <a:pt x="658" y="857"/>
                  </a:cubicBezTo>
                  <a:cubicBezTo>
                    <a:pt x="658" y="859"/>
                    <a:pt x="657" y="861"/>
                    <a:pt x="656" y="862"/>
                  </a:cubicBezTo>
                  <a:cubicBezTo>
                    <a:pt x="656" y="863"/>
                    <a:pt x="655" y="863"/>
                    <a:pt x="655" y="863"/>
                  </a:cubicBezTo>
                  <a:cubicBezTo>
                    <a:pt x="655" y="864"/>
                    <a:pt x="654" y="864"/>
                    <a:pt x="654" y="864"/>
                  </a:cubicBezTo>
                  <a:cubicBezTo>
                    <a:pt x="653" y="864"/>
                    <a:pt x="653" y="864"/>
                    <a:pt x="653" y="864"/>
                  </a:cubicBezTo>
                  <a:cubicBezTo>
                    <a:pt x="652" y="864"/>
                    <a:pt x="652" y="864"/>
                    <a:pt x="651" y="864"/>
                  </a:cubicBezTo>
                  <a:close/>
                  <a:moveTo>
                    <a:pt x="625" y="877"/>
                  </a:moveTo>
                  <a:cubicBezTo>
                    <a:pt x="625" y="877"/>
                    <a:pt x="625" y="877"/>
                    <a:pt x="626" y="876"/>
                  </a:cubicBezTo>
                  <a:cubicBezTo>
                    <a:pt x="626" y="876"/>
                    <a:pt x="627" y="876"/>
                    <a:pt x="627" y="876"/>
                  </a:cubicBezTo>
                  <a:cubicBezTo>
                    <a:pt x="627" y="876"/>
                    <a:pt x="628" y="875"/>
                    <a:pt x="628" y="875"/>
                  </a:cubicBezTo>
                  <a:cubicBezTo>
                    <a:pt x="628" y="875"/>
                    <a:pt x="629" y="874"/>
                    <a:pt x="629" y="874"/>
                  </a:cubicBezTo>
                  <a:cubicBezTo>
                    <a:pt x="629" y="874"/>
                    <a:pt x="629" y="873"/>
                    <a:pt x="630" y="873"/>
                  </a:cubicBezTo>
                  <a:cubicBezTo>
                    <a:pt x="630" y="872"/>
                    <a:pt x="630" y="872"/>
                    <a:pt x="630" y="871"/>
                  </a:cubicBezTo>
                  <a:cubicBezTo>
                    <a:pt x="630" y="871"/>
                    <a:pt x="630" y="870"/>
                    <a:pt x="630" y="870"/>
                  </a:cubicBezTo>
                  <a:cubicBezTo>
                    <a:pt x="630" y="870"/>
                    <a:pt x="630" y="869"/>
                    <a:pt x="630" y="869"/>
                  </a:cubicBezTo>
                  <a:cubicBezTo>
                    <a:pt x="630" y="868"/>
                    <a:pt x="630" y="868"/>
                    <a:pt x="630" y="867"/>
                  </a:cubicBezTo>
                  <a:cubicBezTo>
                    <a:pt x="629" y="867"/>
                    <a:pt x="629" y="866"/>
                    <a:pt x="629" y="866"/>
                  </a:cubicBezTo>
                  <a:cubicBezTo>
                    <a:pt x="629" y="866"/>
                    <a:pt x="628" y="865"/>
                    <a:pt x="628" y="865"/>
                  </a:cubicBezTo>
                  <a:cubicBezTo>
                    <a:pt x="628" y="865"/>
                    <a:pt x="627" y="864"/>
                    <a:pt x="627" y="864"/>
                  </a:cubicBezTo>
                  <a:cubicBezTo>
                    <a:pt x="627" y="864"/>
                    <a:pt x="626" y="864"/>
                    <a:pt x="626" y="863"/>
                  </a:cubicBezTo>
                  <a:cubicBezTo>
                    <a:pt x="625" y="863"/>
                    <a:pt x="625" y="863"/>
                    <a:pt x="625" y="863"/>
                  </a:cubicBezTo>
                  <a:cubicBezTo>
                    <a:pt x="622" y="863"/>
                    <a:pt x="620" y="863"/>
                    <a:pt x="618" y="865"/>
                  </a:cubicBezTo>
                  <a:cubicBezTo>
                    <a:pt x="618" y="865"/>
                    <a:pt x="618" y="866"/>
                    <a:pt x="617" y="866"/>
                  </a:cubicBezTo>
                  <a:cubicBezTo>
                    <a:pt x="617" y="866"/>
                    <a:pt x="617" y="867"/>
                    <a:pt x="617" y="867"/>
                  </a:cubicBezTo>
                  <a:cubicBezTo>
                    <a:pt x="616" y="868"/>
                    <a:pt x="616" y="868"/>
                    <a:pt x="616" y="869"/>
                  </a:cubicBezTo>
                  <a:cubicBezTo>
                    <a:pt x="616" y="869"/>
                    <a:pt x="616" y="870"/>
                    <a:pt x="616" y="870"/>
                  </a:cubicBezTo>
                  <a:cubicBezTo>
                    <a:pt x="616" y="870"/>
                    <a:pt x="616" y="871"/>
                    <a:pt x="616" y="871"/>
                  </a:cubicBezTo>
                  <a:cubicBezTo>
                    <a:pt x="616" y="872"/>
                    <a:pt x="616" y="872"/>
                    <a:pt x="617" y="873"/>
                  </a:cubicBezTo>
                  <a:cubicBezTo>
                    <a:pt x="617" y="873"/>
                    <a:pt x="617" y="874"/>
                    <a:pt x="617" y="874"/>
                  </a:cubicBezTo>
                  <a:cubicBezTo>
                    <a:pt x="618" y="874"/>
                    <a:pt x="618" y="875"/>
                    <a:pt x="618" y="875"/>
                  </a:cubicBezTo>
                  <a:cubicBezTo>
                    <a:pt x="618" y="875"/>
                    <a:pt x="619" y="876"/>
                    <a:pt x="619" y="876"/>
                  </a:cubicBezTo>
                  <a:cubicBezTo>
                    <a:pt x="620" y="876"/>
                    <a:pt x="620" y="876"/>
                    <a:pt x="620" y="876"/>
                  </a:cubicBezTo>
                  <a:cubicBezTo>
                    <a:pt x="621" y="877"/>
                    <a:pt x="621" y="877"/>
                    <a:pt x="622" y="877"/>
                  </a:cubicBezTo>
                  <a:cubicBezTo>
                    <a:pt x="622" y="877"/>
                    <a:pt x="623" y="877"/>
                    <a:pt x="623" y="877"/>
                  </a:cubicBezTo>
                  <a:cubicBezTo>
                    <a:pt x="624" y="877"/>
                    <a:pt x="624" y="877"/>
                    <a:pt x="625" y="877"/>
                  </a:cubicBezTo>
                  <a:close/>
                  <a:moveTo>
                    <a:pt x="465" y="910"/>
                  </a:moveTo>
                  <a:cubicBezTo>
                    <a:pt x="465" y="910"/>
                    <a:pt x="465" y="910"/>
                    <a:pt x="465" y="910"/>
                  </a:cubicBezTo>
                  <a:cubicBezTo>
                    <a:pt x="465" y="910"/>
                    <a:pt x="465" y="910"/>
                    <a:pt x="465" y="910"/>
                  </a:cubicBezTo>
                  <a:cubicBezTo>
                    <a:pt x="465" y="910"/>
                    <a:pt x="465" y="910"/>
                    <a:pt x="465" y="910"/>
                  </a:cubicBezTo>
                  <a:cubicBezTo>
                    <a:pt x="469" y="910"/>
                    <a:pt x="472" y="906"/>
                    <a:pt x="472" y="903"/>
                  </a:cubicBezTo>
                  <a:cubicBezTo>
                    <a:pt x="472" y="903"/>
                    <a:pt x="472" y="903"/>
                    <a:pt x="472" y="903"/>
                  </a:cubicBezTo>
                  <a:cubicBezTo>
                    <a:pt x="472" y="899"/>
                    <a:pt x="468" y="896"/>
                    <a:pt x="464" y="896"/>
                  </a:cubicBezTo>
                  <a:cubicBezTo>
                    <a:pt x="464" y="896"/>
                    <a:pt x="464" y="896"/>
                    <a:pt x="464" y="896"/>
                  </a:cubicBezTo>
                  <a:cubicBezTo>
                    <a:pt x="461" y="896"/>
                    <a:pt x="457" y="899"/>
                    <a:pt x="458" y="903"/>
                  </a:cubicBezTo>
                  <a:cubicBezTo>
                    <a:pt x="458" y="907"/>
                    <a:pt x="461" y="910"/>
                    <a:pt x="465" y="910"/>
                  </a:cubicBezTo>
                  <a:close/>
                  <a:moveTo>
                    <a:pt x="432" y="909"/>
                  </a:moveTo>
                  <a:cubicBezTo>
                    <a:pt x="432" y="909"/>
                    <a:pt x="432" y="909"/>
                    <a:pt x="432" y="909"/>
                  </a:cubicBezTo>
                  <a:cubicBezTo>
                    <a:pt x="436" y="909"/>
                    <a:pt x="439" y="906"/>
                    <a:pt x="439" y="903"/>
                  </a:cubicBezTo>
                  <a:cubicBezTo>
                    <a:pt x="439" y="903"/>
                    <a:pt x="439" y="903"/>
                    <a:pt x="439" y="903"/>
                  </a:cubicBezTo>
                  <a:cubicBezTo>
                    <a:pt x="439" y="899"/>
                    <a:pt x="436" y="895"/>
                    <a:pt x="432" y="895"/>
                  </a:cubicBezTo>
                  <a:cubicBezTo>
                    <a:pt x="432" y="895"/>
                    <a:pt x="432" y="895"/>
                    <a:pt x="432" y="895"/>
                  </a:cubicBezTo>
                  <a:cubicBezTo>
                    <a:pt x="428" y="895"/>
                    <a:pt x="425" y="898"/>
                    <a:pt x="425" y="902"/>
                  </a:cubicBezTo>
                  <a:cubicBezTo>
                    <a:pt x="425" y="902"/>
                    <a:pt x="425" y="902"/>
                    <a:pt x="425" y="902"/>
                  </a:cubicBezTo>
                  <a:cubicBezTo>
                    <a:pt x="425" y="906"/>
                    <a:pt x="428" y="909"/>
                    <a:pt x="432" y="909"/>
                  </a:cubicBezTo>
                  <a:cubicBezTo>
                    <a:pt x="432" y="909"/>
                    <a:pt x="432" y="909"/>
                    <a:pt x="432" y="909"/>
                  </a:cubicBezTo>
                  <a:close/>
                  <a:moveTo>
                    <a:pt x="497" y="908"/>
                  </a:moveTo>
                  <a:cubicBezTo>
                    <a:pt x="497" y="908"/>
                    <a:pt x="497" y="908"/>
                    <a:pt x="497" y="908"/>
                  </a:cubicBezTo>
                  <a:cubicBezTo>
                    <a:pt x="497" y="908"/>
                    <a:pt x="498" y="908"/>
                    <a:pt x="498" y="908"/>
                  </a:cubicBezTo>
                  <a:cubicBezTo>
                    <a:pt x="498" y="908"/>
                    <a:pt x="498" y="908"/>
                    <a:pt x="498" y="908"/>
                  </a:cubicBezTo>
                  <a:cubicBezTo>
                    <a:pt x="498" y="908"/>
                    <a:pt x="498" y="908"/>
                    <a:pt x="498" y="908"/>
                  </a:cubicBezTo>
                  <a:cubicBezTo>
                    <a:pt x="498" y="908"/>
                    <a:pt x="498" y="908"/>
                    <a:pt x="498" y="908"/>
                  </a:cubicBezTo>
                  <a:cubicBezTo>
                    <a:pt x="502" y="907"/>
                    <a:pt x="504" y="904"/>
                    <a:pt x="504" y="900"/>
                  </a:cubicBezTo>
                  <a:cubicBezTo>
                    <a:pt x="504" y="900"/>
                    <a:pt x="504" y="900"/>
                    <a:pt x="504" y="900"/>
                  </a:cubicBezTo>
                  <a:cubicBezTo>
                    <a:pt x="504" y="896"/>
                    <a:pt x="500" y="893"/>
                    <a:pt x="496" y="894"/>
                  </a:cubicBezTo>
                  <a:cubicBezTo>
                    <a:pt x="496" y="894"/>
                    <a:pt x="496" y="894"/>
                    <a:pt x="496" y="894"/>
                  </a:cubicBezTo>
                  <a:cubicBezTo>
                    <a:pt x="493" y="894"/>
                    <a:pt x="490" y="898"/>
                    <a:pt x="490" y="901"/>
                  </a:cubicBezTo>
                  <a:cubicBezTo>
                    <a:pt x="490" y="905"/>
                    <a:pt x="493" y="908"/>
                    <a:pt x="497" y="908"/>
                  </a:cubicBezTo>
                  <a:close/>
                  <a:moveTo>
                    <a:pt x="400" y="906"/>
                  </a:moveTo>
                  <a:cubicBezTo>
                    <a:pt x="400" y="906"/>
                    <a:pt x="400" y="906"/>
                    <a:pt x="400" y="906"/>
                  </a:cubicBezTo>
                  <a:cubicBezTo>
                    <a:pt x="403" y="906"/>
                    <a:pt x="406" y="904"/>
                    <a:pt x="407" y="900"/>
                  </a:cubicBezTo>
                  <a:cubicBezTo>
                    <a:pt x="407" y="900"/>
                    <a:pt x="407" y="900"/>
                    <a:pt x="407" y="900"/>
                  </a:cubicBezTo>
                  <a:cubicBezTo>
                    <a:pt x="407" y="896"/>
                    <a:pt x="404" y="893"/>
                    <a:pt x="400" y="892"/>
                  </a:cubicBezTo>
                  <a:cubicBezTo>
                    <a:pt x="400" y="892"/>
                    <a:pt x="400" y="892"/>
                    <a:pt x="400" y="892"/>
                  </a:cubicBezTo>
                  <a:cubicBezTo>
                    <a:pt x="397" y="892"/>
                    <a:pt x="393" y="895"/>
                    <a:pt x="393" y="899"/>
                  </a:cubicBezTo>
                  <a:cubicBezTo>
                    <a:pt x="393" y="899"/>
                    <a:pt x="393" y="899"/>
                    <a:pt x="393" y="899"/>
                  </a:cubicBezTo>
                  <a:cubicBezTo>
                    <a:pt x="392" y="902"/>
                    <a:pt x="395" y="906"/>
                    <a:pt x="399" y="906"/>
                  </a:cubicBezTo>
                  <a:cubicBezTo>
                    <a:pt x="399" y="906"/>
                    <a:pt x="399" y="906"/>
                    <a:pt x="399" y="906"/>
                  </a:cubicBezTo>
                  <a:cubicBezTo>
                    <a:pt x="399" y="906"/>
                    <a:pt x="399" y="906"/>
                    <a:pt x="399" y="906"/>
                  </a:cubicBezTo>
                  <a:cubicBezTo>
                    <a:pt x="399" y="906"/>
                    <a:pt x="399" y="906"/>
                    <a:pt x="400" y="906"/>
                  </a:cubicBezTo>
                  <a:close/>
                  <a:moveTo>
                    <a:pt x="529" y="904"/>
                  </a:moveTo>
                  <a:cubicBezTo>
                    <a:pt x="529" y="904"/>
                    <a:pt x="529" y="904"/>
                    <a:pt x="529" y="904"/>
                  </a:cubicBezTo>
                  <a:cubicBezTo>
                    <a:pt x="530" y="904"/>
                    <a:pt x="530" y="904"/>
                    <a:pt x="531" y="904"/>
                  </a:cubicBezTo>
                  <a:cubicBezTo>
                    <a:pt x="531" y="904"/>
                    <a:pt x="531" y="904"/>
                    <a:pt x="531" y="904"/>
                  </a:cubicBezTo>
                  <a:cubicBezTo>
                    <a:pt x="534" y="903"/>
                    <a:pt x="537" y="899"/>
                    <a:pt x="536" y="895"/>
                  </a:cubicBezTo>
                  <a:cubicBezTo>
                    <a:pt x="536" y="895"/>
                    <a:pt x="536" y="895"/>
                    <a:pt x="536" y="895"/>
                  </a:cubicBezTo>
                  <a:cubicBezTo>
                    <a:pt x="536" y="892"/>
                    <a:pt x="532" y="889"/>
                    <a:pt x="528" y="890"/>
                  </a:cubicBezTo>
                  <a:cubicBezTo>
                    <a:pt x="528" y="890"/>
                    <a:pt x="528" y="890"/>
                    <a:pt x="528" y="890"/>
                  </a:cubicBezTo>
                  <a:cubicBezTo>
                    <a:pt x="524" y="890"/>
                    <a:pt x="522" y="894"/>
                    <a:pt x="522" y="898"/>
                  </a:cubicBezTo>
                  <a:cubicBezTo>
                    <a:pt x="523" y="901"/>
                    <a:pt x="526" y="904"/>
                    <a:pt x="529" y="904"/>
                  </a:cubicBezTo>
                  <a:close/>
                  <a:moveTo>
                    <a:pt x="367" y="901"/>
                  </a:moveTo>
                  <a:cubicBezTo>
                    <a:pt x="367" y="901"/>
                    <a:pt x="367" y="901"/>
                    <a:pt x="367" y="901"/>
                  </a:cubicBezTo>
                  <a:cubicBezTo>
                    <a:pt x="371" y="901"/>
                    <a:pt x="374" y="899"/>
                    <a:pt x="374" y="896"/>
                  </a:cubicBezTo>
                  <a:cubicBezTo>
                    <a:pt x="374" y="896"/>
                    <a:pt x="374" y="896"/>
                    <a:pt x="374" y="896"/>
                  </a:cubicBezTo>
                  <a:cubicBezTo>
                    <a:pt x="375" y="892"/>
                    <a:pt x="373" y="888"/>
                    <a:pt x="369" y="887"/>
                  </a:cubicBezTo>
                  <a:cubicBezTo>
                    <a:pt x="369" y="887"/>
                    <a:pt x="369" y="887"/>
                    <a:pt x="369" y="887"/>
                  </a:cubicBezTo>
                  <a:cubicBezTo>
                    <a:pt x="365" y="887"/>
                    <a:pt x="361" y="889"/>
                    <a:pt x="361" y="893"/>
                  </a:cubicBezTo>
                  <a:cubicBezTo>
                    <a:pt x="361" y="893"/>
                    <a:pt x="361" y="893"/>
                    <a:pt x="361" y="893"/>
                  </a:cubicBezTo>
                  <a:cubicBezTo>
                    <a:pt x="360" y="897"/>
                    <a:pt x="362" y="900"/>
                    <a:pt x="366" y="901"/>
                  </a:cubicBezTo>
                  <a:cubicBezTo>
                    <a:pt x="367" y="901"/>
                    <a:pt x="367" y="901"/>
                    <a:pt x="367" y="901"/>
                  </a:cubicBezTo>
                  <a:close/>
                  <a:moveTo>
                    <a:pt x="561" y="897"/>
                  </a:moveTo>
                  <a:cubicBezTo>
                    <a:pt x="561" y="897"/>
                    <a:pt x="561" y="897"/>
                    <a:pt x="561" y="897"/>
                  </a:cubicBezTo>
                  <a:cubicBezTo>
                    <a:pt x="562" y="897"/>
                    <a:pt x="562" y="897"/>
                    <a:pt x="563" y="897"/>
                  </a:cubicBezTo>
                  <a:cubicBezTo>
                    <a:pt x="563" y="897"/>
                    <a:pt x="563" y="897"/>
                    <a:pt x="563" y="897"/>
                  </a:cubicBezTo>
                  <a:cubicBezTo>
                    <a:pt x="567" y="896"/>
                    <a:pt x="569" y="892"/>
                    <a:pt x="568" y="888"/>
                  </a:cubicBezTo>
                  <a:cubicBezTo>
                    <a:pt x="568" y="888"/>
                    <a:pt x="568" y="888"/>
                    <a:pt x="568" y="888"/>
                  </a:cubicBezTo>
                  <a:cubicBezTo>
                    <a:pt x="567" y="885"/>
                    <a:pt x="563" y="882"/>
                    <a:pt x="560" y="883"/>
                  </a:cubicBezTo>
                  <a:cubicBezTo>
                    <a:pt x="560" y="883"/>
                    <a:pt x="560" y="883"/>
                    <a:pt x="560" y="883"/>
                  </a:cubicBezTo>
                  <a:cubicBezTo>
                    <a:pt x="556" y="884"/>
                    <a:pt x="553" y="888"/>
                    <a:pt x="554" y="892"/>
                  </a:cubicBezTo>
                  <a:cubicBezTo>
                    <a:pt x="555" y="895"/>
                    <a:pt x="558" y="897"/>
                    <a:pt x="561" y="897"/>
                  </a:cubicBezTo>
                  <a:close/>
                  <a:moveTo>
                    <a:pt x="336" y="894"/>
                  </a:moveTo>
                  <a:cubicBezTo>
                    <a:pt x="336" y="894"/>
                    <a:pt x="336" y="894"/>
                    <a:pt x="336" y="894"/>
                  </a:cubicBezTo>
                  <a:cubicBezTo>
                    <a:pt x="339" y="894"/>
                    <a:pt x="342" y="892"/>
                    <a:pt x="343" y="889"/>
                  </a:cubicBezTo>
                  <a:cubicBezTo>
                    <a:pt x="343" y="889"/>
                    <a:pt x="343" y="889"/>
                    <a:pt x="343" y="889"/>
                  </a:cubicBezTo>
                  <a:cubicBezTo>
                    <a:pt x="344" y="885"/>
                    <a:pt x="341" y="881"/>
                    <a:pt x="338" y="880"/>
                  </a:cubicBezTo>
                  <a:cubicBezTo>
                    <a:pt x="338" y="880"/>
                    <a:pt x="338" y="880"/>
                    <a:pt x="338" y="880"/>
                  </a:cubicBezTo>
                  <a:cubicBezTo>
                    <a:pt x="334" y="879"/>
                    <a:pt x="330" y="881"/>
                    <a:pt x="329" y="885"/>
                  </a:cubicBezTo>
                  <a:cubicBezTo>
                    <a:pt x="329" y="885"/>
                    <a:pt x="329" y="885"/>
                    <a:pt x="329" y="885"/>
                  </a:cubicBezTo>
                  <a:cubicBezTo>
                    <a:pt x="328" y="889"/>
                    <a:pt x="330" y="893"/>
                    <a:pt x="334" y="894"/>
                  </a:cubicBezTo>
                  <a:cubicBezTo>
                    <a:pt x="335" y="894"/>
                    <a:pt x="335" y="894"/>
                    <a:pt x="336" y="894"/>
                  </a:cubicBezTo>
                  <a:close/>
                  <a:moveTo>
                    <a:pt x="593" y="888"/>
                  </a:moveTo>
                  <a:cubicBezTo>
                    <a:pt x="593" y="888"/>
                    <a:pt x="593" y="888"/>
                    <a:pt x="593" y="888"/>
                  </a:cubicBezTo>
                  <a:cubicBezTo>
                    <a:pt x="593" y="888"/>
                    <a:pt x="594" y="888"/>
                    <a:pt x="595" y="888"/>
                  </a:cubicBezTo>
                  <a:cubicBezTo>
                    <a:pt x="595" y="888"/>
                    <a:pt x="595" y="888"/>
                    <a:pt x="595" y="888"/>
                  </a:cubicBezTo>
                  <a:cubicBezTo>
                    <a:pt x="595" y="888"/>
                    <a:pt x="595" y="888"/>
                    <a:pt x="595" y="888"/>
                  </a:cubicBezTo>
                  <a:cubicBezTo>
                    <a:pt x="595" y="888"/>
                    <a:pt x="595" y="888"/>
                    <a:pt x="595" y="888"/>
                  </a:cubicBezTo>
                  <a:cubicBezTo>
                    <a:pt x="598" y="887"/>
                    <a:pt x="600" y="883"/>
                    <a:pt x="599" y="879"/>
                  </a:cubicBezTo>
                  <a:cubicBezTo>
                    <a:pt x="599" y="879"/>
                    <a:pt x="599" y="879"/>
                    <a:pt x="599" y="879"/>
                  </a:cubicBezTo>
                  <a:cubicBezTo>
                    <a:pt x="598" y="875"/>
                    <a:pt x="594" y="873"/>
                    <a:pt x="590" y="874"/>
                  </a:cubicBezTo>
                  <a:cubicBezTo>
                    <a:pt x="590" y="874"/>
                    <a:pt x="590" y="874"/>
                    <a:pt x="590" y="874"/>
                  </a:cubicBezTo>
                  <a:cubicBezTo>
                    <a:pt x="587" y="876"/>
                    <a:pt x="585" y="880"/>
                    <a:pt x="586" y="883"/>
                  </a:cubicBezTo>
                  <a:cubicBezTo>
                    <a:pt x="587" y="886"/>
                    <a:pt x="590" y="888"/>
                    <a:pt x="593" y="888"/>
                  </a:cubicBezTo>
                  <a:close/>
                  <a:moveTo>
                    <a:pt x="305" y="884"/>
                  </a:moveTo>
                  <a:cubicBezTo>
                    <a:pt x="305" y="884"/>
                    <a:pt x="305" y="884"/>
                    <a:pt x="305" y="884"/>
                  </a:cubicBezTo>
                  <a:cubicBezTo>
                    <a:pt x="308" y="884"/>
                    <a:pt x="310" y="882"/>
                    <a:pt x="311" y="879"/>
                  </a:cubicBezTo>
                  <a:cubicBezTo>
                    <a:pt x="311" y="879"/>
                    <a:pt x="311" y="879"/>
                    <a:pt x="311" y="879"/>
                  </a:cubicBezTo>
                  <a:cubicBezTo>
                    <a:pt x="313" y="876"/>
                    <a:pt x="311" y="872"/>
                    <a:pt x="307" y="870"/>
                  </a:cubicBezTo>
                  <a:cubicBezTo>
                    <a:pt x="307" y="871"/>
                    <a:pt x="307" y="871"/>
                    <a:pt x="307" y="871"/>
                  </a:cubicBezTo>
                  <a:cubicBezTo>
                    <a:pt x="303" y="869"/>
                    <a:pt x="299" y="871"/>
                    <a:pt x="298" y="875"/>
                  </a:cubicBezTo>
                  <a:cubicBezTo>
                    <a:pt x="298" y="875"/>
                    <a:pt x="298" y="875"/>
                    <a:pt x="298" y="875"/>
                  </a:cubicBezTo>
                  <a:cubicBezTo>
                    <a:pt x="297" y="878"/>
                    <a:pt x="299" y="882"/>
                    <a:pt x="302" y="884"/>
                  </a:cubicBezTo>
                  <a:cubicBezTo>
                    <a:pt x="303" y="884"/>
                    <a:pt x="304" y="884"/>
                    <a:pt x="305" y="884"/>
                  </a:cubicBezTo>
                  <a:close/>
                  <a:moveTo>
                    <a:pt x="274" y="872"/>
                  </a:moveTo>
                  <a:cubicBezTo>
                    <a:pt x="274" y="872"/>
                    <a:pt x="274" y="872"/>
                    <a:pt x="274" y="872"/>
                  </a:cubicBezTo>
                  <a:cubicBezTo>
                    <a:pt x="277" y="872"/>
                    <a:pt x="280" y="871"/>
                    <a:pt x="281" y="868"/>
                  </a:cubicBezTo>
                  <a:cubicBezTo>
                    <a:pt x="281" y="868"/>
                    <a:pt x="281" y="868"/>
                    <a:pt x="281" y="868"/>
                  </a:cubicBezTo>
                  <a:cubicBezTo>
                    <a:pt x="282" y="864"/>
                    <a:pt x="281" y="860"/>
                    <a:pt x="277" y="859"/>
                  </a:cubicBezTo>
                  <a:cubicBezTo>
                    <a:pt x="277" y="859"/>
                    <a:pt x="277" y="859"/>
                    <a:pt x="277" y="859"/>
                  </a:cubicBezTo>
                  <a:cubicBezTo>
                    <a:pt x="274" y="857"/>
                    <a:pt x="270" y="859"/>
                    <a:pt x="268" y="862"/>
                  </a:cubicBezTo>
                  <a:cubicBezTo>
                    <a:pt x="268" y="862"/>
                    <a:pt x="268" y="862"/>
                    <a:pt x="268" y="862"/>
                  </a:cubicBezTo>
                  <a:cubicBezTo>
                    <a:pt x="266" y="866"/>
                    <a:pt x="268" y="870"/>
                    <a:pt x="272" y="872"/>
                  </a:cubicBezTo>
                  <a:cubicBezTo>
                    <a:pt x="272" y="872"/>
                    <a:pt x="272" y="872"/>
                    <a:pt x="272" y="872"/>
                  </a:cubicBezTo>
                  <a:cubicBezTo>
                    <a:pt x="272" y="872"/>
                    <a:pt x="272" y="872"/>
                    <a:pt x="272" y="872"/>
                  </a:cubicBezTo>
                  <a:cubicBezTo>
                    <a:pt x="273" y="872"/>
                    <a:pt x="273" y="872"/>
                    <a:pt x="274" y="872"/>
                  </a:cubicBezTo>
                  <a:close/>
                  <a:moveTo>
                    <a:pt x="245" y="858"/>
                  </a:moveTo>
                  <a:cubicBezTo>
                    <a:pt x="245" y="858"/>
                    <a:pt x="245" y="858"/>
                    <a:pt x="245" y="858"/>
                  </a:cubicBezTo>
                  <a:cubicBezTo>
                    <a:pt x="248" y="858"/>
                    <a:pt x="250" y="857"/>
                    <a:pt x="251" y="854"/>
                  </a:cubicBezTo>
                  <a:cubicBezTo>
                    <a:pt x="251" y="854"/>
                    <a:pt x="251" y="854"/>
                    <a:pt x="251" y="854"/>
                  </a:cubicBezTo>
                  <a:cubicBezTo>
                    <a:pt x="253" y="851"/>
                    <a:pt x="252" y="847"/>
                    <a:pt x="248" y="845"/>
                  </a:cubicBezTo>
                  <a:cubicBezTo>
                    <a:pt x="248" y="845"/>
                    <a:pt x="248" y="845"/>
                    <a:pt x="248" y="845"/>
                  </a:cubicBezTo>
                  <a:cubicBezTo>
                    <a:pt x="245" y="843"/>
                    <a:pt x="241" y="844"/>
                    <a:pt x="239" y="848"/>
                  </a:cubicBezTo>
                  <a:cubicBezTo>
                    <a:pt x="239" y="848"/>
                    <a:pt x="239" y="848"/>
                    <a:pt x="239" y="848"/>
                  </a:cubicBezTo>
                  <a:cubicBezTo>
                    <a:pt x="237" y="851"/>
                    <a:pt x="238" y="855"/>
                    <a:pt x="242" y="857"/>
                  </a:cubicBezTo>
                  <a:cubicBezTo>
                    <a:pt x="243" y="858"/>
                    <a:pt x="244" y="858"/>
                    <a:pt x="245" y="858"/>
                  </a:cubicBezTo>
                  <a:close/>
                  <a:moveTo>
                    <a:pt x="217" y="842"/>
                  </a:moveTo>
                  <a:cubicBezTo>
                    <a:pt x="217" y="842"/>
                    <a:pt x="217" y="842"/>
                    <a:pt x="217" y="842"/>
                  </a:cubicBezTo>
                  <a:cubicBezTo>
                    <a:pt x="219" y="842"/>
                    <a:pt x="222" y="841"/>
                    <a:pt x="223" y="838"/>
                  </a:cubicBezTo>
                  <a:cubicBezTo>
                    <a:pt x="223" y="838"/>
                    <a:pt x="223" y="838"/>
                    <a:pt x="223" y="838"/>
                  </a:cubicBezTo>
                  <a:cubicBezTo>
                    <a:pt x="225" y="835"/>
                    <a:pt x="224" y="831"/>
                    <a:pt x="221" y="829"/>
                  </a:cubicBezTo>
                  <a:cubicBezTo>
                    <a:pt x="221" y="829"/>
                    <a:pt x="221" y="829"/>
                    <a:pt x="221" y="829"/>
                  </a:cubicBezTo>
                  <a:cubicBezTo>
                    <a:pt x="217" y="827"/>
                    <a:pt x="213" y="828"/>
                    <a:pt x="211" y="831"/>
                  </a:cubicBezTo>
                  <a:cubicBezTo>
                    <a:pt x="211" y="831"/>
                    <a:pt x="211" y="831"/>
                    <a:pt x="211" y="831"/>
                  </a:cubicBezTo>
                  <a:cubicBezTo>
                    <a:pt x="209" y="834"/>
                    <a:pt x="210" y="839"/>
                    <a:pt x="213" y="841"/>
                  </a:cubicBezTo>
                  <a:cubicBezTo>
                    <a:pt x="213" y="841"/>
                    <a:pt x="213" y="841"/>
                    <a:pt x="213" y="841"/>
                  </a:cubicBezTo>
                  <a:cubicBezTo>
                    <a:pt x="213" y="841"/>
                    <a:pt x="213" y="841"/>
                    <a:pt x="213" y="841"/>
                  </a:cubicBezTo>
                  <a:cubicBezTo>
                    <a:pt x="214" y="841"/>
                    <a:pt x="216" y="842"/>
                    <a:pt x="217" y="842"/>
                  </a:cubicBezTo>
                  <a:close/>
                  <a:moveTo>
                    <a:pt x="190" y="823"/>
                  </a:moveTo>
                  <a:cubicBezTo>
                    <a:pt x="190" y="823"/>
                    <a:pt x="190" y="823"/>
                    <a:pt x="190" y="823"/>
                  </a:cubicBezTo>
                  <a:cubicBezTo>
                    <a:pt x="192" y="823"/>
                    <a:pt x="194" y="822"/>
                    <a:pt x="196" y="821"/>
                  </a:cubicBezTo>
                  <a:cubicBezTo>
                    <a:pt x="196" y="821"/>
                    <a:pt x="196" y="821"/>
                    <a:pt x="196" y="821"/>
                  </a:cubicBezTo>
                  <a:cubicBezTo>
                    <a:pt x="198" y="817"/>
                    <a:pt x="197" y="813"/>
                    <a:pt x="194" y="811"/>
                  </a:cubicBezTo>
                  <a:cubicBezTo>
                    <a:pt x="194" y="811"/>
                    <a:pt x="194" y="811"/>
                    <a:pt x="194" y="811"/>
                  </a:cubicBezTo>
                  <a:cubicBezTo>
                    <a:pt x="191" y="808"/>
                    <a:pt x="187" y="809"/>
                    <a:pt x="184" y="812"/>
                  </a:cubicBezTo>
                  <a:cubicBezTo>
                    <a:pt x="184" y="812"/>
                    <a:pt x="184" y="812"/>
                    <a:pt x="184" y="812"/>
                  </a:cubicBezTo>
                  <a:cubicBezTo>
                    <a:pt x="182" y="815"/>
                    <a:pt x="183" y="820"/>
                    <a:pt x="186" y="822"/>
                  </a:cubicBezTo>
                  <a:cubicBezTo>
                    <a:pt x="187" y="823"/>
                    <a:pt x="189" y="823"/>
                    <a:pt x="190" y="823"/>
                  </a:cubicBezTo>
                  <a:close/>
                  <a:moveTo>
                    <a:pt x="164" y="803"/>
                  </a:moveTo>
                  <a:cubicBezTo>
                    <a:pt x="164" y="803"/>
                    <a:pt x="164" y="803"/>
                    <a:pt x="164" y="803"/>
                  </a:cubicBezTo>
                  <a:cubicBezTo>
                    <a:pt x="166" y="803"/>
                    <a:pt x="168" y="802"/>
                    <a:pt x="170" y="801"/>
                  </a:cubicBezTo>
                  <a:cubicBezTo>
                    <a:pt x="170" y="801"/>
                    <a:pt x="170" y="801"/>
                    <a:pt x="170" y="801"/>
                  </a:cubicBezTo>
                  <a:cubicBezTo>
                    <a:pt x="172" y="798"/>
                    <a:pt x="172" y="793"/>
                    <a:pt x="169" y="791"/>
                  </a:cubicBezTo>
                  <a:cubicBezTo>
                    <a:pt x="169" y="791"/>
                    <a:pt x="169" y="791"/>
                    <a:pt x="169" y="791"/>
                  </a:cubicBezTo>
                  <a:cubicBezTo>
                    <a:pt x="166" y="788"/>
                    <a:pt x="162" y="789"/>
                    <a:pt x="159" y="792"/>
                  </a:cubicBezTo>
                  <a:cubicBezTo>
                    <a:pt x="159" y="792"/>
                    <a:pt x="159" y="792"/>
                    <a:pt x="159" y="792"/>
                  </a:cubicBezTo>
                  <a:cubicBezTo>
                    <a:pt x="157" y="795"/>
                    <a:pt x="157" y="799"/>
                    <a:pt x="160" y="802"/>
                  </a:cubicBezTo>
                  <a:cubicBezTo>
                    <a:pt x="161" y="803"/>
                    <a:pt x="163" y="803"/>
                    <a:pt x="164" y="803"/>
                  </a:cubicBezTo>
                  <a:close/>
                  <a:moveTo>
                    <a:pt x="140" y="781"/>
                  </a:moveTo>
                  <a:cubicBezTo>
                    <a:pt x="140" y="781"/>
                    <a:pt x="140" y="781"/>
                    <a:pt x="140" y="781"/>
                  </a:cubicBezTo>
                  <a:cubicBezTo>
                    <a:pt x="142" y="781"/>
                    <a:pt x="144" y="781"/>
                    <a:pt x="145" y="779"/>
                  </a:cubicBezTo>
                  <a:cubicBezTo>
                    <a:pt x="145" y="779"/>
                    <a:pt x="145" y="779"/>
                    <a:pt x="145" y="779"/>
                  </a:cubicBezTo>
                  <a:cubicBezTo>
                    <a:pt x="148" y="776"/>
                    <a:pt x="148" y="772"/>
                    <a:pt x="145" y="769"/>
                  </a:cubicBezTo>
                  <a:cubicBezTo>
                    <a:pt x="145" y="769"/>
                    <a:pt x="145" y="769"/>
                    <a:pt x="145" y="769"/>
                  </a:cubicBezTo>
                  <a:cubicBezTo>
                    <a:pt x="143" y="766"/>
                    <a:pt x="138" y="766"/>
                    <a:pt x="135" y="769"/>
                  </a:cubicBezTo>
                  <a:cubicBezTo>
                    <a:pt x="135" y="769"/>
                    <a:pt x="135" y="769"/>
                    <a:pt x="135" y="769"/>
                  </a:cubicBezTo>
                  <a:cubicBezTo>
                    <a:pt x="133" y="772"/>
                    <a:pt x="133" y="776"/>
                    <a:pt x="135" y="779"/>
                  </a:cubicBezTo>
                  <a:cubicBezTo>
                    <a:pt x="137" y="781"/>
                    <a:pt x="139" y="781"/>
                    <a:pt x="140" y="781"/>
                  </a:cubicBezTo>
                  <a:close/>
                  <a:moveTo>
                    <a:pt x="118" y="758"/>
                  </a:moveTo>
                  <a:cubicBezTo>
                    <a:pt x="118" y="758"/>
                    <a:pt x="118" y="758"/>
                    <a:pt x="118" y="758"/>
                  </a:cubicBezTo>
                  <a:cubicBezTo>
                    <a:pt x="120" y="758"/>
                    <a:pt x="121" y="757"/>
                    <a:pt x="123" y="756"/>
                  </a:cubicBezTo>
                  <a:cubicBezTo>
                    <a:pt x="123" y="756"/>
                    <a:pt x="123" y="756"/>
                    <a:pt x="123" y="756"/>
                  </a:cubicBezTo>
                  <a:cubicBezTo>
                    <a:pt x="126" y="753"/>
                    <a:pt x="126" y="749"/>
                    <a:pt x="123" y="746"/>
                  </a:cubicBezTo>
                  <a:cubicBezTo>
                    <a:pt x="123" y="746"/>
                    <a:pt x="123" y="746"/>
                    <a:pt x="123" y="746"/>
                  </a:cubicBezTo>
                  <a:cubicBezTo>
                    <a:pt x="121" y="743"/>
                    <a:pt x="116" y="743"/>
                    <a:pt x="113" y="745"/>
                  </a:cubicBezTo>
                  <a:cubicBezTo>
                    <a:pt x="113" y="745"/>
                    <a:pt x="113" y="745"/>
                    <a:pt x="113" y="745"/>
                  </a:cubicBezTo>
                  <a:cubicBezTo>
                    <a:pt x="110" y="748"/>
                    <a:pt x="110" y="752"/>
                    <a:pt x="113" y="755"/>
                  </a:cubicBezTo>
                  <a:cubicBezTo>
                    <a:pt x="113" y="755"/>
                    <a:pt x="113" y="755"/>
                    <a:pt x="113" y="755"/>
                  </a:cubicBezTo>
                  <a:cubicBezTo>
                    <a:pt x="113" y="755"/>
                    <a:pt x="113" y="755"/>
                    <a:pt x="113" y="755"/>
                  </a:cubicBezTo>
                  <a:cubicBezTo>
                    <a:pt x="114" y="757"/>
                    <a:pt x="116" y="758"/>
                    <a:pt x="118" y="758"/>
                  </a:cubicBezTo>
                  <a:close/>
                  <a:moveTo>
                    <a:pt x="97" y="732"/>
                  </a:moveTo>
                  <a:cubicBezTo>
                    <a:pt x="97" y="732"/>
                    <a:pt x="97" y="732"/>
                    <a:pt x="97" y="732"/>
                  </a:cubicBezTo>
                  <a:cubicBezTo>
                    <a:pt x="99" y="732"/>
                    <a:pt x="100" y="732"/>
                    <a:pt x="102" y="731"/>
                  </a:cubicBezTo>
                  <a:cubicBezTo>
                    <a:pt x="102" y="731"/>
                    <a:pt x="102" y="731"/>
                    <a:pt x="102" y="731"/>
                  </a:cubicBezTo>
                  <a:cubicBezTo>
                    <a:pt x="105" y="729"/>
                    <a:pt x="105" y="724"/>
                    <a:pt x="103" y="721"/>
                  </a:cubicBezTo>
                  <a:cubicBezTo>
                    <a:pt x="103" y="721"/>
                    <a:pt x="103" y="721"/>
                    <a:pt x="103" y="721"/>
                  </a:cubicBezTo>
                  <a:cubicBezTo>
                    <a:pt x="101" y="718"/>
                    <a:pt x="96" y="717"/>
                    <a:pt x="93" y="720"/>
                  </a:cubicBezTo>
                  <a:cubicBezTo>
                    <a:pt x="93" y="720"/>
                    <a:pt x="93" y="720"/>
                    <a:pt x="93" y="720"/>
                  </a:cubicBezTo>
                  <a:cubicBezTo>
                    <a:pt x="90" y="722"/>
                    <a:pt x="89" y="726"/>
                    <a:pt x="92" y="730"/>
                  </a:cubicBezTo>
                  <a:cubicBezTo>
                    <a:pt x="92" y="730"/>
                    <a:pt x="92" y="730"/>
                    <a:pt x="92" y="730"/>
                  </a:cubicBezTo>
                  <a:cubicBezTo>
                    <a:pt x="92" y="730"/>
                    <a:pt x="92" y="730"/>
                    <a:pt x="92" y="730"/>
                  </a:cubicBezTo>
                  <a:cubicBezTo>
                    <a:pt x="93" y="731"/>
                    <a:pt x="95" y="732"/>
                    <a:pt x="97" y="732"/>
                  </a:cubicBezTo>
                  <a:close/>
                  <a:moveTo>
                    <a:pt x="79" y="706"/>
                  </a:moveTo>
                  <a:cubicBezTo>
                    <a:pt x="79" y="706"/>
                    <a:pt x="79" y="706"/>
                    <a:pt x="79" y="706"/>
                  </a:cubicBezTo>
                  <a:cubicBezTo>
                    <a:pt x="80" y="706"/>
                    <a:pt x="81" y="705"/>
                    <a:pt x="83" y="705"/>
                  </a:cubicBezTo>
                  <a:cubicBezTo>
                    <a:pt x="83" y="705"/>
                    <a:pt x="83" y="705"/>
                    <a:pt x="83" y="705"/>
                  </a:cubicBezTo>
                  <a:cubicBezTo>
                    <a:pt x="86" y="703"/>
                    <a:pt x="87" y="698"/>
                    <a:pt x="85" y="695"/>
                  </a:cubicBezTo>
                  <a:cubicBezTo>
                    <a:pt x="85" y="695"/>
                    <a:pt x="85" y="695"/>
                    <a:pt x="85" y="695"/>
                  </a:cubicBezTo>
                  <a:cubicBezTo>
                    <a:pt x="83" y="692"/>
                    <a:pt x="78" y="691"/>
                    <a:pt x="75" y="693"/>
                  </a:cubicBezTo>
                  <a:cubicBezTo>
                    <a:pt x="75" y="693"/>
                    <a:pt x="75" y="693"/>
                    <a:pt x="75" y="693"/>
                  </a:cubicBezTo>
                  <a:cubicBezTo>
                    <a:pt x="72" y="695"/>
                    <a:pt x="71" y="699"/>
                    <a:pt x="73" y="703"/>
                  </a:cubicBezTo>
                  <a:cubicBezTo>
                    <a:pt x="74" y="705"/>
                    <a:pt x="76" y="706"/>
                    <a:pt x="79" y="706"/>
                  </a:cubicBezTo>
                  <a:close/>
                  <a:moveTo>
                    <a:pt x="62" y="678"/>
                  </a:moveTo>
                  <a:cubicBezTo>
                    <a:pt x="62" y="678"/>
                    <a:pt x="62" y="678"/>
                    <a:pt x="62" y="678"/>
                  </a:cubicBezTo>
                  <a:cubicBezTo>
                    <a:pt x="63" y="678"/>
                    <a:pt x="64" y="678"/>
                    <a:pt x="65" y="677"/>
                  </a:cubicBezTo>
                  <a:cubicBezTo>
                    <a:pt x="65" y="677"/>
                    <a:pt x="65" y="677"/>
                    <a:pt x="65" y="677"/>
                  </a:cubicBezTo>
                  <a:cubicBezTo>
                    <a:pt x="69" y="675"/>
                    <a:pt x="70" y="671"/>
                    <a:pt x="68" y="667"/>
                  </a:cubicBezTo>
                  <a:cubicBezTo>
                    <a:pt x="68" y="667"/>
                    <a:pt x="68" y="667"/>
                    <a:pt x="68" y="667"/>
                  </a:cubicBezTo>
                  <a:cubicBezTo>
                    <a:pt x="66" y="664"/>
                    <a:pt x="62" y="663"/>
                    <a:pt x="59" y="665"/>
                  </a:cubicBezTo>
                  <a:cubicBezTo>
                    <a:pt x="59" y="665"/>
                    <a:pt x="59" y="665"/>
                    <a:pt x="59" y="665"/>
                  </a:cubicBezTo>
                  <a:cubicBezTo>
                    <a:pt x="55" y="667"/>
                    <a:pt x="54" y="671"/>
                    <a:pt x="56" y="674"/>
                  </a:cubicBezTo>
                  <a:cubicBezTo>
                    <a:pt x="57" y="677"/>
                    <a:pt x="60" y="678"/>
                    <a:pt x="62" y="678"/>
                  </a:cubicBezTo>
                  <a:close/>
                  <a:moveTo>
                    <a:pt x="47" y="649"/>
                  </a:moveTo>
                  <a:cubicBezTo>
                    <a:pt x="47" y="649"/>
                    <a:pt x="47" y="649"/>
                    <a:pt x="47" y="649"/>
                  </a:cubicBezTo>
                  <a:cubicBezTo>
                    <a:pt x="48" y="649"/>
                    <a:pt x="49" y="649"/>
                    <a:pt x="50" y="648"/>
                  </a:cubicBezTo>
                  <a:cubicBezTo>
                    <a:pt x="50" y="648"/>
                    <a:pt x="50" y="648"/>
                    <a:pt x="50" y="648"/>
                  </a:cubicBezTo>
                  <a:cubicBezTo>
                    <a:pt x="54" y="647"/>
                    <a:pt x="55" y="642"/>
                    <a:pt x="54" y="639"/>
                  </a:cubicBezTo>
                  <a:cubicBezTo>
                    <a:pt x="54" y="639"/>
                    <a:pt x="54" y="639"/>
                    <a:pt x="54" y="639"/>
                  </a:cubicBezTo>
                  <a:cubicBezTo>
                    <a:pt x="52" y="635"/>
                    <a:pt x="48" y="634"/>
                    <a:pt x="44" y="635"/>
                  </a:cubicBezTo>
                  <a:cubicBezTo>
                    <a:pt x="44" y="635"/>
                    <a:pt x="44" y="635"/>
                    <a:pt x="44" y="635"/>
                  </a:cubicBezTo>
                  <a:cubicBezTo>
                    <a:pt x="41" y="637"/>
                    <a:pt x="39" y="641"/>
                    <a:pt x="41" y="645"/>
                  </a:cubicBezTo>
                  <a:cubicBezTo>
                    <a:pt x="41" y="645"/>
                    <a:pt x="41" y="645"/>
                    <a:pt x="41" y="645"/>
                  </a:cubicBezTo>
                  <a:cubicBezTo>
                    <a:pt x="41" y="645"/>
                    <a:pt x="41" y="645"/>
                    <a:pt x="41" y="645"/>
                  </a:cubicBezTo>
                  <a:cubicBezTo>
                    <a:pt x="42" y="647"/>
                    <a:pt x="45" y="649"/>
                    <a:pt x="47" y="649"/>
                  </a:cubicBezTo>
                  <a:close/>
                  <a:moveTo>
                    <a:pt x="35" y="619"/>
                  </a:moveTo>
                  <a:cubicBezTo>
                    <a:pt x="35" y="619"/>
                    <a:pt x="35" y="619"/>
                    <a:pt x="35" y="619"/>
                  </a:cubicBezTo>
                  <a:cubicBezTo>
                    <a:pt x="36" y="619"/>
                    <a:pt x="37" y="619"/>
                    <a:pt x="37" y="618"/>
                  </a:cubicBezTo>
                  <a:cubicBezTo>
                    <a:pt x="37" y="618"/>
                    <a:pt x="37" y="618"/>
                    <a:pt x="37" y="618"/>
                  </a:cubicBezTo>
                  <a:cubicBezTo>
                    <a:pt x="41" y="617"/>
                    <a:pt x="43" y="613"/>
                    <a:pt x="41" y="609"/>
                  </a:cubicBezTo>
                  <a:cubicBezTo>
                    <a:pt x="41" y="609"/>
                    <a:pt x="41" y="609"/>
                    <a:pt x="41" y="609"/>
                  </a:cubicBezTo>
                  <a:cubicBezTo>
                    <a:pt x="40" y="606"/>
                    <a:pt x="36" y="604"/>
                    <a:pt x="32" y="605"/>
                  </a:cubicBezTo>
                  <a:cubicBezTo>
                    <a:pt x="32" y="605"/>
                    <a:pt x="32" y="605"/>
                    <a:pt x="32" y="605"/>
                  </a:cubicBezTo>
                  <a:cubicBezTo>
                    <a:pt x="29" y="607"/>
                    <a:pt x="27" y="611"/>
                    <a:pt x="28" y="614"/>
                  </a:cubicBezTo>
                  <a:cubicBezTo>
                    <a:pt x="29" y="617"/>
                    <a:pt x="32" y="619"/>
                    <a:pt x="35" y="619"/>
                  </a:cubicBezTo>
                  <a:close/>
                  <a:moveTo>
                    <a:pt x="25" y="588"/>
                  </a:moveTo>
                  <a:cubicBezTo>
                    <a:pt x="25" y="588"/>
                    <a:pt x="25" y="588"/>
                    <a:pt x="25" y="588"/>
                  </a:cubicBezTo>
                  <a:cubicBezTo>
                    <a:pt x="25" y="588"/>
                    <a:pt x="26" y="588"/>
                    <a:pt x="27" y="588"/>
                  </a:cubicBezTo>
                  <a:cubicBezTo>
                    <a:pt x="27" y="588"/>
                    <a:pt x="27" y="588"/>
                    <a:pt x="27" y="588"/>
                  </a:cubicBezTo>
                  <a:cubicBezTo>
                    <a:pt x="30" y="587"/>
                    <a:pt x="32" y="583"/>
                    <a:pt x="31" y="579"/>
                  </a:cubicBezTo>
                  <a:cubicBezTo>
                    <a:pt x="31" y="579"/>
                    <a:pt x="31" y="579"/>
                    <a:pt x="31" y="579"/>
                  </a:cubicBezTo>
                  <a:cubicBezTo>
                    <a:pt x="30" y="575"/>
                    <a:pt x="26" y="573"/>
                    <a:pt x="23" y="574"/>
                  </a:cubicBezTo>
                  <a:cubicBezTo>
                    <a:pt x="23" y="574"/>
                    <a:pt x="23" y="574"/>
                    <a:pt x="23" y="574"/>
                  </a:cubicBezTo>
                  <a:cubicBezTo>
                    <a:pt x="19" y="575"/>
                    <a:pt x="17" y="579"/>
                    <a:pt x="18" y="583"/>
                  </a:cubicBezTo>
                  <a:cubicBezTo>
                    <a:pt x="19" y="586"/>
                    <a:pt x="22" y="588"/>
                    <a:pt x="25" y="588"/>
                  </a:cubicBezTo>
                  <a:close/>
                  <a:moveTo>
                    <a:pt x="17" y="556"/>
                  </a:moveTo>
                  <a:cubicBezTo>
                    <a:pt x="17" y="556"/>
                    <a:pt x="17" y="556"/>
                    <a:pt x="17" y="556"/>
                  </a:cubicBezTo>
                  <a:cubicBezTo>
                    <a:pt x="17" y="556"/>
                    <a:pt x="18" y="556"/>
                    <a:pt x="18" y="556"/>
                  </a:cubicBezTo>
                  <a:cubicBezTo>
                    <a:pt x="18" y="556"/>
                    <a:pt x="18" y="556"/>
                    <a:pt x="18" y="556"/>
                  </a:cubicBezTo>
                  <a:cubicBezTo>
                    <a:pt x="22" y="555"/>
                    <a:pt x="24" y="552"/>
                    <a:pt x="23" y="548"/>
                  </a:cubicBezTo>
                  <a:cubicBezTo>
                    <a:pt x="23" y="548"/>
                    <a:pt x="23" y="548"/>
                    <a:pt x="23" y="548"/>
                  </a:cubicBezTo>
                  <a:cubicBezTo>
                    <a:pt x="23" y="544"/>
                    <a:pt x="19" y="542"/>
                    <a:pt x="15" y="542"/>
                  </a:cubicBezTo>
                  <a:cubicBezTo>
                    <a:pt x="15" y="542"/>
                    <a:pt x="15" y="542"/>
                    <a:pt x="15" y="542"/>
                  </a:cubicBezTo>
                  <a:cubicBezTo>
                    <a:pt x="11" y="543"/>
                    <a:pt x="9" y="547"/>
                    <a:pt x="10" y="551"/>
                  </a:cubicBezTo>
                  <a:cubicBezTo>
                    <a:pt x="10" y="551"/>
                    <a:pt x="10" y="551"/>
                    <a:pt x="10" y="551"/>
                  </a:cubicBezTo>
                  <a:cubicBezTo>
                    <a:pt x="10" y="551"/>
                    <a:pt x="10" y="551"/>
                    <a:pt x="10" y="551"/>
                  </a:cubicBezTo>
                  <a:cubicBezTo>
                    <a:pt x="10" y="554"/>
                    <a:pt x="13" y="556"/>
                    <a:pt x="17" y="556"/>
                  </a:cubicBezTo>
                  <a:close/>
                  <a:moveTo>
                    <a:pt x="11" y="524"/>
                  </a:moveTo>
                  <a:cubicBezTo>
                    <a:pt x="11" y="524"/>
                    <a:pt x="11" y="524"/>
                    <a:pt x="11" y="524"/>
                  </a:cubicBezTo>
                  <a:cubicBezTo>
                    <a:pt x="11" y="524"/>
                    <a:pt x="12" y="524"/>
                    <a:pt x="12" y="524"/>
                  </a:cubicBezTo>
                  <a:cubicBezTo>
                    <a:pt x="12" y="524"/>
                    <a:pt x="12" y="524"/>
                    <a:pt x="12" y="524"/>
                  </a:cubicBezTo>
                  <a:cubicBezTo>
                    <a:pt x="16" y="524"/>
                    <a:pt x="18" y="520"/>
                    <a:pt x="18" y="516"/>
                  </a:cubicBezTo>
                  <a:cubicBezTo>
                    <a:pt x="18" y="516"/>
                    <a:pt x="18" y="516"/>
                    <a:pt x="18" y="516"/>
                  </a:cubicBezTo>
                  <a:cubicBezTo>
                    <a:pt x="17" y="512"/>
                    <a:pt x="14" y="510"/>
                    <a:pt x="10" y="510"/>
                  </a:cubicBezTo>
                  <a:cubicBezTo>
                    <a:pt x="10" y="510"/>
                    <a:pt x="10" y="510"/>
                    <a:pt x="10" y="510"/>
                  </a:cubicBezTo>
                  <a:cubicBezTo>
                    <a:pt x="6" y="511"/>
                    <a:pt x="3" y="514"/>
                    <a:pt x="4" y="518"/>
                  </a:cubicBezTo>
                  <a:cubicBezTo>
                    <a:pt x="4" y="522"/>
                    <a:pt x="7" y="524"/>
                    <a:pt x="11" y="524"/>
                  </a:cubicBezTo>
                  <a:close/>
                  <a:moveTo>
                    <a:pt x="8" y="492"/>
                  </a:moveTo>
                  <a:cubicBezTo>
                    <a:pt x="8" y="492"/>
                    <a:pt x="8" y="492"/>
                    <a:pt x="8" y="492"/>
                  </a:cubicBezTo>
                  <a:cubicBezTo>
                    <a:pt x="8" y="492"/>
                    <a:pt x="8" y="492"/>
                    <a:pt x="8" y="492"/>
                  </a:cubicBezTo>
                  <a:cubicBezTo>
                    <a:pt x="8" y="492"/>
                    <a:pt x="8" y="492"/>
                    <a:pt x="8" y="492"/>
                  </a:cubicBezTo>
                  <a:cubicBezTo>
                    <a:pt x="12" y="492"/>
                    <a:pt x="15" y="488"/>
                    <a:pt x="15" y="484"/>
                  </a:cubicBezTo>
                  <a:cubicBezTo>
                    <a:pt x="15" y="484"/>
                    <a:pt x="15" y="484"/>
                    <a:pt x="15" y="484"/>
                  </a:cubicBezTo>
                  <a:cubicBezTo>
                    <a:pt x="14" y="481"/>
                    <a:pt x="11" y="478"/>
                    <a:pt x="7" y="478"/>
                  </a:cubicBezTo>
                  <a:cubicBezTo>
                    <a:pt x="7" y="478"/>
                    <a:pt x="7" y="478"/>
                    <a:pt x="7" y="478"/>
                  </a:cubicBezTo>
                  <a:cubicBezTo>
                    <a:pt x="3" y="478"/>
                    <a:pt x="0" y="482"/>
                    <a:pt x="1" y="485"/>
                  </a:cubicBezTo>
                  <a:cubicBezTo>
                    <a:pt x="1" y="489"/>
                    <a:pt x="4" y="492"/>
                    <a:pt x="8" y="492"/>
                  </a:cubicBezTo>
                  <a:close/>
                  <a:moveTo>
                    <a:pt x="7" y="459"/>
                  </a:moveTo>
                  <a:cubicBezTo>
                    <a:pt x="7" y="459"/>
                    <a:pt x="7" y="459"/>
                    <a:pt x="7" y="459"/>
                  </a:cubicBezTo>
                  <a:cubicBezTo>
                    <a:pt x="10" y="459"/>
                    <a:pt x="14" y="456"/>
                    <a:pt x="14" y="452"/>
                  </a:cubicBezTo>
                  <a:cubicBezTo>
                    <a:pt x="14" y="452"/>
                    <a:pt x="14" y="452"/>
                    <a:pt x="14" y="452"/>
                  </a:cubicBezTo>
                  <a:cubicBezTo>
                    <a:pt x="14" y="449"/>
                    <a:pt x="11" y="445"/>
                    <a:pt x="7" y="445"/>
                  </a:cubicBezTo>
                  <a:cubicBezTo>
                    <a:pt x="7" y="445"/>
                    <a:pt x="7" y="445"/>
                    <a:pt x="7" y="445"/>
                  </a:cubicBezTo>
                  <a:cubicBezTo>
                    <a:pt x="3" y="445"/>
                    <a:pt x="0" y="448"/>
                    <a:pt x="0" y="452"/>
                  </a:cubicBezTo>
                  <a:cubicBezTo>
                    <a:pt x="0" y="452"/>
                    <a:pt x="0" y="452"/>
                    <a:pt x="0" y="452"/>
                  </a:cubicBezTo>
                  <a:cubicBezTo>
                    <a:pt x="0" y="456"/>
                    <a:pt x="3" y="459"/>
                    <a:pt x="7" y="459"/>
                  </a:cubicBezTo>
                  <a:close/>
                  <a:moveTo>
                    <a:pt x="8" y="427"/>
                  </a:moveTo>
                  <a:cubicBezTo>
                    <a:pt x="8" y="427"/>
                    <a:pt x="8" y="427"/>
                    <a:pt x="8" y="427"/>
                  </a:cubicBezTo>
                  <a:cubicBezTo>
                    <a:pt x="12" y="427"/>
                    <a:pt x="15" y="424"/>
                    <a:pt x="15" y="420"/>
                  </a:cubicBezTo>
                  <a:cubicBezTo>
                    <a:pt x="15" y="420"/>
                    <a:pt x="15" y="420"/>
                    <a:pt x="15" y="420"/>
                  </a:cubicBezTo>
                  <a:cubicBezTo>
                    <a:pt x="15" y="417"/>
                    <a:pt x="12" y="413"/>
                    <a:pt x="8" y="413"/>
                  </a:cubicBezTo>
                  <a:cubicBezTo>
                    <a:pt x="8" y="413"/>
                    <a:pt x="8" y="413"/>
                    <a:pt x="8" y="413"/>
                  </a:cubicBezTo>
                  <a:cubicBezTo>
                    <a:pt x="5" y="413"/>
                    <a:pt x="1" y="415"/>
                    <a:pt x="1" y="419"/>
                  </a:cubicBezTo>
                  <a:cubicBezTo>
                    <a:pt x="1" y="419"/>
                    <a:pt x="1" y="419"/>
                    <a:pt x="1" y="419"/>
                  </a:cubicBezTo>
                  <a:cubicBezTo>
                    <a:pt x="1" y="419"/>
                    <a:pt x="1" y="419"/>
                    <a:pt x="1" y="419"/>
                  </a:cubicBezTo>
                  <a:cubicBezTo>
                    <a:pt x="1" y="419"/>
                    <a:pt x="1" y="419"/>
                    <a:pt x="1" y="419"/>
                  </a:cubicBezTo>
                  <a:cubicBezTo>
                    <a:pt x="1" y="423"/>
                    <a:pt x="4" y="427"/>
                    <a:pt x="7" y="427"/>
                  </a:cubicBezTo>
                  <a:cubicBezTo>
                    <a:pt x="8" y="427"/>
                    <a:pt x="8" y="427"/>
                    <a:pt x="8" y="427"/>
                  </a:cubicBezTo>
                  <a:close/>
                  <a:moveTo>
                    <a:pt x="12" y="395"/>
                  </a:moveTo>
                  <a:cubicBezTo>
                    <a:pt x="12" y="395"/>
                    <a:pt x="12" y="395"/>
                    <a:pt x="12" y="395"/>
                  </a:cubicBezTo>
                  <a:cubicBezTo>
                    <a:pt x="15" y="395"/>
                    <a:pt x="18" y="392"/>
                    <a:pt x="19" y="389"/>
                  </a:cubicBezTo>
                  <a:cubicBezTo>
                    <a:pt x="19" y="389"/>
                    <a:pt x="19" y="389"/>
                    <a:pt x="19" y="389"/>
                  </a:cubicBezTo>
                  <a:cubicBezTo>
                    <a:pt x="19" y="385"/>
                    <a:pt x="17" y="381"/>
                    <a:pt x="13" y="381"/>
                  </a:cubicBezTo>
                  <a:cubicBezTo>
                    <a:pt x="13" y="381"/>
                    <a:pt x="13" y="381"/>
                    <a:pt x="13" y="381"/>
                  </a:cubicBezTo>
                  <a:cubicBezTo>
                    <a:pt x="9" y="380"/>
                    <a:pt x="5" y="383"/>
                    <a:pt x="5" y="387"/>
                  </a:cubicBezTo>
                  <a:cubicBezTo>
                    <a:pt x="5" y="387"/>
                    <a:pt x="5" y="387"/>
                    <a:pt x="5" y="387"/>
                  </a:cubicBezTo>
                  <a:cubicBezTo>
                    <a:pt x="4" y="390"/>
                    <a:pt x="7" y="394"/>
                    <a:pt x="11" y="395"/>
                  </a:cubicBezTo>
                  <a:cubicBezTo>
                    <a:pt x="11" y="395"/>
                    <a:pt x="11" y="395"/>
                    <a:pt x="12" y="395"/>
                  </a:cubicBezTo>
                  <a:close/>
                  <a:moveTo>
                    <a:pt x="18" y="363"/>
                  </a:moveTo>
                  <a:cubicBezTo>
                    <a:pt x="18" y="363"/>
                    <a:pt x="18" y="363"/>
                    <a:pt x="18" y="363"/>
                  </a:cubicBezTo>
                  <a:cubicBezTo>
                    <a:pt x="21" y="363"/>
                    <a:pt x="24" y="360"/>
                    <a:pt x="24" y="357"/>
                  </a:cubicBezTo>
                  <a:cubicBezTo>
                    <a:pt x="24" y="357"/>
                    <a:pt x="24" y="357"/>
                    <a:pt x="24" y="357"/>
                  </a:cubicBezTo>
                  <a:cubicBezTo>
                    <a:pt x="25" y="353"/>
                    <a:pt x="23" y="350"/>
                    <a:pt x="19" y="349"/>
                  </a:cubicBezTo>
                  <a:cubicBezTo>
                    <a:pt x="19" y="349"/>
                    <a:pt x="19" y="349"/>
                    <a:pt x="19" y="349"/>
                  </a:cubicBezTo>
                  <a:cubicBezTo>
                    <a:pt x="15" y="348"/>
                    <a:pt x="12" y="350"/>
                    <a:pt x="11" y="354"/>
                  </a:cubicBezTo>
                  <a:cubicBezTo>
                    <a:pt x="11" y="354"/>
                    <a:pt x="11" y="354"/>
                    <a:pt x="11" y="354"/>
                  </a:cubicBezTo>
                  <a:cubicBezTo>
                    <a:pt x="10" y="358"/>
                    <a:pt x="12" y="362"/>
                    <a:pt x="16" y="362"/>
                  </a:cubicBezTo>
                  <a:cubicBezTo>
                    <a:pt x="17" y="363"/>
                    <a:pt x="17" y="363"/>
                    <a:pt x="18" y="363"/>
                  </a:cubicBezTo>
                  <a:close/>
                  <a:moveTo>
                    <a:pt x="26" y="331"/>
                  </a:moveTo>
                  <a:cubicBezTo>
                    <a:pt x="26" y="331"/>
                    <a:pt x="26" y="331"/>
                    <a:pt x="26" y="331"/>
                  </a:cubicBezTo>
                  <a:cubicBezTo>
                    <a:pt x="29" y="331"/>
                    <a:pt x="32" y="329"/>
                    <a:pt x="33" y="326"/>
                  </a:cubicBezTo>
                  <a:cubicBezTo>
                    <a:pt x="33" y="326"/>
                    <a:pt x="33" y="326"/>
                    <a:pt x="33" y="326"/>
                  </a:cubicBezTo>
                  <a:cubicBezTo>
                    <a:pt x="34" y="322"/>
                    <a:pt x="32" y="319"/>
                    <a:pt x="28" y="317"/>
                  </a:cubicBezTo>
                  <a:cubicBezTo>
                    <a:pt x="28" y="317"/>
                    <a:pt x="28" y="317"/>
                    <a:pt x="28" y="317"/>
                  </a:cubicBezTo>
                  <a:cubicBezTo>
                    <a:pt x="24" y="316"/>
                    <a:pt x="20" y="318"/>
                    <a:pt x="19" y="322"/>
                  </a:cubicBezTo>
                  <a:cubicBezTo>
                    <a:pt x="19" y="322"/>
                    <a:pt x="19" y="322"/>
                    <a:pt x="19" y="322"/>
                  </a:cubicBezTo>
                  <a:cubicBezTo>
                    <a:pt x="19" y="322"/>
                    <a:pt x="19" y="322"/>
                    <a:pt x="19" y="322"/>
                  </a:cubicBezTo>
                  <a:cubicBezTo>
                    <a:pt x="19" y="322"/>
                    <a:pt x="19" y="322"/>
                    <a:pt x="19" y="322"/>
                  </a:cubicBezTo>
                  <a:cubicBezTo>
                    <a:pt x="18" y="326"/>
                    <a:pt x="20" y="330"/>
                    <a:pt x="24" y="331"/>
                  </a:cubicBezTo>
                  <a:cubicBezTo>
                    <a:pt x="25" y="331"/>
                    <a:pt x="25" y="331"/>
                    <a:pt x="26" y="331"/>
                  </a:cubicBezTo>
                  <a:close/>
                  <a:moveTo>
                    <a:pt x="37" y="300"/>
                  </a:moveTo>
                  <a:cubicBezTo>
                    <a:pt x="37" y="300"/>
                    <a:pt x="37" y="300"/>
                    <a:pt x="37" y="300"/>
                  </a:cubicBezTo>
                  <a:cubicBezTo>
                    <a:pt x="39" y="300"/>
                    <a:pt x="42" y="299"/>
                    <a:pt x="43" y="296"/>
                  </a:cubicBezTo>
                  <a:cubicBezTo>
                    <a:pt x="43" y="296"/>
                    <a:pt x="43" y="296"/>
                    <a:pt x="43" y="296"/>
                  </a:cubicBezTo>
                  <a:cubicBezTo>
                    <a:pt x="45" y="292"/>
                    <a:pt x="43" y="288"/>
                    <a:pt x="39" y="287"/>
                  </a:cubicBezTo>
                  <a:cubicBezTo>
                    <a:pt x="39" y="287"/>
                    <a:pt x="39" y="287"/>
                    <a:pt x="39" y="287"/>
                  </a:cubicBezTo>
                  <a:cubicBezTo>
                    <a:pt x="36" y="285"/>
                    <a:pt x="31" y="287"/>
                    <a:pt x="30" y="291"/>
                  </a:cubicBezTo>
                  <a:cubicBezTo>
                    <a:pt x="30" y="291"/>
                    <a:pt x="30" y="291"/>
                    <a:pt x="30" y="291"/>
                  </a:cubicBezTo>
                  <a:cubicBezTo>
                    <a:pt x="29" y="294"/>
                    <a:pt x="30" y="298"/>
                    <a:pt x="34" y="300"/>
                  </a:cubicBezTo>
                  <a:cubicBezTo>
                    <a:pt x="35" y="300"/>
                    <a:pt x="36" y="300"/>
                    <a:pt x="37" y="300"/>
                  </a:cubicBezTo>
                  <a:close/>
                  <a:moveTo>
                    <a:pt x="49" y="270"/>
                  </a:moveTo>
                  <a:cubicBezTo>
                    <a:pt x="49" y="270"/>
                    <a:pt x="49" y="270"/>
                    <a:pt x="49" y="270"/>
                  </a:cubicBezTo>
                  <a:cubicBezTo>
                    <a:pt x="52" y="270"/>
                    <a:pt x="55" y="269"/>
                    <a:pt x="56" y="266"/>
                  </a:cubicBezTo>
                  <a:cubicBezTo>
                    <a:pt x="56" y="266"/>
                    <a:pt x="56" y="266"/>
                    <a:pt x="56" y="266"/>
                  </a:cubicBezTo>
                  <a:cubicBezTo>
                    <a:pt x="57" y="263"/>
                    <a:pt x="56" y="259"/>
                    <a:pt x="52" y="257"/>
                  </a:cubicBezTo>
                  <a:cubicBezTo>
                    <a:pt x="52" y="257"/>
                    <a:pt x="52" y="257"/>
                    <a:pt x="52" y="257"/>
                  </a:cubicBezTo>
                  <a:cubicBezTo>
                    <a:pt x="49" y="255"/>
                    <a:pt x="45" y="257"/>
                    <a:pt x="43" y="260"/>
                  </a:cubicBezTo>
                  <a:cubicBezTo>
                    <a:pt x="43" y="260"/>
                    <a:pt x="43" y="260"/>
                    <a:pt x="43" y="260"/>
                  </a:cubicBezTo>
                  <a:cubicBezTo>
                    <a:pt x="43" y="260"/>
                    <a:pt x="43" y="260"/>
                    <a:pt x="43" y="260"/>
                  </a:cubicBezTo>
                  <a:cubicBezTo>
                    <a:pt x="43" y="260"/>
                    <a:pt x="43" y="260"/>
                    <a:pt x="43" y="260"/>
                  </a:cubicBezTo>
                  <a:cubicBezTo>
                    <a:pt x="41" y="264"/>
                    <a:pt x="43" y="268"/>
                    <a:pt x="46" y="270"/>
                  </a:cubicBezTo>
                  <a:cubicBezTo>
                    <a:pt x="47" y="270"/>
                    <a:pt x="48" y="270"/>
                    <a:pt x="49" y="270"/>
                  </a:cubicBezTo>
                  <a:close/>
                  <a:moveTo>
                    <a:pt x="64" y="242"/>
                  </a:moveTo>
                  <a:cubicBezTo>
                    <a:pt x="64" y="242"/>
                    <a:pt x="64" y="242"/>
                    <a:pt x="64" y="242"/>
                  </a:cubicBezTo>
                  <a:cubicBezTo>
                    <a:pt x="67" y="242"/>
                    <a:pt x="69" y="240"/>
                    <a:pt x="71" y="238"/>
                  </a:cubicBezTo>
                  <a:cubicBezTo>
                    <a:pt x="71" y="238"/>
                    <a:pt x="71" y="238"/>
                    <a:pt x="71" y="238"/>
                  </a:cubicBezTo>
                  <a:cubicBezTo>
                    <a:pt x="73" y="235"/>
                    <a:pt x="71" y="230"/>
                    <a:pt x="68" y="228"/>
                  </a:cubicBezTo>
                  <a:cubicBezTo>
                    <a:pt x="68" y="228"/>
                    <a:pt x="68" y="228"/>
                    <a:pt x="68" y="228"/>
                  </a:cubicBezTo>
                  <a:cubicBezTo>
                    <a:pt x="65" y="226"/>
                    <a:pt x="60" y="228"/>
                    <a:pt x="58" y="231"/>
                  </a:cubicBezTo>
                  <a:cubicBezTo>
                    <a:pt x="58" y="231"/>
                    <a:pt x="58" y="231"/>
                    <a:pt x="58" y="231"/>
                  </a:cubicBezTo>
                  <a:cubicBezTo>
                    <a:pt x="58" y="231"/>
                    <a:pt x="58" y="231"/>
                    <a:pt x="58" y="231"/>
                  </a:cubicBezTo>
                  <a:cubicBezTo>
                    <a:pt x="58" y="231"/>
                    <a:pt x="58" y="231"/>
                    <a:pt x="58" y="231"/>
                  </a:cubicBezTo>
                  <a:cubicBezTo>
                    <a:pt x="56" y="234"/>
                    <a:pt x="58" y="239"/>
                    <a:pt x="61" y="241"/>
                  </a:cubicBezTo>
                  <a:cubicBezTo>
                    <a:pt x="62" y="241"/>
                    <a:pt x="63" y="242"/>
                    <a:pt x="64" y="242"/>
                  </a:cubicBezTo>
                  <a:close/>
                  <a:moveTo>
                    <a:pt x="82" y="214"/>
                  </a:moveTo>
                  <a:cubicBezTo>
                    <a:pt x="82" y="214"/>
                    <a:pt x="82" y="214"/>
                    <a:pt x="82" y="214"/>
                  </a:cubicBezTo>
                  <a:cubicBezTo>
                    <a:pt x="84" y="214"/>
                    <a:pt x="86" y="213"/>
                    <a:pt x="87" y="211"/>
                  </a:cubicBezTo>
                  <a:cubicBezTo>
                    <a:pt x="87" y="211"/>
                    <a:pt x="87" y="211"/>
                    <a:pt x="87" y="211"/>
                  </a:cubicBezTo>
                  <a:cubicBezTo>
                    <a:pt x="90" y="207"/>
                    <a:pt x="89" y="203"/>
                    <a:pt x="85" y="201"/>
                  </a:cubicBezTo>
                  <a:cubicBezTo>
                    <a:pt x="85" y="201"/>
                    <a:pt x="85" y="201"/>
                    <a:pt x="85" y="201"/>
                  </a:cubicBezTo>
                  <a:cubicBezTo>
                    <a:pt x="82" y="199"/>
                    <a:pt x="78" y="200"/>
                    <a:pt x="76" y="203"/>
                  </a:cubicBezTo>
                  <a:cubicBezTo>
                    <a:pt x="76" y="203"/>
                    <a:pt x="76" y="203"/>
                    <a:pt x="76" y="203"/>
                  </a:cubicBezTo>
                  <a:cubicBezTo>
                    <a:pt x="76" y="203"/>
                    <a:pt x="76" y="203"/>
                    <a:pt x="76" y="203"/>
                  </a:cubicBezTo>
                  <a:cubicBezTo>
                    <a:pt x="76" y="203"/>
                    <a:pt x="76" y="203"/>
                    <a:pt x="76" y="203"/>
                  </a:cubicBezTo>
                  <a:cubicBezTo>
                    <a:pt x="74" y="206"/>
                    <a:pt x="74" y="210"/>
                    <a:pt x="78" y="213"/>
                  </a:cubicBezTo>
                  <a:cubicBezTo>
                    <a:pt x="79" y="213"/>
                    <a:pt x="80" y="214"/>
                    <a:pt x="82" y="214"/>
                  </a:cubicBezTo>
                  <a:close/>
                  <a:moveTo>
                    <a:pt x="101" y="187"/>
                  </a:moveTo>
                  <a:cubicBezTo>
                    <a:pt x="101" y="187"/>
                    <a:pt x="101" y="187"/>
                    <a:pt x="101" y="187"/>
                  </a:cubicBezTo>
                  <a:cubicBezTo>
                    <a:pt x="103" y="187"/>
                    <a:pt x="105" y="186"/>
                    <a:pt x="106" y="185"/>
                  </a:cubicBezTo>
                  <a:cubicBezTo>
                    <a:pt x="106" y="185"/>
                    <a:pt x="106" y="185"/>
                    <a:pt x="106" y="185"/>
                  </a:cubicBezTo>
                  <a:cubicBezTo>
                    <a:pt x="109" y="182"/>
                    <a:pt x="108" y="177"/>
                    <a:pt x="105" y="175"/>
                  </a:cubicBezTo>
                  <a:cubicBezTo>
                    <a:pt x="105" y="175"/>
                    <a:pt x="105" y="175"/>
                    <a:pt x="105" y="175"/>
                  </a:cubicBezTo>
                  <a:cubicBezTo>
                    <a:pt x="102" y="172"/>
                    <a:pt x="97" y="173"/>
                    <a:pt x="95" y="176"/>
                  </a:cubicBezTo>
                  <a:cubicBezTo>
                    <a:pt x="95" y="176"/>
                    <a:pt x="95" y="176"/>
                    <a:pt x="95" y="176"/>
                  </a:cubicBezTo>
                  <a:cubicBezTo>
                    <a:pt x="93" y="179"/>
                    <a:pt x="93" y="183"/>
                    <a:pt x="96" y="186"/>
                  </a:cubicBezTo>
                  <a:cubicBezTo>
                    <a:pt x="98" y="187"/>
                    <a:pt x="99" y="187"/>
                    <a:pt x="101" y="187"/>
                  </a:cubicBezTo>
                  <a:close/>
                  <a:moveTo>
                    <a:pt x="121" y="162"/>
                  </a:moveTo>
                  <a:cubicBezTo>
                    <a:pt x="121" y="162"/>
                    <a:pt x="121" y="162"/>
                    <a:pt x="121" y="162"/>
                  </a:cubicBezTo>
                  <a:cubicBezTo>
                    <a:pt x="123" y="162"/>
                    <a:pt x="125" y="162"/>
                    <a:pt x="127" y="160"/>
                  </a:cubicBezTo>
                  <a:cubicBezTo>
                    <a:pt x="127" y="160"/>
                    <a:pt x="127" y="160"/>
                    <a:pt x="127" y="160"/>
                  </a:cubicBezTo>
                  <a:cubicBezTo>
                    <a:pt x="129" y="157"/>
                    <a:pt x="129" y="153"/>
                    <a:pt x="126" y="150"/>
                  </a:cubicBezTo>
                  <a:cubicBezTo>
                    <a:pt x="126" y="150"/>
                    <a:pt x="126" y="150"/>
                    <a:pt x="126" y="150"/>
                  </a:cubicBezTo>
                  <a:cubicBezTo>
                    <a:pt x="123" y="147"/>
                    <a:pt x="119" y="148"/>
                    <a:pt x="116" y="151"/>
                  </a:cubicBezTo>
                  <a:cubicBezTo>
                    <a:pt x="116" y="151"/>
                    <a:pt x="116" y="151"/>
                    <a:pt x="116" y="151"/>
                  </a:cubicBezTo>
                  <a:cubicBezTo>
                    <a:pt x="114" y="154"/>
                    <a:pt x="114" y="158"/>
                    <a:pt x="117" y="161"/>
                  </a:cubicBezTo>
                  <a:cubicBezTo>
                    <a:pt x="118" y="162"/>
                    <a:pt x="120" y="162"/>
                    <a:pt x="121" y="162"/>
                  </a:cubicBezTo>
                  <a:close/>
                  <a:moveTo>
                    <a:pt x="144" y="139"/>
                  </a:moveTo>
                  <a:cubicBezTo>
                    <a:pt x="144" y="139"/>
                    <a:pt x="144" y="139"/>
                    <a:pt x="144" y="139"/>
                  </a:cubicBezTo>
                  <a:cubicBezTo>
                    <a:pt x="146" y="139"/>
                    <a:pt x="148" y="138"/>
                    <a:pt x="149" y="137"/>
                  </a:cubicBezTo>
                  <a:cubicBezTo>
                    <a:pt x="149" y="137"/>
                    <a:pt x="149" y="137"/>
                    <a:pt x="149" y="137"/>
                  </a:cubicBezTo>
                  <a:cubicBezTo>
                    <a:pt x="152" y="134"/>
                    <a:pt x="152" y="130"/>
                    <a:pt x="149" y="127"/>
                  </a:cubicBezTo>
                  <a:cubicBezTo>
                    <a:pt x="149" y="127"/>
                    <a:pt x="149" y="127"/>
                    <a:pt x="149" y="127"/>
                  </a:cubicBezTo>
                  <a:cubicBezTo>
                    <a:pt x="146" y="124"/>
                    <a:pt x="142" y="124"/>
                    <a:pt x="139" y="127"/>
                  </a:cubicBezTo>
                  <a:cubicBezTo>
                    <a:pt x="139" y="127"/>
                    <a:pt x="139" y="127"/>
                    <a:pt x="139" y="127"/>
                  </a:cubicBezTo>
                  <a:cubicBezTo>
                    <a:pt x="136" y="130"/>
                    <a:pt x="136" y="134"/>
                    <a:pt x="139" y="137"/>
                  </a:cubicBezTo>
                  <a:cubicBezTo>
                    <a:pt x="140" y="138"/>
                    <a:pt x="142" y="139"/>
                    <a:pt x="144" y="139"/>
                  </a:cubicBezTo>
                  <a:close/>
                  <a:moveTo>
                    <a:pt x="168" y="117"/>
                  </a:moveTo>
                  <a:cubicBezTo>
                    <a:pt x="168" y="117"/>
                    <a:pt x="168" y="117"/>
                    <a:pt x="168" y="117"/>
                  </a:cubicBezTo>
                  <a:cubicBezTo>
                    <a:pt x="170" y="117"/>
                    <a:pt x="172" y="117"/>
                    <a:pt x="173" y="116"/>
                  </a:cubicBezTo>
                  <a:cubicBezTo>
                    <a:pt x="173" y="116"/>
                    <a:pt x="173" y="116"/>
                    <a:pt x="173" y="116"/>
                  </a:cubicBezTo>
                  <a:cubicBezTo>
                    <a:pt x="176" y="113"/>
                    <a:pt x="176" y="109"/>
                    <a:pt x="174" y="106"/>
                  </a:cubicBezTo>
                  <a:cubicBezTo>
                    <a:pt x="174" y="106"/>
                    <a:pt x="174" y="106"/>
                    <a:pt x="174" y="106"/>
                  </a:cubicBezTo>
                  <a:cubicBezTo>
                    <a:pt x="171" y="103"/>
                    <a:pt x="167" y="102"/>
                    <a:pt x="164" y="105"/>
                  </a:cubicBezTo>
                  <a:cubicBezTo>
                    <a:pt x="164" y="105"/>
                    <a:pt x="164" y="105"/>
                    <a:pt x="164" y="105"/>
                  </a:cubicBezTo>
                  <a:cubicBezTo>
                    <a:pt x="161" y="107"/>
                    <a:pt x="160" y="112"/>
                    <a:pt x="163" y="115"/>
                  </a:cubicBezTo>
                  <a:cubicBezTo>
                    <a:pt x="164" y="116"/>
                    <a:pt x="166" y="117"/>
                    <a:pt x="168" y="117"/>
                  </a:cubicBezTo>
                  <a:close/>
                  <a:moveTo>
                    <a:pt x="194" y="97"/>
                  </a:moveTo>
                  <a:cubicBezTo>
                    <a:pt x="194" y="97"/>
                    <a:pt x="194" y="97"/>
                    <a:pt x="194" y="97"/>
                  </a:cubicBezTo>
                  <a:cubicBezTo>
                    <a:pt x="196" y="97"/>
                    <a:pt x="197" y="97"/>
                    <a:pt x="198" y="96"/>
                  </a:cubicBezTo>
                  <a:cubicBezTo>
                    <a:pt x="198" y="96"/>
                    <a:pt x="198" y="96"/>
                    <a:pt x="198" y="96"/>
                  </a:cubicBezTo>
                  <a:cubicBezTo>
                    <a:pt x="201" y="94"/>
                    <a:pt x="202" y="89"/>
                    <a:pt x="200" y="86"/>
                  </a:cubicBezTo>
                  <a:cubicBezTo>
                    <a:pt x="200" y="86"/>
                    <a:pt x="200" y="86"/>
                    <a:pt x="200" y="86"/>
                  </a:cubicBezTo>
                  <a:cubicBezTo>
                    <a:pt x="198" y="83"/>
                    <a:pt x="193" y="82"/>
                    <a:pt x="190" y="85"/>
                  </a:cubicBezTo>
                  <a:cubicBezTo>
                    <a:pt x="190" y="85"/>
                    <a:pt x="190" y="85"/>
                    <a:pt x="190" y="85"/>
                  </a:cubicBezTo>
                  <a:cubicBezTo>
                    <a:pt x="187" y="87"/>
                    <a:pt x="186" y="91"/>
                    <a:pt x="188" y="94"/>
                  </a:cubicBezTo>
                  <a:cubicBezTo>
                    <a:pt x="190" y="96"/>
                    <a:pt x="192" y="97"/>
                    <a:pt x="194" y="97"/>
                  </a:cubicBezTo>
                  <a:close/>
                  <a:moveTo>
                    <a:pt x="221" y="79"/>
                  </a:moveTo>
                  <a:cubicBezTo>
                    <a:pt x="221" y="79"/>
                    <a:pt x="221" y="79"/>
                    <a:pt x="221" y="79"/>
                  </a:cubicBezTo>
                  <a:cubicBezTo>
                    <a:pt x="222" y="79"/>
                    <a:pt x="224" y="79"/>
                    <a:pt x="225" y="78"/>
                  </a:cubicBezTo>
                  <a:cubicBezTo>
                    <a:pt x="225" y="78"/>
                    <a:pt x="225" y="78"/>
                    <a:pt x="225" y="78"/>
                  </a:cubicBezTo>
                  <a:cubicBezTo>
                    <a:pt x="228" y="76"/>
                    <a:pt x="229" y="72"/>
                    <a:pt x="227" y="69"/>
                  </a:cubicBezTo>
                  <a:cubicBezTo>
                    <a:pt x="227" y="69"/>
                    <a:pt x="227" y="69"/>
                    <a:pt x="227" y="69"/>
                  </a:cubicBezTo>
                  <a:cubicBezTo>
                    <a:pt x="225" y="65"/>
                    <a:pt x="221" y="64"/>
                    <a:pt x="218" y="66"/>
                  </a:cubicBezTo>
                  <a:cubicBezTo>
                    <a:pt x="218" y="66"/>
                    <a:pt x="218" y="66"/>
                    <a:pt x="218" y="66"/>
                  </a:cubicBezTo>
                  <a:cubicBezTo>
                    <a:pt x="214" y="68"/>
                    <a:pt x="213" y="73"/>
                    <a:pt x="215" y="76"/>
                  </a:cubicBezTo>
                  <a:cubicBezTo>
                    <a:pt x="217" y="78"/>
                    <a:pt x="219" y="79"/>
                    <a:pt x="221" y="79"/>
                  </a:cubicBezTo>
                  <a:close/>
                  <a:moveTo>
                    <a:pt x="250" y="63"/>
                  </a:moveTo>
                  <a:cubicBezTo>
                    <a:pt x="250" y="63"/>
                    <a:pt x="250" y="63"/>
                    <a:pt x="250" y="63"/>
                  </a:cubicBezTo>
                  <a:cubicBezTo>
                    <a:pt x="251" y="63"/>
                    <a:pt x="252" y="63"/>
                    <a:pt x="253" y="63"/>
                  </a:cubicBezTo>
                  <a:cubicBezTo>
                    <a:pt x="253" y="63"/>
                    <a:pt x="253" y="63"/>
                    <a:pt x="253" y="63"/>
                  </a:cubicBezTo>
                  <a:cubicBezTo>
                    <a:pt x="256" y="61"/>
                    <a:pt x="258" y="57"/>
                    <a:pt x="256" y="53"/>
                  </a:cubicBezTo>
                  <a:cubicBezTo>
                    <a:pt x="256" y="53"/>
                    <a:pt x="256" y="53"/>
                    <a:pt x="256" y="53"/>
                  </a:cubicBezTo>
                  <a:cubicBezTo>
                    <a:pt x="254" y="50"/>
                    <a:pt x="250" y="48"/>
                    <a:pt x="246" y="50"/>
                  </a:cubicBezTo>
                  <a:cubicBezTo>
                    <a:pt x="246" y="50"/>
                    <a:pt x="246" y="50"/>
                    <a:pt x="246" y="50"/>
                  </a:cubicBezTo>
                  <a:cubicBezTo>
                    <a:pt x="243" y="52"/>
                    <a:pt x="242" y="56"/>
                    <a:pt x="243" y="60"/>
                  </a:cubicBezTo>
                  <a:cubicBezTo>
                    <a:pt x="245" y="62"/>
                    <a:pt x="247" y="63"/>
                    <a:pt x="250" y="63"/>
                  </a:cubicBezTo>
                  <a:close/>
                  <a:moveTo>
                    <a:pt x="279" y="50"/>
                  </a:moveTo>
                  <a:cubicBezTo>
                    <a:pt x="279" y="50"/>
                    <a:pt x="279" y="50"/>
                    <a:pt x="279" y="50"/>
                  </a:cubicBezTo>
                  <a:cubicBezTo>
                    <a:pt x="280" y="50"/>
                    <a:pt x="281" y="49"/>
                    <a:pt x="282" y="49"/>
                  </a:cubicBezTo>
                  <a:cubicBezTo>
                    <a:pt x="282" y="49"/>
                    <a:pt x="282" y="49"/>
                    <a:pt x="282" y="49"/>
                  </a:cubicBezTo>
                  <a:cubicBezTo>
                    <a:pt x="285" y="48"/>
                    <a:pt x="287" y="43"/>
                    <a:pt x="285" y="40"/>
                  </a:cubicBezTo>
                  <a:cubicBezTo>
                    <a:pt x="285" y="40"/>
                    <a:pt x="285" y="40"/>
                    <a:pt x="285" y="40"/>
                  </a:cubicBezTo>
                  <a:cubicBezTo>
                    <a:pt x="284" y="36"/>
                    <a:pt x="280" y="35"/>
                    <a:pt x="276" y="36"/>
                  </a:cubicBezTo>
                  <a:cubicBezTo>
                    <a:pt x="276" y="36"/>
                    <a:pt x="276" y="36"/>
                    <a:pt x="276" y="36"/>
                  </a:cubicBezTo>
                  <a:cubicBezTo>
                    <a:pt x="276" y="36"/>
                    <a:pt x="276" y="36"/>
                    <a:pt x="276" y="36"/>
                  </a:cubicBezTo>
                  <a:cubicBezTo>
                    <a:pt x="276" y="36"/>
                    <a:pt x="276" y="36"/>
                    <a:pt x="276" y="36"/>
                  </a:cubicBezTo>
                  <a:cubicBezTo>
                    <a:pt x="273" y="38"/>
                    <a:pt x="271" y="42"/>
                    <a:pt x="273" y="45"/>
                  </a:cubicBezTo>
                  <a:cubicBezTo>
                    <a:pt x="274" y="48"/>
                    <a:pt x="276" y="50"/>
                    <a:pt x="279" y="50"/>
                  </a:cubicBezTo>
                  <a:close/>
                  <a:moveTo>
                    <a:pt x="628" y="49"/>
                  </a:moveTo>
                  <a:cubicBezTo>
                    <a:pt x="628" y="49"/>
                    <a:pt x="628" y="49"/>
                    <a:pt x="628" y="49"/>
                  </a:cubicBezTo>
                  <a:cubicBezTo>
                    <a:pt x="630" y="49"/>
                    <a:pt x="633" y="47"/>
                    <a:pt x="634" y="44"/>
                  </a:cubicBezTo>
                  <a:cubicBezTo>
                    <a:pt x="634" y="44"/>
                    <a:pt x="634" y="44"/>
                    <a:pt x="634" y="44"/>
                  </a:cubicBezTo>
                  <a:cubicBezTo>
                    <a:pt x="636" y="41"/>
                    <a:pt x="634" y="37"/>
                    <a:pt x="630" y="35"/>
                  </a:cubicBezTo>
                  <a:cubicBezTo>
                    <a:pt x="630" y="35"/>
                    <a:pt x="630" y="35"/>
                    <a:pt x="630" y="35"/>
                  </a:cubicBezTo>
                  <a:cubicBezTo>
                    <a:pt x="627" y="34"/>
                    <a:pt x="623" y="35"/>
                    <a:pt x="621" y="39"/>
                  </a:cubicBezTo>
                  <a:cubicBezTo>
                    <a:pt x="621" y="39"/>
                    <a:pt x="621" y="39"/>
                    <a:pt x="621" y="39"/>
                  </a:cubicBezTo>
                  <a:cubicBezTo>
                    <a:pt x="620" y="42"/>
                    <a:pt x="621" y="47"/>
                    <a:pt x="625" y="48"/>
                  </a:cubicBezTo>
                  <a:cubicBezTo>
                    <a:pt x="626" y="48"/>
                    <a:pt x="627" y="49"/>
                    <a:pt x="628" y="49"/>
                  </a:cubicBezTo>
                  <a:close/>
                  <a:moveTo>
                    <a:pt x="309" y="38"/>
                  </a:moveTo>
                  <a:cubicBezTo>
                    <a:pt x="309" y="38"/>
                    <a:pt x="309" y="38"/>
                    <a:pt x="309" y="38"/>
                  </a:cubicBezTo>
                  <a:cubicBezTo>
                    <a:pt x="310" y="38"/>
                    <a:pt x="311" y="38"/>
                    <a:pt x="312" y="38"/>
                  </a:cubicBezTo>
                  <a:cubicBezTo>
                    <a:pt x="312" y="38"/>
                    <a:pt x="312" y="38"/>
                    <a:pt x="312" y="38"/>
                  </a:cubicBezTo>
                  <a:cubicBezTo>
                    <a:pt x="315" y="36"/>
                    <a:pt x="317" y="32"/>
                    <a:pt x="316" y="29"/>
                  </a:cubicBezTo>
                  <a:cubicBezTo>
                    <a:pt x="316" y="29"/>
                    <a:pt x="316" y="29"/>
                    <a:pt x="316" y="29"/>
                  </a:cubicBezTo>
                  <a:cubicBezTo>
                    <a:pt x="315" y="25"/>
                    <a:pt x="311" y="23"/>
                    <a:pt x="307" y="24"/>
                  </a:cubicBezTo>
                  <a:cubicBezTo>
                    <a:pt x="307" y="24"/>
                    <a:pt x="307" y="24"/>
                    <a:pt x="307" y="24"/>
                  </a:cubicBezTo>
                  <a:cubicBezTo>
                    <a:pt x="303" y="26"/>
                    <a:pt x="301" y="30"/>
                    <a:pt x="303" y="33"/>
                  </a:cubicBezTo>
                  <a:cubicBezTo>
                    <a:pt x="304" y="36"/>
                    <a:pt x="306" y="38"/>
                    <a:pt x="309" y="38"/>
                  </a:cubicBezTo>
                  <a:close/>
                  <a:moveTo>
                    <a:pt x="597" y="37"/>
                  </a:moveTo>
                  <a:cubicBezTo>
                    <a:pt x="597" y="37"/>
                    <a:pt x="597" y="37"/>
                    <a:pt x="597" y="37"/>
                  </a:cubicBezTo>
                  <a:cubicBezTo>
                    <a:pt x="600" y="37"/>
                    <a:pt x="603" y="35"/>
                    <a:pt x="604" y="32"/>
                  </a:cubicBezTo>
                  <a:cubicBezTo>
                    <a:pt x="604" y="32"/>
                    <a:pt x="604" y="32"/>
                    <a:pt x="604" y="32"/>
                  </a:cubicBezTo>
                  <a:cubicBezTo>
                    <a:pt x="605" y="29"/>
                    <a:pt x="603" y="25"/>
                    <a:pt x="599" y="23"/>
                  </a:cubicBezTo>
                  <a:cubicBezTo>
                    <a:pt x="599" y="23"/>
                    <a:pt x="599" y="23"/>
                    <a:pt x="599" y="23"/>
                  </a:cubicBezTo>
                  <a:cubicBezTo>
                    <a:pt x="599" y="23"/>
                    <a:pt x="599" y="23"/>
                    <a:pt x="599" y="23"/>
                  </a:cubicBezTo>
                  <a:cubicBezTo>
                    <a:pt x="599" y="23"/>
                    <a:pt x="599" y="23"/>
                    <a:pt x="599" y="23"/>
                  </a:cubicBezTo>
                  <a:cubicBezTo>
                    <a:pt x="596" y="22"/>
                    <a:pt x="592" y="24"/>
                    <a:pt x="591" y="28"/>
                  </a:cubicBezTo>
                  <a:cubicBezTo>
                    <a:pt x="591" y="28"/>
                    <a:pt x="591" y="28"/>
                    <a:pt x="591" y="28"/>
                  </a:cubicBezTo>
                  <a:cubicBezTo>
                    <a:pt x="589" y="32"/>
                    <a:pt x="591" y="36"/>
                    <a:pt x="595" y="37"/>
                  </a:cubicBezTo>
                  <a:cubicBezTo>
                    <a:pt x="595" y="37"/>
                    <a:pt x="595" y="37"/>
                    <a:pt x="595" y="37"/>
                  </a:cubicBezTo>
                  <a:cubicBezTo>
                    <a:pt x="596" y="37"/>
                    <a:pt x="597" y="37"/>
                    <a:pt x="597" y="37"/>
                  </a:cubicBezTo>
                  <a:close/>
                  <a:moveTo>
                    <a:pt x="341" y="29"/>
                  </a:moveTo>
                  <a:cubicBezTo>
                    <a:pt x="341" y="29"/>
                    <a:pt x="341" y="29"/>
                    <a:pt x="341" y="29"/>
                  </a:cubicBezTo>
                  <a:cubicBezTo>
                    <a:pt x="341" y="29"/>
                    <a:pt x="342" y="29"/>
                    <a:pt x="342" y="28"/>
                  </a:cubicBezTo>
                  <a:cubicBezTo>
                    <a:pt x="342" y="28"/>
                    <a:pt x="342" y="28"/>
                    <a:pt x="342" y="28"/>
                  </a:cubicBezTo>
                  <a:cubicBezTo>
                    <a:pt x="346" y="27"/>
                    <a:pt x="348" y="24"/>
                    <a:pt x="347" y="20"/>
                  </a:cubicBezTo>
                  <a:cubicBezTo>
                    <a:pt x="347" y="20"/>
                    <a:pt x="347" y="20"/>
                    <a:pt x="347" y="20"/>
                  </a:cubicBezTo>
                  <a:cubicBezTo>
                    <a:pt x="346" y="16"/>
                    <a:pt x="342" y="14"/>
                    <a:pt x="339" y="15"/>
                  </a:cubicBezTo>
                  <a:cubicBezTo>
                    <a:pt x="339" y="15"/>
                    <a:pt x="339" y="15"/>
                    <a:pt x="339" y="15"/>
                  </a:cubicBezTo>
                  <a:cubicBezTo>
                    <a:pt x="335" y="16"/>
                    <a:pt x="333" y="20"/>
                    <a:pt x="334" y="23"/>
                  </a:cubicBezTo>
                  <a:cubicBezTo>
                    <a:pt x="335" y="26"/>
                    <a:pt x="337" y="29"/>
                    <a:pt x="341" y="29"/>
                  </a:cubicBezTo>
                  <a:close/>
                  <a:moveTo>
                    <a:pt x="566" y="28"/>
                  </a:moveTo>
                  <a:cubicBezTo>
                    <a:pt x="566" y="28"/>
                    <a:pt x="566" y="28"/>
                    <a:pt x="566" y="28"/>
                  </a:cubicBezTo>
                  <a:cubicBezTo>
                    <a:pt x="569" y="28"/>
                    <a:pt x="572" y="26"/>
                    <a:pt x="573" y="23"/>
                  </a:cubicBezTo>
                  <a:cubicBezTo>
                    <a:pt x="573" y="23"/>
                    <a:pt x="573" y="23"/>
                    <a:pt x="573" y="23"/>
                  </a:cubicBezTo>
                  <a:cubicBezTo>
                    <a:pt x="574" y="19"/>
                    <a:pt x="572" y="15"/>
                    <a:pt x="568" y="14"/>
                  </a:cubicBezTo>
                  <a:cubicBezTo>
                    <a:pt x="568" y="14"/>
                    <a:pt x="568" y="14"/>
                    <a:pt x="568" y="14"/>
                  </a:cubicBezTo>
                  <a:cubicBezTo>
                    <a:pt x="564" y="13"/>
                    <a:pt x="560" y="15"/>
                    <a:pt x="559" y="19"/>
                  </a:cubicBezTo>
                  <a:cubicBezTo>
                    <a:pt x="559" y="19"/>
                    <a:pt x="559" y="19"/>
                    <a:pt x="559" y="19"/>
                  </a:cubicBezTo>
                  <a:cubicBezTo>
                    <a:pt x="558" y="23"/>
                    <a:pt x="561" y="27"/>
                    <a:pt x="564" y="28"/>
                  </a:cubicBezTo>
                  <a:cubicBezTo>
                    <a:pt x="565" y="28"/>
                    <a:pt x="565" y="28"/>
                    <a:pt x="566" y="28"/>
                  </a:cubicBezTo>
                  <a:close/>
                  <a:moveTo>
                    <a:pt x="372" y="21"/>
                  </a:moveTo>
                  <a:cubicBezTo>
                    <a:pt x="372" y="21"/>
                    <a:pt x="372" y="21"/>
                    <a:pt x="372" y="21"/>
                  </a:cubicBezTo>
                  <a:cubicBezTo>
                    <a:pt x="373" y="21"/>
                    <a:pt x="373" y="21"/>
                    <a:pt x="374" y="21"/>
                  </a:cubicBezTo>
                  <a:cubicBezTo>
                    <a:pt x="374" y="21"/>
                    <a:pt x="374" y="21"/>
                    <a:pt x="374" y="21"/>
                  </a:cubicBezTo>
                  <a:cubicBezTo>
                    <a:pt x="377" y="21"/>
                    <a:pt x="380" y="17"/>
                    <a:pt x="379" y="13"/>
                  </a:cubicBezTo>
                  <a:cubicBezTo>
                    <a:pt x="379" y="13"/>
                    <a:pt x="379" y="13"/>
                    <a:pt x="379" y="13"/>
                  </a:cubicBezTo>
                  <a:cubicBezTo>
                    <a:pt x="378" y="9"/>
                    <a:pt x="375" y="7"/>
                    <a:pt x="371" y="8"/>
                  </a:cubicBezTo>
                  <a:cubicBezTo>
                    <a:pt x="371" y="8"/>
                    <a:pt x="371" y="8"/>
                    <a:pt x="371" y="8"/>
                  </a:cubicBezTo>
                  <a:cubicBezTo>
                    <a:pt x="371" y="8"/>
                    <a:pt x="371" y="8"/>
                    <a:pt x="371" y="8"/>
                  </a:cubicBezTo>
                  <a:cubicBezTo>
                    <a:pt x="371" y="8"/>
                    <a:pt x="371" y="8"/>
                    <a:pt x="371" y="8"/>
                  </a:cubicBezTo>
                  <a:cubicBezTo>
                    <a:pt x="367" y="8"/>
                    <a:pt x="365" y="12"/>
                    <a:pt x="365" y="16"/>
                  </a:cubicBezTo>
                  <a:cubicBezTo>
                    <a:pt x="366" y="19"/>
                    <a:pt x="369" y="21"/>
                    <a:pt x="372" y="21"/>
                  </a:cubicBezTo>
                  <a:close/>
                  <a:moveTo>
                    <a:pt x="534" y="21"/>
                  </a:moveTo>
                  <a:cubicBezTo>
                    <a:pt x="534" y="21"/>
                    <a:pt x="534" y="21"/>
                    <a:pt x="534" y="21"/>
                  </a:cubicBezTo>
                  <a:cubicBezTo>
                    <a:pt x="538" y="21"/>
                    <a:pt x="541" y="19"/>
                    <a:pt x="541" y="15"/>
                  </a:cubicBezTo>
                  <a:cubicBezTo>
                    <a:pt x="541" y="15"/>
                    <a:pt x="541" y="15"/>
                    <a:pt x="541" y="15"/>
                  </a:cubicBezTo>
                  <a:cubicBezTo>
                    <a:pt x="542" y="11"/>
                    <a:pt x="539" y="8"/>
                    <a:pt x="535" y="7"/>
                  </a:cubicBezTo>
                  <a:cubicBezTo>
                    <a:pt x="535" y="7"/>
                    <a:pt x="535" y="7"/>
                    <a:pt x="535" y="7"/>
                  </a:cubicBezTo>
                  <a:cubicBezTo>
                    <a:pt x="535" y="7"/>
                    <a:pt x="535" y="7"/>
                    <a:pt x="535" y="7"/>
                  </a:cubicBezTo>
                  <a:cubicBezTo>
                    <a:pt x="535" y="7"/>
                    <a:pt x="535" y="7"/>
                    <a:pt x="535" y="7"/>
                  </a:cubicBezTo>
                  <a:cubicBezTo>
                    <a:pt x="532" y="6"/>
                    <a:pt x="528" y="9"/>
                    <a:pt x="527" y="13"/>
                  </a:cubicBezTo>
                  <a:cubicBezTo>
                    <a:pt x="527" y="13"/>
                    <a:pt x="527" y="13"/>
                    <a:pt x="527" y="13"/>
                  </a:cubicBezTo>
                  <a:cubicBezTo>
                    <a:pt x="527" y="17"/>
                    <a:pt x="529" y="20"/>
                    <a:pt x="533" y="21"/>
                  </a:cubicBezTo>
                  <a:cubicBezTo>
                    <a:pt x="533" y="21"/>
                    <a:pt x="533" y="21"/>
                    <a:pt x="533" y="21"/>
                  </a:cubicBezTo>
                  <a:cubicBezTo>
                    <a:pt x="533" y="21"/>
                    <a:pt x="534" y="21"/>
                    <a:pt x="534" y="21"/>
                  </a:cubicBezTo>
                  <a:close/>
                  <a:moveTo>
                    <a:pt x="404" y="17"/>
                  </a:moveTo>
                  <a:cubicBezTo>
                    <a:pt x="404" y="17"/>
                    <a:pt x="404" y="17"/>
                    <a:pt x="404" y="17"/>
                  </a:cubicBezTo>
                  <a:cubicBezTo>
                    <a:pt x="405" y="17"/>
                    <a:pt x="405" y="17"/>
                    <a:pt x="405" y="17"/>
                  </a:cubicBezTo>
                  <a:cubicBezTo>
                    <a:pt x="405" y="17"/>
                    <a:pt x="405" y="17"/>
                    <a:pt x="405" y="17"/>
                  </a:cubicBezTo>
                  <a:cubicBezTo>
                    <a:pt x="409" y="16"/>
                    <a:pt x="412" y="13"/>
                    <a:pt x="411" y="9"/>
                  </a:cubicBezTo>
                  <a:cubicBezTo>
                    <a:pt x="411" y="9"/>
                    <a:pt x="411" y="9"/>
                    <a:pt x="411" y="9"/>
                  </a:cubicBezTo>
                  <a:cubicBezTo>
                    <a:pt x="411" y="5"/>
                    <a:pt x="408" y="2"/>
                    <a:pt x="404" y="3"/>
                  </a:cubicBezTo>
                  <a:cubicBezTo>
                    <a:pt x="404" y="3"/>
                    <a:pt x="404" y="3"/>
                    <a:pt x="404" y="3"/>
                  </a:cubicBezTo>
                  <a:cubicBezTo>
                    <a:pt x="400" y="3"/>
                    <a:pt x="397" y="7"/>
                    <a:pt x="397" y="10"/>
                  </a:cubicBezTo>
                  <a:cubicBezTo>
                    <a:pt x="398" y="14"/>
                    <a:pt x="401" y="17"/>
                    <a:pt x="404" y="17"/>
                  </a:cubicBezTo>
                  <a:close/>
                  <a:moveTo>
                    <a:pt x="502" y="16"/>
                  </a:moveTo>
                  <a:cubicBezTo>
                    <a:pt x="502" y="16"/>
                    <a:pt x="502" y="16"/>
                    <a:pt x="502" y="16"/>
                  </a:cubicBezTo>
                  <a:cubicBezTo>
                    <a:pt x="506" y="16"/>
                    <a:pt x="509" y="14"/>
                    <a:pt x="509" y="10"/>
                  </a:cubicBezTo>
                  <a:cubicBezTo>
                    <a:pt x="509" y="10"/>
                    <a:pt x="509" y="10"/>
                    <a:pt x="509" y="10"/>
                  </a:cubicBezTo>
                  <a:cubicBezTo>
                    <a:pt x="509" y="6"/>
                    <a:pt x="507" y="3"/>
                    <a:pt x="503" y="2"/>
                  </a:cubicBezTo>
                  <a:cubicBezTo>
                    <a:pt x="503" y="2"/>
                    <a:pt x="503" y="2"/>
                    <a:pt x="503" y="2"/>
                  </a:cubicBezTo>
                  <a:cubicBezTo>
                    <a:pt x="499" y="2"/>
                    <a:pt x="495" y="5"/>
                    <a:pt x="495" y="9"/>
                  </a:cubicBezTo>
                  <a:cubicBezTo>
                    <a:pt x="495" y="9"/>
                    <a:pt x="495" y="9"/>
                    <a:pt x="495" y="9"/>
                  </a:cubicBezTo>
                  <a:cubicBezTo>
                    <a:pt x="495" y="13"/>
                    <a:pt x="497" y="16"/>
                    <a:pt x="501" y="16"/>
                  </a:cubicBezTo>
                  <a:cubicBezTo>
                    <a:pt x="501" y="16"/>
                    <a:pt x="502" y="16"/>
                    <a:pt x="502" y="16"/>
                  </a:cubicBezTo>
                  <a:close/>
                  <a:moveTo>
                    <a:pt x="437" y="14"/>
                  </a:moveTo>
                  <a:cubicBezTo>
                    <a:pt x="437" y="14"/>
                    <a:pt x="437" y="14"/>
                    <a:pt x="437" y="14"/>
                  </a:cubicBezTo>
                  <a:cubicBezTo>
                    <a:pt x="437" y="14"/>
                    <a:pt x="437" y="14"/>
                    <a:pt x="437" y="14"/>
                  </a:cubicBezTo>
                  <a:cubicBezTo>
                    <a:pt x="437" y="14"/>
                    <a:pt x="437" y="14"/>
                    <a:pt x="437" y="14"/>
                  </a:cubicBezTo>
                  <a:cubicBezTo>
                    <a:pt x="441" y="14"/>
                    <a:pt x="444" y="11"/>
                    <a:pt x="444" y="7"/>
                  </a:cubicBezTo>
                  <a:cubicBezTo>
                    <a:pt x="444" y="7"/>
                    <a:pt x="444" y="7"/>
                    <a:pt x="444" y="7"/>
                  </a:cubicBezTo>
                  <a:cubicBezTo>
                    <a:pt x="444" y="3"/>
                    <a:pt x="441" y="0"/>
                    <a:pt x="437" y="0"/>
                  </a:cubicBezTo>
                  <a:cubicBezTo>
                    <a:pt x="437" y="0"/>
                    <a:pt x="437" y="0"/>
                    <a:pt x="437" y="0"/>
                  </a:cubicBezTo>
                  <a:cubicBezTo>
                    <a:pt x="433" y="0"/>
                    <a:pt x="430" y="4"/>
                    <a:pt x="430" y="8"/>
                  </a:cubicBezTo>
                  <a:cubicBezTo>
                    <a:pt x="430" y="11"/>
                    <a:pt x="433" y="14"/>
                    <a:pt x="437" y="14"/>
                  </a:cubicBezTo>
                  <a:close/>
                  <a:moveTo>
                    <a:pt x="469" y="14"/>
                  </a:moveTo>
                  <a:cubicBezTo>
                    <a:pt x="469" y="14"/>
                    <a:pt x="469" y="14"/>
                    <a:pt x="469" y="14"/>
                  </a:cubicBezTo>
                  <a:cubicBezTo>
                    <a:pt x="473" y="14"/>
                    <a:pt x="476" y="11"/>
                    <a:pt x="477" y="7"/>
                  </a:cubicBezTo>
                  <a:cubicBezTo>
                    <a:pt x="477" y="7"/>
                    <a:pt x="477" y="7"/>
                    <a:pt x="477" y="7"/>
                  </a:cubicBezTo>
                  <a:cubicBezTo>
                    <a:pt x="477" y="4"/>
                    <a:pt x="474" y="0"/>
                    <a:pt x="470" y="0"/>
                  </a:cubicBezTo>
                  <a:cubicBezTo>
                    <a:pt x="470" y="0"/>
                    <a:pt x="470" y="0"/>
                    <a:pt x="470" y="0"/>
                  </a:cubicBezTo>
                  <a:cubicBezTo>
                    <a:pt x="466" y="0"/>
                    <a:pt x="463" y="3"/>
                    <a:pt x="462" y="7"/>
                  </a:cubicBezTo>
                  <a:cubicBezTo>
                    <a:pt x="462" y="7"/>
                    <a:pt x="462" y="7"/>
                    <a:pt x="462" y="7"/>
                  </a:cubicBezTo>
                  <a:cubicBezTo>
                    <a:pt x="462" y="11"/>
                    <a:pt x="465" y="14"/>
                    <a:pt x="469" y="14"/>
                  </a:cubicBezTo>
                  <a:cubicBezTo>
                    <a:pt x="469" y="14"/>
                    <a:pt x="469" y="14"/>
                    <a:pt x="469" y="14"/>
                  </a:cubicBezTo>
                  <a:close/>
                  <a:moveTo>
                    <a:pt x="663" y="60"/>
                  </a:moveTo>
                  <a:cubicBezTo>
                    <a:pt x="664" y="59"/>
                    <a:pt x="665" y="57"/>
                    <a:pt x="665" y="55"/>
                  </a:cubicBezTo>
                  <a:cubicBezTo>
                    <a:pt x="665" y="55"/>
                    <a:pt x="665" y="54"/>
                    <a:pt x="665" y="54"/>
                  </a:cubicBezTo>
                  <a:cubicBezTo>
                    <a:pt x="665" y="53"/>
                    <a:pt x="665" y="53"/>
                    <a:pt x="665" y="52"/>
                  </a:cubicBezTo>
                  <a:cubicBezTo>
                    <a:pt x="664" y="52"/>
                    <a:pt x="664" y="51"/>
                    <a:pt x="664" y="51"/>
                  </a:cubicBezTo>
                  <a:cubicBezTo>
                    <a:pt x="664" y="51"/>
                    <a:pt x="663" y="50"/>
                    <a:pt x="663" y="50"/>
                  </a:cubicBezTo>
                  <a:cubicBezTo>
                    <a:pt x="661" y="48"/>
                    <a:pt x="659" y="48"/>
                    <a:pt x="657" y="48"/>
                  </a:cubicBezTo>
                  <a:cubicBezTo>
                    <a:pt x="656" y="48"/>
                    <a:pt x="656" y="48"/>
                    <a:pt x="655" y="49"/>
                  </a:cubicBezTo>
                  <a:cubicBezTo>
                    <a:pt x="655" y="49"/>
                    <a:pt x="654" y="49"/>
                    <a:pt x="654" y="49"/>
                  </a:cubicBezTo>
                  <a:cubicBezTo>
                    <a:pt x="654" y="49"/>
                    <a:pt x="653" y="50"/>
                    <a:pt x="653" y="50"/>
                  </a:cubicBezTo>
                  <a:cubicBezTo>
                    <a:pt x="652" y="51"/>
                    <a:pt x="651" y="53"/>
                    <a:pt x="651" y="55"/>
                  </a:cubicBezTo>
                  <a:cubicBezTo>
                    <a:pt x="651" y="57"/>
                    <a:pt x="652" y="59"/>
                    <a:pt x="653" y="60"/>
                  </a:cubicBezTo>
                  <a:cubicBezTo>
                    <a:pt x="653" y="60"/>
                    <a:pt x="654" y="61"/>
                    <a:pt x="654" y="61"/>
                  </a:cubicBezTo>
                  <a:cubicBezTo>
                    <a:pt x="654" y="61"/>
                    <a:pt x="655" y="61"/>
                    <a:pt x="655" y="61"/>
                  </a:cubicBezTo>
                  <a:cubicBezTo>
                    <a:pt x="656" y="62"/>
                    <a:pt x="656" y="62"/>
                    <a:pt x="657" y="62"/>
                  </a:cubicBezTo>
                  <a:cubicBezTo>
                    <a:pt x="657" y="62"/>
                    <a:pt x="658" y="62"/>
                    <a:pt x="658" y="62"/>
                  </a:cubicBezTo>
                  <a:cubicBezTo>
                    <a:pt x="660" y="62"/>
                    <a:pt x="662" y="61"/>
                    <a:pt x="663" y="60"/>
                  </a:cubicBezTo>
                  <a:close/>
                </a:path>
              </a:pathLst>
            </a:custGeom>
            <a:solidFill>
              <a:schemeClr val="tx1">
                <a:lumMod val="40000"/>
                <a:lumOff val="60000"/>
              </a:schemeClr>
            </a:solidFill>
            <a:ln>
              <a:noFill/>
            </a:ln>
          </p:spPr>
          <p:txBody>
            <a:bodyPr/>
            <a:lstStyle/>
            <a:p>
              <a:pPr eaLnBrk="1" fontAlgn="auto" hangingPunct="1">
                <a:spcBef>
                  <a:spcPts val="0"/>
                </a:spcBef>
                <a:spcAft>
                  <a:spcPts val="0"/>
                </a:spcAft>
                <a:defRPr/>
              </a:pPr>
              <a:endParaRPr lang="ru-UA">
                <a:latin typeface="+mn-lt"/>
              </a:endParaRPr>
            </a:p>
          </p:txBody>
        </p:sp>
      </p:grpSp>
      <p:sp>
        <p:nvSpPr>
          <p:cNvPr id="45" name="TextBox 27">
            <a:extLst>
              <a:ext uri="{FF2B5EF4-FFF2-40B4-BE49-F238E27FC236}">
                <a16:creationId xmlns:a16="http://schemas.microsoft.com/office/drawing/2014/main" id="{2C34118C-8198-4602-A9F9-C6E432A22D29}"/>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upo 63">
            <a:extLst>
              <a:ext uri="{FF2B5EF4-FFF2-40B4-BE49-F238E27FC236}">
                <a16:creationId xmlns:a16="http://schemas.microsoft.com/office/drawing/2014/main" id="{DCDC7533-1373-454C-8821-566F6FD88063}"/>
              </a:ext>
            </a:extLst>
          </p:cNvPr>
          <p:cNvGrpSpPr/>
          <p:nvPr/>
        </p:nvGrpSpPr>
        <p:grpSpPr>
          <a:xfrm>
            <a:off x="4390498" y="2624138"/>
            <a:ext cx="3211688" cy="2880115"/>
            <a:chOff x="4390498" y="1902708"/>
            <a:chExt cx="3211688" cy="2880115"/>
          </a:xfrm>
        </p:grpSpPr>
        <p:sp>
          <p:nvSpPr>
            <p:cNvPr id="43" name="Freeform 11">
              <a:extLst>
                <a:ext uri="{FF2B5EF4-FFF2-40B4-BE49-F238E27FC236}">
                  <a16:creationId xmlns:a16="http://schemas.microsoft.com/office/drawing/2014/main" id="{F552116D-892E-46E3-8AF0-DCD0D1ABF245}"/>
                </a:ext>
              </a:extLst>
            </p:cNvPr>
            <p:cNvSpPr>
              <a:spLocks/>
            </p:cNvSpPr>
            <p:nvPr/>
          </p:nvSpPr>
          <p:spPr bwMode="auto">
            <a:xfrm>
              <a:off x="7035448" y="1902708"/>
              <a:ext cx="427038" cy="423863"/>
            </a:xfrm>
            <a:custGeom>
              <a:avLst/>
              <a:gdLst>
                <a:gd name="T0" fmla="*/ 20 w 230"/>
                <a:gd name="T1" fmla="*/ 229 h 229"/>
                <a:gd name="T2" fmla="*/ 7 w 230"/>
                <a:gd name="T3" fmla="*/ 223 h 229"/>
                <a:gd name="T4" fmla="*/ 7 w 230"/>
                <a:gd name="T5" fmla="*/ 197 h 229"/>
                <a:gd name="T6" fmla="*/ 197 w 230"/>
                <a:gd name="T7" fmla="*/ 7 h 229"/>
                <a:gd name="T8" fmla="*/ 223 w 230"/>
                <a:gd name="T9" fmla="*/ 7 h 229"/>
                <a:gd name="T10" fmla="*/ 223 w 230"/>
                <a:gd name="T11" fmla="*/ 33 h 229"/>
                <a:gd name="T12" fmla="*/ 33 w 230"/>
                <a:gd name="T13" fmla="*/ 223 h 229"/>
                <a:gd name="T14" fmla="*/ 20 w 230"/>
                <a:gd name="T15" fmla="*/ 229 h 2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0" h="229">
                  <a:moveTo>
                    <a:pt x="20" y="229"/>
                  </a:moveTo>
                  <a:cubicBezTo>
                    <a:pt x="15" y="229"/>
                    <a:pt x="11" y="227"/>
                    <a:pt x="7" y="223"/>
                  </a:cubicBezTo>
                  <a:cubicBezTo>
                    <a:pt x="0" y="216"/>
                    <a:pt x="0" y="205"/>
                    <a:pt x="7" y="197"/>
                  </a:cubicBezTo>
                  <a:cubicBezTo>
                    <a:pt x="197" y="7"/>
                    <a:pt x="197" y="7"/>
                    <a:pt x="197" y="7"/>
                  </a:cubicBezTo>
                  <a:cubicBezTo>
                    <a:pt x="204" y="0"/>
                    <a:pt x="216" y="0"/>
                    <a:pt x="223" y="7"/>
                  </a:cubicBezTo>
                  <a:cubicBezTo>
                    <a:pt x="230" y="14"/>
                    <a:pt x="230" y="26"/>
                    <a:pt x="223" y="33"/>
                  </a:cubicBezTo>
                  <a:cubicBezTo>
                    <a:pt x="33" y="223"/>
                    <a:pt x="33" y="223"/>
                    <a:pt x="33" y="223"/>
                  </a:cubicBezTo>
                  <a:cubicBezTo>
                    <a:pt x="29" y="227"/>
                    <a:pt x="25" y="229"/>
                    <a:pt x="20" y="22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b="1" dirty="0"/>
            </a:p>
          </p:txBody>
        </p:sp>
        <p:sp>
          <p:nvSpPr>
            <p:cNvPr id="45" name="Freeform 13">
              <a:extLst>
                <a:ext uri="{FF2B5EF4-FFF2-40B4-BE49-F238E27FC236}">
                  <a16:creationId xmlns:a16="http://schemas.microsoft.com/office/drawing/2014/main" id="{8E0D9654-79EF-4358-9961-500B16F28159}"/>
                </a:ext>
              </a:extLst>
            </p:cNvPr>
            <p:cNvSpPr>
              <a:spLocks/>
            </p:cNvSpPr>
            <p:nvPr/>
          </p:nvSpPr>
          <p:spPr bwMode="auto">
            <a:xfrm>
              <a:off x="7037036" y="4472871"/>
              <a:ext cx="565150" cy="309952"/>
            </a:xfrm>
            <a:custGeom>
              <a:avLst/>
              <a:gdLst>
                <a:gd name="T0" fmla="*/ 210 w 230"/>
                <a:gd name="T1" fmla="*/ 229 h 229"/>
                <a:gd name="T2" fmla="*/ 197 w 230"/>
                <a:gd name="T3" fmla="*/ 223 h 229"/>
                <a:gd name="T4" fmla="*/ 7 w 230"/>
                <a:gd name="T5" fmla="*/ 33 h 229"/>
                <a:gd name="T6" fmla="*/ 7 w 230"/>
                <a:gd name="T7" fmla="*/ 7 h 229"/>
                <a:gd name="T8" fmla="*/ 33 w 230"/>
                <a:gd name="T9" fmla="*/ 7 h 229"/>
                <a:gd name="T10" fmla="*/ 223 w 230"/>
                <a:gd name="T11" fmla="*/ 197 h 229"/>
                <a:gd name="T12" fmla="*/ 223 w 230"/>
                <a:gd name="T13" fmla="*/ 223 h 229"/>
                <a:gd name="T14" fmla="*/ 210 w 230"/>
                <a:gd name="T15" fmla="*/ 229 h 2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0" h="229">
                  <a:moveTo>
                    <a:pt x="210" y="229"/>
                  </a:moveTo>
                  <a:cubicBezTo>
                    <a:pt x="205" y="229"/>
                    <a:pt x="200" y="227"/>
                    <a:pt x="197" y="223"/>
                  </a:cubicBezTo>
                  <a:cubicBezTo>
                    <a:pt x="7" y="33"/>
                    <a:pt x="7" y="33"/>
                    <a:pt x="7" y="33"/>
                  </a:cubicBezTo>
                  <a:cubicBezTo>
                    <a:pt x="0" y="26"/>
                    <a:pt x="0" y="14"/>
                    <a:pt x="7" y="7"/>
                  </a:cubicBezTo>
                  <a:cubicBezTo>
                    <a:pt x="14" y="0"/>
                    <a:pt x="26" y="0"/>
                    <a:pt x="33" y="7"/>
                  </a:cubicBezTo>
                  <a:cubicBezTo>
                    <a:pt x="223" y="197"/>
                    <a:pt x="223" y="197"/>
                    <a:pt x="223" y="197"/>
                  </a:cubicBezTo>
                  <a:cubicBezTo>
                    <a:pt x="230" y="205"/>
                    <a:pt x="230" y="216"/>
                    <a:pt x="223" y="223"/>
                  </a:cubicBezTo>
                  <a:cubicBezTo>
                    <a:pt x="219" y="227"/>
                    <a:pt x="215" y="229"/>
                    <a:pt x="210" y="229"/>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b="1"/>
            </a:p>
          </p:txBody>
        </p:sp>
        <p:sp>
          <p:nvSpPr>
            <p:cNvPr id="46" name="Freeform 14">
              <a:extLst>
                <a:ext uri="{FF2B5EF4-FFF2-40B4-BE49-F238E27FC236}">
                  <a16:creationId xmlns:a16="http://schemas.microsoft.com/office/drawing/2014/main" id="{7B8790D7-5501-48D8-914E-B429D1EF77CC}"/>
                </a:ext>
              </a:extLst>
            </p:cNvPr>
            <p:cNvSpPr>
              <a:spLocks/>
            </p:cNvSpPr>
            <p:nvPr/>
          </p:nvSpPr>
          <p:spPr bwMode="auto">
            <a:xfrm>
              <a:off x="4390498" y="4474458"/>
              <a:ext cx="505001" cy="308365"/>
            </a:xfrm>
            <a:custGeom>
              <a:avLst/>
              <a:gdLst>
                <a:gd name="T0" fmla="*/ 20 w 230"/>
                <a:gd name="T1" fmla="*/ 228 h 228"/>
                <a:gd name="T2" fmla="*/ 7 w 230"/>
                <a:gd name="T3" fmla="*/ 223 h 228"/>
                <a:gd name="T4" fmla="*/ 7 w 230"/>
                <a:gd name="T5" fmla="*/ 197 h 228"/>
                <a:gd name="T6" fmla="*/ 197 w 230"/>
                <a:gd name="T7" fmla="*/ 7 h 228"/>
                <a:gd name="T8" fmla="*/ 223 w 230"/>
                <a:gd name="T9" fmla="*/ 7 h 228"/>
                <a:gd name="T10" fmla="*/ 223 w 230"/>
                <a:gd name="T11" fmla="*/ 33 h 228"/>
                <a:gd name="T12" fmla="*/ 33 w 230"/>
                <a:gd name="T13" fmla="*/ 223 h 228"/>
                <a:gd name="T14" fmla="*/ 20 w 230"/>
                <a:gd name="T15" fmla="*/ 228 h 2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0" h="228">
                  <a:moveTo>
                    <a:pt x="20" y="228"/>
                  </a:moveTo>
                  <a:cubicBezTo>
                    <a:pt x="15" y="228"/>
                    <a:pt x="10" y="227"/>
                    <a:pt x="7" y="223"/>
                  </a:cubicBezTo>
                  <a:cubicBezTo>
                    <a:pt x="0" y="216"/>
                    <a:pt x="0" y="204"/>
                    <a:pt x="7" y="197"/>
                  </a:cubicBezTo>
                  <a:cubicBezTo>
                    <a:pt x="197" y="7"/>
                    <a:pt x="197" y="7"/>
                    <a:pt x="197" y="7"/>
                  </a:cubicBezTo>
                  <a:cubicBezTo>
                    <a:pt x="204" y="0"/>
                    <a:pt x="216" y="0"/>
                    <a:pt x="223" y="7"/>
                  </a:cubicBezTo>
                  <a:cubicBezTo>
                    <a:pt x="230" y="14"/>
                    <a:pt x="230" y="26"/>
                    <a:pt x="223" y="33"/>
                  </a:cubicBezTo>
                  <a:cubicBezTo>
                    <a:pt x="33" y="223"/>
                    <a:pt x="33" y="223"/>
                    <a:pt x="33" y="223"/>
                  </a:cubicBezTo>
                  <a:cubicBezTo>
                    <a:pt x="29" y="227"/>
                    <a:pt x="24" y="228"/>
                    <a:pt x="20" y="228"/>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b="1" dirty="0"/>
            </a:p>
          </p:txBody>
        </p:sp>
        <p:sp>
          <p:nvSpPr>
            <p:cNvPr id="48" name="Freeform 16">
              <a:extLst>
                <a:ext uri="{FF2B5EF4-FFF2-40B4-BE49-F238E27FC236}">
                  <a16:creationId xmlns:a16="http://schemas.microsoft.com/office/drawing/2014/main" id="{2832C982-89CD-4E8C-B5CE-B822837DD6C3}"/>
                </a:ext>
              </a:extLst>
            </p:cNvPr>
            <p:cNvSpPr>
              <a:spLocks/>
            </p:cNvSpPr>
            <p:nvPr/>
          </p:nvSpPr>
          <p:spPr bwMode="auto">
            <a:xfrm>
              <a:off x="4466873" y="1904295"/>
              <a:ext cx="427038" cy="422275"/>
            </a:xfrm>
            <a:custGeom>
              <a:avLst/>
              <a:gdLst>
                <a:gd name="T0" fmla="*/ 210 w 230"/>
                <a:gd name="T1" fmla="*/ 228 h 228"/>
                <a:gd name="T2" fmla="*/ 197 w 230"/>
                <a:gd name="T3" fmla="*/ 223 h 228"/>
                <a:gd name="T4" fmla="*/ 7 w 230"/>
                <a:gd name="T5" fmla="*/ 33 h 228"/>
                <a:gd name="T6" fmla="*/ 7 w 230"/>
                <a:gd name="T7" fmla="*/ 7 h 228"/>
                <a:gd name="T8" fmla="*/ 33 w 230"/>
                <a:gd name="T9" fmla="*/ 7 h 228"/>
                <a:gd name="T10" fmla="*/ 223 w 230"/>
                <a:gd name="T11" fmla="*/ 197 h 228"/>
                <a:gd name="T12" fmla="*/ 223 w 230"/>
                <a:gd name="T13" fmla="*/ 223 h 228"/>
                <a:gd name="T14" fmla="*/ 210 w 230"/>
                <a:gd name="T15" fmla="*/ 228 h 2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0" h="228">
                  <a:moveTo>
                    <a:pt x="210" y="228"/>
                  </a:moveTo>
                  <a:cubicBezTo>
                    <a:pt x="205" y="228"/>
                    <a:pt x="201" y="227"/>
                    <a:pt x="197" y="223"/>
                  </a:cubicBezTo>
                  <a:cubicBezTo>
                    <a:pt x="7" y="33"/>
                    <a:pt x="7" y="33"/>
                    <a:pt x="7" y="33"/>
                  </a:cubicBezTo>
                  <a:cubicBezTo>
                    <a:pt x="0" y="26"/>
                    <a:pt x="0" y="14"/>
                    <a:pt x="7" y="7"/>
                  </a:cubicBezTo>
                  <a:cubicBezTo>
                    <a:pt x="14" y="0"/>
                    <a:pt x="26" y="0"/>
                    <a:pt x="33" y="7"/>
                  </a:cubicBezTo>
                  <a:cubicBezTo>
                    <a:pt x="223" y="197"/>
                    <a:pt x="223" y="197"/>
                    <a:pt x="223" y="197"/>
                  </a:cubicBezTo>
                  <a:cubicBezTo>
                    <a:pt x="230" y="204"/>
                    <a:pt x="230" y="216"/>
                    <a:pt x="223" y="223"/>
                  </a:cubicBezTo>
                  <a:cubicBezTo>
                    <a:pt x="220" y="227"/>
                    <a:pt x="215" y="228"/>
                    <a:pt x="210" y="228"/>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b="1"/>
            </a:p>
          </p:txBody>
        </p:sp>
      </p:grpSp>
      <p:grpSp>
        <p:nvGrpSpPr>
          <p:cNvPr id="49" name="Grupo 62">
            <a:extLst>
              <a:ext uri="{FF2B5EF4-FFF2-40B4-BE49-F238E27FC236}">
                <a16:creationId xmlns:a16="http://schemas.microsoft.com/office/drawing/2014/main" id="{47BB5824-DE2A-4A62-958F-911D1DD4269A}"/>
              </a:ext>
            </a:extLst>
          </p:cNvPr>
          <p:cNvGrpSpPr/>
          <p:nvPr/>
        </p:nvGrpSpPr>
        <p:grpSpPr>
          <a:xfrm>
            <a:off x="5366985" y="5446684"/>
            <a:ext cx="1103313" cy="619125"/>
            <a:chOff x="5381273" y="5218995"/>
            <a:chExt cx="1103313" cy="619125"/>
          </a:xfrm>
        </p:grpSpPr>
        <p:sp>
          <p:nvSpPr>
            <p:cNvPr id="50" name="Freeform 18">
              <a:extLst>
                <a:ext uri="{FF2B5EF4-FFF2-40B4-BE49-F238E27FC236}">
                  <a16:creationId xmlns:a16="http://schemas.microsoft.com/office/drawing/2014/main" id="{77CEEF74-C18C-4B1B-BF68-9101730B0E9C}"/>
                </a:ext>
              </a:extLst>
            </p:cNvPr>
            <p:cNvSpPr>
              <a:spLocks/>
            </p:cNvSpPr>
            <p:nvPr/>
          </p:nvSpPr>
          <p:spPr bwMode="auto">
            <a:xfrm>
              <a:off x="5381273" y="5218995"/>
              <a:ext cx="1103313" cy="157163"/>
            </a:xfrm>
            <a:custGeom>
              <a:avLst/>
              <a:gdLst>
                <a:gd name="T0" fmla="*/ 0 w 596"/>
                <a:gd name="T1" fmla="*/ 43 h 85"/>
                <a:gd name="T2" fmla="*/ 43 w 596"/>
                <a:gd name="T3" fmla="*/ 85 h 85"/>
                <a:gd name="T4" fmla="*/ 554 w 596"/>
                <a:gd name="T5" fmla="*/ 85 h 85"/>
                <a:gd name="T6" fmla="*/ 596 w 596"/>
                <a:gd name="T7" fmla="*/ 43 h 85"/>
                <a:gd name="T8" fmla="*/ 596 w 596"/>
                <a:gd name="T9" fmla="*/ 43 h 85"/>
                <a:gd name="T10" fmla="*/ 554 w 596"/>
                <a:gd name="T11" fmla="*/ 0 h 85"/>
                <a:gd name="T12" fmla="*/ 43 w 596"/>
                <a:gd name="T13" fmla="*/ 0 h 85"/>
                <a:gd name="T14" fmla="*/ 0 w 596"/>
                <a:gd name="T15" fmla="*/ 43 h 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6" h="85">
                  <a:moveTo>
                    <a:pt x="0" y="43"/>
                  </a:moveTo>
                  <a:cubicBezTo>
                    <a:pt x="0" y="66"/>
                    <a:pt x="19" y="85"/>
                    <a:pt x="43" y="85"/>
                  </a:cubicBezTo>
                  <a:cubicBezTo>
                    <a:pt x="554" y="85"/>
                    <a:pt x="554" y="85"/>
                    <a:pt x="554" y="85"/>
                  </a:cubicBezTo>
                  <a:cubicBezTo>
                    <a:pt x="577" y="85"/>
                    <a:pt x="596" y="66"/>
                    <a:pt x="596" y="43"/>
                  </a:cubicBezTo>
                  <a:cubicBezTo>
                    <a:pt x="596" y="43"/>
                    <a:pt x="596" y="43"/>
                    <a:pt x="596" y="43"/>
                  </a:cubicBezTo>
                  <a:cubicBezTo>
                    <a:pt x="596" y="19"/>
                    <a:pt x="577" y="0"/>
                    <a:pt x="554" y="0"/>
                  </a:cubicBezTo>
                  <a:cubicBezTo>
                    <a:pt x="43" y="0"/>
                    <a:pt x="43" y="0"/>
                    <a:pt x="43" y="0"/>
                  </a:cubicBezTo>
                  <a:cubicBezTo>
                    <a:pt x="19" y="0"/>
                    <a:pt x="0" y="19"/>
                    <a:pt x="0" y="43"/>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b="1"/>
            </a:p>
          </p:txBody>
        </p:sp>
        <p:sp>
          <p:nvSpPr>
            <p:cNvPr id="51" name="Freeform 19">
              <a:extLst>
                <a:ext uri="{FF2B5EF4-FFF2-40B4-BE49-F238E27FC236}">
                  <a16:creationId xmlns:a16="http://schemas.microsoft.com/office/drawing/2014/main" id="{358EEF39-D65C-417B-A79B-8842F1AE005A}"/>
                </a:ext>
              </a:extLst>
            </p:cNvPr>
            <p:cNvSpPr>
              <a:spLocks/>
            </p:cNvSpPr>
            <p:nvPr/>
          </p:nvSpPr>
          <p:spPr bwMode="auto">
            <a:xfrm>
              <a:off x="5409848" y="5452358"/>
              <a:ext cx="1046163" cy="157163"/>
            </a:xfrm>
            <a:custGeom>
              <a:avLst/>
              <a:gdLst>
                <a:gd name="T0" fmla="*/ 0 w 564"/>
                <a:gd name="T1" fmla="*/ 42 h 85"/>
                <a:gd name="T2" fmla="*/ 42 w 564"/>
                <a:gd name="T3" fmla="*/ 85 h 85"/>
                <a:gd name="T4" fmla="*/ 522 w 564"/>
                <a:gd name="T5" fmla="*/ 85 h 85"/>
                <a:gd name="T6" fmla="*/ 564 w 564"/>
                <a:gd name="T7" fmla="*/ 42 h 85"/>
                <a:gd name="T8" fmla="*/ 564 w 564"/>
                <a:gd name="T9" fmla="*/ 42 h 85"/>
                <a:gd name="T10" fmla="*/ 522 w 564"/>
                <a:gd name="T11" fmla="*/ 0 h 85"/>
                <a:gd name="T12" fmla="*/ 42 w 564"/>
                <a:gd name="T13" fmla="*/ 0 h 85"/>
                <a:gd name="T14" fmla="*/ 0 w 564"/>
                <a:gd name="T15" fmla="*/ 42 h 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4" h="85">
                  <a:moveTo>
                    <a:pt x="0" y="42"/>
                  </a:moveTo>
                  <a:cubicBezTo>
                    <a:pt x="0" y="66"/>
                    <a:pt x="19" y="85"/>
                    <a:pt x="42" y="85"/>
                  </a:cubicBezTo>
                  <a:cubicBezTo>
                    <a:pt x="522" y="85"/>
                    <a:pt x="522" y="85"/>
                    <a:pt x="522" y="85"/>
                  </a:cubicBezTo>
                  <a:cubicBezTo>
                    <a:pt x="545" y="85"/>
                    <a:pt x="564" y="66"/>
                    <a:pt x="564" y="42"/>
                  </a:cubicBezTo>
                  <a:cubicBezTo>
                    <a:pt x="564" y="42"/>
                    <a:pt x="564" y="42"/>
                    <a:pt x="564" y="42"/>
                  </a:cubicBezTo>
                  <a:cubicBezTo>
                    <a:pt x="564" y="19"/>
                    <a:pt x="545" y="0"/>
                    <a:pt x="522" y="0"/>
                  </a:cubicBezTo>
                  <a:cubicBezTo>
                    <a:pt x="42" y="0"/>
                    <a:pt x="42" y="0"/>
                    <a:pt x="42" y="0"/>
                  </a:cubicBezTo>
                  <a:cubicBezTo>
                    <a:pt x="19" y="0"/>
                    <a:pt x="0" y="19"/>
                    <a:pt x="0" y="42"/>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b="1"/>
            </a:p>
          </p:txBody>
        </p:sp>
        <p:sp>
          <p:nvSpPr>
            <p:cNvPr id="52" name="Freeform 20">
              <a:extLst>
                <a:ext uri="{FF2B5EF4-FFF2-40B4-BE49-F238E27FC236}">
                  <a16:creationId xmlns:a16="http://schemas.microsoft.com/office/drawing/2014/main" id="{9289594D-0C25-41B4-8F60-23BC200A1E85}"/>
                </a:ext>
              </a:extLst>
            </p:cNvPr>
            <p:cNvSpPr>
              <a:spLocks/>
            </p:cNvSpPr>
            <p:nvPr/>
          </p:nvSpPr>
          <p:spPr bwMode="auto">
            <a:xfrm>
              <a:off x="5559073" y="5682545"/>
              <a:ext cx="750888" cy="155575"/>
            </a:xfrm>
            <a:custGeom>
              <a:avLst/>
              <a:gdLst>
                <a:gd name="T0" fmla="*/ 0 w 405"/>
                <a:gd name="T1" fmla="*/ 42 h 84"/>
                <a:gd name="T2" fmla="*/ 42 w 405"/>
                <a:gd name="T3" fmla="*/ 84 h 84"/>
                <a:gd name="T4" fmla="*/ 363 w 405"/>
                <a:gd name="T5" fmla="*/ 84 h 84"/>
                <a:gd name="T6" fmla="*/ 405 w 405"/>
                <a:gd name="T7" fmla="*/ 42 h 84"/>
                <a:gd name="T8" fmla="*/ 405 w 405"/>
                <a:gd name="T9" fmla="*/ 42 h 84"/>
                <a:gd name="T10" fmla="*/ 363 w 405"/>
                <a:gd name="T11" fmla="*/ 0 h 84"/>
                <a:gd name="T12" fmla="*/ 42 w 405"/>
                <a:gd name="T13" fmla="*/ 0 h 84"/>
                <a:gd name="T14" fmla="*/ 0 w 405"/>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 h="84">
                  <a:moveTo>
                    <a:pt x="0" y="42"/>
                  </a:moveTo>
                  <a:cubicBezTo>
                    <a:pt x="0" y="65"/>
                    <a:pt x="19" y="84"/>
                    <a:pt x="42" y="84"/>
                  </a:cubicBezTo>
                  <a:cubicBezTo>
                    <a:pt x="363" y="84"/>
                    <a:pt x="363" y="84"/>
                    <a:pt x="363" y="84"/>
                  </a:cubicBezTo>
                  <a:cubicBezTo>
                    <a:pt x="386" y="84"/>
                    <a:pt x="405" y="65"/>
                    <a:pt x="405" y="42"/>
                  </a:cubicBezTo>
                  <a:cubicBezTo>
                    <a:pt x="405" y="42"/>
                    <a:pt x="405" y="42"/>
                    <a:pt x="405" y="42"/>
                  </a:cubicBezTo>
                  <a:cubicBezTo>
                    <a:pt x="405" y="19"/>
                    <a:pt x="386" y="0"/>
                    <a:pt x="363" y="0"/>
                  </a:cubicBezTo>
                  <a:cubicBezTo>
                    <a:pt x="42" y="0"/>
                    <a:pt x="42" y="0"/>
                    <a:pt x="42" y="0"/>
                  </a:cubicBezTo>
                  <a:cubicBezTo>
                    <a:pt x="19" y="0"/>
                    <a:pt x="0" y="19"/>
                    <a:pt x="0" y="42"/>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b="1"/>
            </a:p>
          </p:txBody>
        </p:sp>
      </p:grpSp>
      <p:sp>
        <p:nvSpPr>
          <p:cNvPr id="53" name="Freeform 21">
            <a:extLst>
              <a:ext uri="{FF2B5EF4-FFF2-40B4-BE49-F238E27FC236}">
                <a16:creationId xmlns:a16="http://schemas.microsoft.com/office/drawing/2014/main" id="{6CBD6B33-C1FC-4607-B514-BDE90A89F747}"/>
              </a:ext>
            </a:extLst>
          </p:cNvPr>
          <p:cNvSpPr>
            <a:spLocks/>
          </p:cNvSpPr>
          <p:nvPr/>
        </p:nvSpPr>
        <p:spPr bwMode="auto">
          <a:xfrm>
            <a:off x="4748020" y="4091898"/>
            <a:ext cx="2424292" cy="604838"/>
          </a:xfrm>
          <a:custGeom>
            <a:avLst/>
            <a:gdLst>
              <a:gd name="T0" fmla="*/ 15 w 1092"/>
              <a:gd name="T1" fmla="*/ 27 h 326"/>
              <a:gd name="T2" fmla="*/ 30 w 1092"/>
              <a:gd name="T3" fmla="*/ 55 h 326"/>
              <a:gd name="T4" fmla="*/ 30 w 1092"/>
              <a:gd name="T5" fmla="*/ 55 h 326"/>
              <a:gd name="T6" fmla="*/ 162 w 1092"/>
              <a:gd name="T7" fmla="*/ 308 h 326"/>
              <a:gd name="T8" fmla="*/ 169 w 1092"/>
              <a:gd name="T9" fmla="*/ 326 h 326"/>
              <a:gd name="T10" fmla="*/ 922 w 1092"/>
              <a:gd name="T11" fmla="*/ 326 h 326"/>
              <a:gd name="T12" fmla="*/ 929 w 1092"/>
              <a:gd name="T13" fmla="*/ 308 h 326"/>
              <a:gd name="T14" fmla="*/ 1061 w 1092"/>
              <a:gd name="T15" fmla="*/ 55 h 326"/>
              <a:gd name="T16" fmla="*/ 1061 w 1092"/>
              <a:gd name="T17" fmla="*/ 55 h 326"/>
              <a:gd name="T18" fmla="*/ 1076 w 1092"/>
              <a:gd name="T19" fmla="*/ 27 h 326"/>
              <a:gd name="T20" fmla="*/ 1092 w 1092"/>
              <a:gd name="T21" fmla="*/ 0 h 326"/>
              <a:gd name="T22" fmla="*/ 0 w 1092"/>
              <a:gd name="T23" fmla="*/ 0 h 326"/>
              <a:gd name="T24" fmla="*/ 15 w 1092"/>
              <a:gd name="T25" fmla="*/ 27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2" h="326">
                <a:moveTo>
                  <a:pt x="15" y="27"/>
                </a:moveTo>
                <a:cubicBezTo>
                  <a:pt x="20" y="36"/>
                  <a:pt x="25" y="45"/>
                  <a:pt x="30" y="55"/>
                </a:cubicBezTo>
                <a:cubicBezTo>
                  <a:pt x="30" y="55"/>
                  <a:pt x="30" y="55"/>
                  <a:pt x="30" y="55"/>
                </a:cubicBezTo>
                <a:cubicBezTo>
                  <a:pt x="77" y="137"/>
                  <a:pt x="122" y="217"/>
                  <a:pt x="162" y="308"/>
                </a:cubicBezTo>
                <a:cubicBezTo>
                  <a:pt x="165" y="314"/>
                  <a:pt x="167" y="320"/>
                  <a:pt x="169" y="326"/>
                </a:cubicBezTo>
                <a:cubicBezTo>
                  <a:pt x="922" y="326"/>
                  <a:pt x="922" y="326"/>
                  <a:pt x="922" y="326"/>
                </a:cubicBezTo>
                <a:cubicBezTo>
                  <a:pt x="924" y="320"/>
                  <a:pt x="927" y="314"/>
                  <a:pt x="929" y="308"/>
                </a:cubicBezTo>
                <a:cubicBezTo>
                  <a:pt x="969" y="217"/>
                  <a:pt x="1015" y="137"/>
                  <a:pt x="1061" y="55"/>
                </a:cubicBezTo>
                <a:cubicBezTo>
                  <a:pt x="1061" y="55"/>
                  <a:pt x="1061" y="55"/>
                  <a:pt x="1061" y="55"/>
                </a:cubicBezTo>
                <a:cubicBezTo>
                  <a:pt x="1066" y="45"/>
                  <a:pt x="1071" y="36"/>
                  <a:pt x="1076" y="27"/>
                </a:cubicBezTo>
                <a:cubicBezTo>
                  <a:pt x="1082" y="18"/>
                  <a:pt x="1087" y="9"/>
                  <a:pt x="1092" y="0"/>
                </a:cubicBezTo>
                <a:cubicBezTo>
                  <a:pt x="0" y="0"/>
                  <a:pt x="0" y="0"/>
                  <a:pt x="0" y="0"/>
                </a:cubicBezTo>
                <a:cubicBezTo>
                  <a:pt x="5" y="9"/>
                  <a:pt x="10" y="18"/>
                  <a:pt x="15" y="27"/>
                </a:cubicBezTo>
                <a:close/>
              </a:path>
            </a:pathLst>
          </a:custGeom>
          <a:solidFill>
            <a:srgbClr val="FAA300"/>
          </a:solidFill>
          <a:ln>
            <a:noFill/>
          </a:ln>
        </p:spPr>
        <p:txBody>
          <a:bodyPr vert="horz" wrap="square" lIns="91440" tIns="45720" rIns="91440" bIns="45720" numCol="1" anchor="t" anchorCtr="0" compatLnSpc="1">
            <a:prstTxWarp prst="textNoShape">
              <a:avLst/>
            </a:prstTxWarp>
          </a:bodyPr>
          <a:lstStyle/>
          <a:p>
            <a:endParaRPr lang="en-US" b="1"/>
          </a:p>
        </p:txBody>
      </p:sp>
      <p:sp>
        <p:nvSpPr>
          <p:cNvPr id="54" name="Freeform 22">
            <a:extLst>
              <a:ext uri="{FF2B5EF4-FFF2-40B4-BE49-F238E27FC236}">
                <a16:creationId xmlns:a16="http://schemas.microsoft.com/office/drawing/2014/main" id="{8BB8CB20-6F14-40B9-A206-8A80713CDC5A}"/>
              </a:ext>
            </a:extLst>
          </p:cNvPr>
          <p:cNvSpPr>
            <a:spLocks/>
          </p:cNvSpPr>
          <p:nvPr/>
        </p:nvSpPr>
        <p:spPr bwMode="auto">
          <a:xfrm>
            <a:off x="5154965" y="4741263"/>
            <a:ext cx="1583292" cy="553319"/>
          </a:xfrm>
          <a:custGeom>
            <a:avLst/>
            <a:gdLst>
              <a:gd name="T0" fmla="*/ 55 w 752"/>
              <a:gd name="T1" fmla="*/ 242 h 328"/>
              <a:gd name="T2" fmla="*/ 158 w 752"/>
              <a:gd name="T3" fmla="*/ 327 h 328"/>
              <a:gd name="T4" fmla="*/ 158 w 752"/>
              <a:gd name="T5" fmla="*/ 327 h 328"/>
              <a:gd name="T6" fmla="*/ 204 w 752"/>
              <a:gd name="T7" fmla="*/ 327 h 328"/>
              <a:gd name="T8" fmla="*/ 219 w 752"/>
              <a:gd name="T9" fmla="*/ 327 h 328"/>
              <a:gd name="T10" fmla="*/ 219 w 752"/>
              <a:gd name="T11" fmla="*/ 327 h 328"/>
              <a:gd name="T12" fmla="*/ 297 w 752"/>
              <a:gd name="T13" fmla="*/ 327 h 328"/>
              <a:gd name="T14" fmla="*/ 297 w 752"/>
              <a:gd name="T15" fmla="*/ 327 h 328"/>
              <a:gd name="T16" fmla="*/ 372 w 752"/>
              <a:gd name="T17" fmla="*/ 327 h 328"/>
              <a:gd name="T18" fmla="*/ 376 w 752"/>
              <a:gd name="T19" fmla="*/ 327 h 328"/>
              <a:gd name="T20" fmla="*/ 380 w 752"/>
              <a:gd name="T21" fmla="*/ 327 h 328"/>
              <a:gd name="T22" fmla="*/ 380 w 752"/>
              <a:gd name="T23" fmla="*/ 327 h 328"/>
              <a:gd name="T24" fmla="*/ 455 w 752"/>
              <a:gd name="T25" fmla="*/ 327 h 328"/>
              <a:gd name="T26" fmla="*/ 455 w 752"/>
              <a:gd name="T27" fmla="*/ 327 h 328"/>
              <a:gd name="T28" fmla="*/ 533 w 752"/>
              <a:gd name="T29" fmla="*/ 327 h 328"/>
              <a:gd name="T30" fmla="*/ 533 w 752"/>
              <a:gd name="T31" fmla="*/ 327 h 328"/>
              <a:gd name="T32" fmla="*/ 581 w 752"/>
              <a:gd name="T33" fmla="*/ 327 h 328"/>
              <a:gd name="T34" fmla="*/ 696 w 752"/>
              <a:gd name="T35" fmla="*/ 242 h 328"/>
              <a:gd name="T36" fmla="*/ 752 w 752"/>
              <a:gd name="T37" fmla="*/ 0 h 328"/>
              <a:gd name="T38" fmla="*/ 0 w 752"/>
              <a:gd name="T39" fmla="*/ 0 h 328"/>
              <a:gd name="T40" fmla="*/ 55 w 752"/>
              <a:gd name="T41" fmla="*/ 242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52" h="328">
                <a:moveTo>
                  <a:pt x="55" y="242"/>
                </a:moveTo>
                <a:cubicBezTo>
                  <a:pt x="69" y="302"/>
                  <a:pt x="91" y="324"/>
                  <a:pt x="158" y="327"/>
                </a:cubicBezTo>
                <a:cubicBezTo>
                  <a:pt x="158" y="327"/>
                  <a:pt x="158" y="327"/>
                  <a:pt x="158" y="327"/>
                </a:cubicBezTo>
                <a:cubicBezTo>
                  <a:pt x="204" y="327"/>
                  <a:pt x="204" y="327"/>
                  <a:pt x="204" y="327"/>
                </a:cubicBezTo>
                <a:cubicBezTo>
                  <a:pt x="209" y="327"/>
                  <a:pt x="214" y="327"/>
                  <a:pt x="219" y="327"/>
                </a:cubicBezTo>
                <a:cubicBezTo>
                  <a:pt x="219" y="327"/>
                  <a:pt x="219" y="327"/>
                  <a:pt x="219" y="327"/>
                </a:cubicBezTo>
                <a:cubicBezTo>
                  <a:pt x="297" y="327"/>
                  <a:pt x="297" y="327"/>
                  <a:pt x="297" y="327"/>
                </a:cubicBezTo>
                <a:cubicBezTo>
                  <a:pt x="297" y="327"/>
                  <a:pt x="297" y="327"/>
                  <a:pt x="297" y="327"/>
                </a:cubicBezTo>
                <a:cubicBezTo>
                  <a:pt x="322" y="327"/>
                  <a:pt x="347" y="327"/>
                  <a:pt x="372" y="327"/>
                </a:cubicBezTo>
                <a:cubicBezTo>
                  <a:pt x="373" y="327"/>
                  <a:pt x="375" y="327"/>
                  <a:pt x="376" y="327"/>
                </a:cubicBezTo>
                <a:cubicBezTo>
                  <a:pt x="377" y="327"/>
                  <a:pt x="378" y="327"/>
                  <a:pt x="380" y="327"/>
                </a:cubicBezTo>
                <a:cubicBezTo>
                  <a:pt x="380" y="328"/>
                  <a:pt x="380" y="327"/>
                  <a:pt x="380" y="327"/>
                </a:cubicBezTo>
                <a:cubicBezTo>
                  <a:pt x="405" y="327"/>
                  <a:pt x="430" y="327"/>
                  <a:pt x="455" y="327"/>
                </a:cubicBezTo>
                <a:cubicBezTo>
                  <a:pt x="455" y="327"/>
                  <a:pt x="455" y="327"/>
                  <a:pt x="455" y="327"/>
                </a:cubicBezTo>
                <a:cubicBezTo>
                  <a:pt x="533" y="327"/>
                  <a:pt x="533" y="327"/>
                  <a:pt x="533" y="327"/>
                </a:cubicBezTo>
                <a:cubicBezTo>
                  <a:pt x="533" y="327"/>
                  <a:pt x="533" y="327"/>
                  <a:pt x="533" y="327"/>
                </a:cubicBezTo>
                <a:cubicBezTo>
                  <a:pt x="549" y="327"/>
                  <a:pt x="565" y="327"/>
                  <a:pt x="581" y="327"/>
                </a:cubicBezTo>
                <a:cubicBezTo>
                  <a:pt x="658" y="327"/>
                  <a:pt x="682" y="305"/>
                  <a:pt x="696" y="242"/>
                </a:cubicBezTo>
                <a:cubicBezTo>
                  <a:pt x="712" y="169"/>
                  <a:pt x="724" y="74"/>
                  <a:pt x="752" y="0"/>
                </a:cubicBezTo>
                <a:cubicBezTo>
                  <a:pt x="0" y="0"/>
                  <a:pt x="0" y="0"/>
                  <a:pt x="0" y="0"/>
                </a:cubicBezTo>
                <a:cubicBezTo>
                  <a:pt x="27" y="74"/>
                  <a:pt x="39" y="169"/>
                  <a:pt x="55" y="24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b="1"/>
          </a:p>
        </p:txBody>
      </p:sp>
      <p:sp>
        <p:nvSpPr>
          <p:cNvPr id="55" name="Freeform 23">
            <a:extLst>
              <a:ext uri="{FF2B5EF4-FFF2-40B4-BE49-F238E27FC236}">
                <a16:creationId xmlns:a16="http://schemas.microsoft.com/office/drawing/2014/main" id="{358F06F8-8883-44F7-8C0B-6EBDE35764DE}"/>
              </a:ext>
            </a:extLst>
          </p:cNvPr>
          <p:cNvSpPr>
            <a:spLocks/>
          </p:cNvSpPr>
          <p:nvPr/>
        </p:nvSpPr>
        <p:spPr bwMode="auto">
          <a:xfrm>
            <a:off x="4784373" y="2822575"/>
            <a:ext cx="2268538" cy="606425"/>
          </a:xfrm>
          <a:custGeom>
            <a:avLst/>
            <a:gdLst>
              <a:gd name="T0" fmla="*/ 612 w 1224"/>
              <a:gd name="T1" fmla="*/ 0 h 327"/>
              <a:gd name="T2" fmla="*/ 612 w 1224"/>
              <a:gd name="T3" fmla="*/ 0 h 327"/>
              <a:gd name="T4" fmla="*/ 0 w 1224"/>
              <a:gd name="T5" fmla="*/ 327 h 327"/>
              <a:gd name="T6" fmla="*/ 1224 w 1224"/>
              <a:gd name="T7" fmla="*/ 327 h 327"/>
              <a:gd name="T8" fmla="*/ 612 w 1224"/>
              <a:gd name="T9" fmla="*/ 0 h 327"/>
            </a:gdLst>
            <a:ahLst/>
            <a:cxnLst>
              <a:cxn ang="0">
                <a:pos x="T0" y="T1"/>
              </a:cxn>
              <a:cxn ang="0">
                <a:pos x="T2" y="T3"/>
              </a:cxn>
              <a:cxn ang="0">
                <a:pos x="T4" y="T5"/>
              </a:cxn>
              <a:cxn ang="0">
                <a:pos x="T6" y="T7"/>
              </a:cxn>
              <a:cxn ang="0">
                <a:pos x="T8" y="T9"/>
              </a:cxn>
            </a:cxnLst>
            <a:rect l="0" t="0" r="r" b="b"/>
            <a:pathLst>
              <a:path w="1224" h="327">
                <a:moveTo>
                  <a:pt x="612" y="0"/>
                </a:moveTo>
                <a:cubicBezTo>
                  <a:pt x="612" y="0"/>
                  <a:pt x="612" y="0"/>
                  <a:pt x="612" y="0"/>
                </a:cubicBezTo>
                <a:cubicBezTo>
                  <a:pt x="323" y="0"/>
                  <a:pt x="100" y="155"/>
                  <a:pt x="0" y="327"/>
                </a:cubicBezTo>
                <a:cubicBezTo>
                  <a:pt x="1224" y="327"/>
                  <a:pt x="1224" y="327"/>
                  <a:pt x="1224" y="327"/>
                </a:cubicBezTo>
                <a:cubicBezTo>
                  <a:pt x="1123" y="155"/>
                  <a:pt x="901" y="0"/>
                  <a:pt x="61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b="1"/>
          </a:p>
        </p:txBody>
      </p:sp>
      <p:sp>
        <p:nvSpPr>
          <p:cNvPr id="56" name="Freeform 24">
            <a:extLst>
              <a:ext uri="{FF2B5EF4-FFF2-40B4-BE49-F238E27FC236}">
                <a16:creationId xmlns:a16="http://schemas.microsoft.com/office/drawing/2014/main" id="{E6E07A68-3093-47BD-B217-93585F7867F9}"/>
              </a:ext>
            </a:extLst>
          </p:cNvPr>
          <p:cNvSpPr>
            <a:spLocks/>
          </p:cNvSpPr>
          <p:nvPr/>
        </p:nvSpPr>
        <p:spPr bwMode="auto">
          <a:xfrm>
            <a:off x="4702866" y="3447144"/>
            <a:ext cx="2514600" cy="606425"/>
          </a:xfrm>
          <a:custGeom>
            <a:avLst/>
            <a:gdLst>
              <a:gd name="T0" fmla="*/ 1353 w 1357"/>
              <a:gd name="T1" fmla="*/ 198 h 327"/>
              <a:gd name="T2" fmla="*/ 1353 w 1357"/>
              <a:gd name="T3" fmla="*/ 198 h 327"/>
              <a:gd name="T4" fmla="*/ 1339 w 1357"/>
              <a:gd name="T5" fmla="*/ 115 h 327"/>
              <a:gd name="T6" fmla="*/ 1291 w 1357"/>
              <a:gd name="T7" fmla="*/ 0 h 327"/>
              <a:gd name="T8" fmla="*/ 67 w 1357"/>
              <a:gd name="T9" fmla="*/ 0 h 327"/>
              <a:gd name="T10" fmla="*/ 18 w 1357"/>
              <a:gd name="T11" fmla="*/ 115 h 327"/>
              <a:gd name="T12" fmla="*/ 4 w 1357"/>
              <a:gd name="T13" fmla="*/ 198 h 327"/>
              <a:gd name="T14" fmla="*/ 4 w 1357"/>
              <a:gd name="T15" fmla="*/ 198 h 327"/>
              <a:gd name="T16" fmla="*/ 7 w 1357"/>
              <a:gd name="T17" fmla="*/ 327 h 327"/>
              <a:gd name="T18" fmla="*/ 1350 w 1357"/>
              <a:gd name="T19" fmla="*/ 327 h 327"/>
              <a:gd name="T20" fmla="*/ 1353 w 1357"/>
              <a:gd name="T21" fmla="*/ 198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57" h="327">
                <a:moveTo>
                  <a:pt x="1353" y="198"/>
                </a:moveTo>
                <a:cubicBezTo>
                  <a:pt x="1353" y="198"/>
                  <a:pt x="1353" y="198"/>
                  <a:pt x="1353" y="198"/>
                </a:cubicBezTo>
                <a:cubicBezTo>
                  <a:pt x="1351" y="170"/>
                  <a:pt x="1346" y="143"/>
                  <a:pt x="1339" y="115"/>
                </a:cubicBezTo>
                <a:cubicBezTo>
                  <a:pt x="1329" y="77"/>
                  <a:pt x="1313" y="38"/>
                  <a:pt x="1291" y="0"/>
                </a:cubicBezTo>
                <a:cubicBezTo>
                  <a:pt x="67" y="0"/>
                  <a:pt x="67" y="0"/>
                  <a:pt x="67" y="0"/>
                </a:cubicBezTo>
                <a:cubicBezTo>
                  <a:pt x="44" y="38"/>
                  <a:pt x="28" y="77"/>
                  <a:pt x="18" y="115"/>
                </a:cubicBezTo>
                <a:cubicBezTo>
                  <a:pt x="11" y="143"/>
                  <a:pt x="7" y="170"/>
                  <a:pt x="4" y="198"/>
                </a:cubicBezTo>
                <a:cubicBezTo>
                  <a:pt x="4" y="198"/>
                  <a:pt x="4" y="198"/>
                  <a:pt x="4" y="198"/>
                </a:cubicBezTo>
                <a:cubicBezTo>
                  <a:pt x="0" y="241"/>
                  <a:pt x="1" y="284"/>
                  <a:pt x="7" y="327"/>
                </a:cubicBezTo>
                <a:cubicBezTo>
                  <a:pt x="1350" y="327"/>
                  <a:pt x="1350" y="327"/>
                  <a:pt x="1350" y="327"/>
                </a:cubicBezTo>
                <a:cubicBezTo>
                  <a:pt x="1356" y="284"/>
                  <a:pt x="1357" y="241"/>
                  <a:pt x="1353" y="19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b="1"/>
          </a:p>
        </p:txBody>
      </p:sp>
      <p:graphicFrame>
        <p:nvGraphicFramePr>
          <p:cNvPr id="74" name="Diagramme 30">
            <a:extLst>
              <a:ext uri="{FF2B5EF4-FFF2-40B4-BE49-F238E27FC236}">
                <a16:creationId xmlns:a16="http://schemas.microsoft.com/office/drawing/2014/main" id="{7C302D09-D43E-464C-B379-CBA869D0673C}"/>
              </a:ext>
            </a:extLst>
          </p:cNvPr>
          <p:cNvGraphicFramePr/>
          <p:nvPr>
            <p:extLst>
              <p:ext uri="{D42A27DB-BD31-4B8C-83A1-F6EECF244321}">
                <p14:modId xmlns:p14="http://schemas.microsoft.com/office/powerpoint/2010/main" val="2617078118"/>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5" name="TextBox 2">
            <a:extLst>
              <a:ext uri="{FF2B5EF4-FFF2-40B4-BE49-F238E27FC236}">
                <a16:creationId xmlns:a16="http://schemas.microsoft.com/office/drawing/2014/main" id="{8D26E098-F9E4-4BAA-B62C-498B6A90D3AD}"/>
              </a:ext>
            </a:extLst>
          </p:cNvPr>
          <p:cNvSpPr txBox="1"/>
          <p:nvPr/>
        </p:nvSpPr>
        <p:spPr>
          <a:xfrm>
            <a:off x="167435" y="826520"/>
            <a:ext cx="6128238"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Solution </a:t>
            </a:r>
            <a:r>
              <a:rPr lang="en-US" sz="3200" b="1" dirty="0" err="1">
                <a:latin typeface="Times New Roman" panose="02020603050405020304" pitchFamily="18" charset="0"/>
                <a:cs typeface="Times New Roman" panose="02020603050405020304" pitchFamily="18" charset="0"/>
              </a:rPr>
              <a:t>proposée</a:t>
            </a:r>
            <a:endParaRPr lang="en-US" sz="3200" b="1" dirty="0">
              <a:latin typeface="Times New Roman" panose="02020603050405020304" pitchFamily="18" charset="0"/>
              <a:cs typeface="Times New Roman" panose="02020603050405020304" pitchFamily="18" charset="0"/>
            </a:endParaRPr>
          </a:p>
        </p:txBody>
      </p:sp>
      <p:sp>
        <p:nvSpPr>
          <p:cNvPr id="76" name="TextBox 2">
            <a:extLst>
              <a:ext uri="{FF2B5EF4-FFF2-40B4-BE49-F238E27FC236}">
                <a16:creationId xmlns:a16="http://schemas.microsoft.com/office/drawing/2014/main" id="{4CF303FC-7EF7-4360-A8F6-EBBD47AA2E66}"/>
              </a:ext>
            </a:extLst>
          </p:cNvPr>
          <p:cNvSpPr txBox="1"/>
          <p:nvPr/>
        </p:nvSpPr>
        <p:spPr>
          <a:xfrm>
            <a:off x="1920196" y="1499878"/>
            <a:ext cx="8351607" cy="830997"/>
          </a:xfrm>
          <a:prstGeom prst="rect">
            <a:avLst/>
          </a:prstGeom>
          <a:noFill/>
        </p:spPr>
        <p:txBody>
          <a:bodyPr wrap="square">
            <a:spAutoFit/>
          </a:bodyPr>
          <a:lstStyle/>
          <a:p>
            <a:pPr algn="ctr"/>
            <a:r>
              <a:rPr lang="fr-FR" sz="2400" b="1" dirty="0">
                <a:solidFill>
                  <a:schemeClr val="accent1">
                    <a:lumMod val="50000"/>
                  </a:schemeClr>
                </a:solidFill>
                <a:latin typeface="Times New Roman" panose="02020603050405020304" pitchFamily="18" charset="0"/>
                <a:cs typeface="Times New Roman" panose="02020603050405020304" pitchFamily="18" charset="0"/>
              </a:rPr>
              <a:t>Solution d'automatisation des tests pour les applications web et mobile de </a:t>
            </a:r>
            <a:r>
              <a:rPr lang="fr-FR" sz="2400" b="1" dirty="0" err="1">
                <a:solidFill>
                  <a:schemeClr val="accent1">
                    <a:lumMod val="50000"/>
                  </a:schemeClr>
                </a:solidFill>
                <a:latin typeface="Times New Roman" panose="02020603050405020304" pitchFamily="18" charset="0"/>
                <a:cs typeface="Times New Roman" panose="02020603050405020304" pitchFamily="18" charset="0"/>
              </a:rPr>
              <a:t>BirdNotes</a:t>
            </a:r>
            <a:r>
              <a:rPr lang="fr-FR" sz="2400" b="1" dirty="0">
                <a:solidFill>
                  <a:schemeClr val="accent1">
                    <a:lumMod val="50000"/>
                  </a:schemeClr>
                </a:solidFill>
                <a:latin typeface="Times New Roman" panose="02020603050405020304" pitchFamily="18" charset="0"/>
                <a:cs typeface="Times New Roman" panose="02020603050405020304" pitchFamily="18" charset="0"/>
              </a:rPr>
              <a:t> Pharma CRM</a:t>
            </a:r>
            <a:endParaRPr lang="en-US" sz="2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9" name="ZoneTexte 78">
            <a:extLst>
              <a:ext uri="{FF2B5EF4-FFF2-40B4-BE49-F238E27FC236}">
                <a16:creationId xmlns:a16="http://schemas.microsoft.com/office/drawing/2014/main" id="{918E1728-246C-4DBD-8514-4ABB40DD6073}"/>
              </a:ext>
            </a:extLst>
          </p:cNvPr>
          <p:cNvSpPr txBox="1"/>
          <p:nvPr/>
        </p:nvSpPr>
        <p:spPr>
          <a:xfrm>
            <a:off x="354472" y="2407076"/>
            <a:ext cx="3078176" cy="1200329"/>
          </a:xfrm>
          <a:prstGeom prst="rect">
            <a:avLst/>
          </a:prstGeom>
          <a:noFill/>
        </p:spPr>
        <p:txBody>
          <a:bodyPr wrap="square">
            <a:spAutoFit/>
          </a:bodyPr>
          <a:lstStyle/>
          <a:p>
            <a:pPr algn="ctr"/>
            <a:r>
              <a:rPr lang="fr-FR" sz="2400" b="1" dirty="0"/>
              <a:t>Couvre les scénarios de test fonctionnels (CRUD) </a:t>
            </a:r>
            <a:endParaRPr lang="fr-FR" sz="2400" b="1" dirty="0">
              <a:latin typeface="Times New Roman" panose="02020603050405020304" pitchFamily="18" charset="0"/>
              <a:cs typeface="Times New Roman" panose="02020603050405020304" pitchFamily="18" charset="0"/>
            </a:endParaRPr>
          </a:p>
        </p:txBody>
      </p:sp>
      <p:sp>
        <p:nvSpPr>
          <p:cNvPr id="80" name="ZoneTexte 79">
            <a:extLst>
              <a:ext uri="{FF2B5EF4-FFF2-40B4-BE49-F238E27FC236}">
                <a16:creationId xmlns:a16="http://schemas.microsoft.com/office/drawing/2014/main" id="{C8CDCD93-7DFD-4BFF-BF5C-D59A4E608AA3}"/>
              </a:ext>
            </a:extLst>
          </p:cNvPr>
          <p:cNvSpPr txBox="1"/>
          <p:nvPr/>
        </p:nvSpPr>
        <p:spPr>
          <a:xfrm>
            <a:off x="354472" y="5264548"/>
            <a:ext cx="3645838" cy="1200329"/>
          </a:xfrm>
          <a:prstGeom prst="rect">
            <a:avLst/>
          </a:prstGeom>
          <a:noFill/>
        </p:spPr>
        <p:txBody>
          <a:bodyPr wrap="square">
            <a:spAutoFit/>
          </a:bodyPr>
          <a:lstStyle/>
          <a:p>
            <a:pPr algn="ctr"/>
            <a:r>
              <a:rPr lang="fr-FR" sz="2400" b="1" dirty="0"/>
              <a:t>Couvre les scénarios de la synchronisation des données</a:t>
            </a:r>
            <a:endParaRPr lang="fr-FR" sz="2400" b="1" dirty="0">
              <a:latin typeface="Times New Roman" panose="02020603050405020304" pitchFamily="18" charset="0"/>
              <a:cs typeface="Times New Roman" panose="02020603050405020304" pitchFamily="18" charset="0"/>
            </a:endParaRPr>
          </a:p>
        </p:txBody>
      </p:sp>
      <p:sp>
        <p:nvSpPr>
          <p:cNvPr id="81" name="ZoneTexte 80">
            <a:extLst>
              <a:ext uri="{FF2B5EF4-FFF2-40B4-BE49-F238E27FC236}">
                <a16:creationId xmlns:a16="http://schemas.microsoft.com/office/drawing/2014/main" id="{31AB1D6F-82A6-4E92-9045-AF6DC9445D71}"/>
              </a:ext>
            </a:extLst>
          </p:cNvPr>
          <p:cNvSpPr txBox="1"/>
          <p:nvPr/>
        </p:nvSpPr>
        <p:spPr>
          <a:xfrm>
            <a:off x="8097355" y="2407075"/>
            <a:ext cx="3779542" cy="1200329"/>
          </a:xfrm>
          <a:prstGeom prst="rect">
            <a:avLst/>
          </a:prstGeom>
          <a:noFill/>
        </p:spPr>
        <p:txBody>
          <a:bodyPr wrap="square">
            <a:spAutoFit/>
          </a:bodyPr>
          <a:lstStyle/>
          <a:p>
            <a:pPr algn="ctr"/>
            <a:r>
              <a:rPr lang="fr-FR" sz="2400" b="1" dirty="0"/>
              <a:t>Intègre des tests non fonctionnels : performance et sécurité</a:t>
            </a:r>
            <a:endParaRPr lang="fr-FR" sz="2400" b="1" dirty="0">
              <a:latin typeface="Times New Roman" panose="02020603050405020304" pitchFamily="18" charset="0"/>
              <a:cs typeface="Times New Roman" panose="02020603050405020304" pitchFamily="18" charset="0"/>
            </a:endParaRPr>
          </a:p>
        </p:txBody>
      </p:sp>
      <p:sp>
        <p:nvSpPr>
          <p:cNvPr id="82" name="ZoneTexte 81">
            <a:extLst>
              <a:ext uri="{FF2B5EF4-FFF2-40B4-BE49-F238E27FC236}">
                <a16:creationId xmlns:a16="http://schemas.microsoft.com/office/drawing/2014/main" id="{410AAED4-7C9A-4D2C-96C7-0624D7EAE556}"/>
              </a:ext>
            </a:extLst>
          </p:cNvPr>
          <p:cNvSpPr txBox="1"/>
          <p:nvPr/>
        </p:nvSpPr>
        <p:spPr>
          <a:xfrm>
            <a:off x="8097356" y="5446684"/>
            <a:ext cx="3527138" cy="830997"/>
          </a:xfrm>
          <a:prstGeom prst="rect">
            <a:avLst/>
          </a:prstGeom>
          <a:noFill/>
        </p:spPr>
        <p:txBody>
          <a:bodyPr wrap="square">
            <a:spAutoFit/>
          </a:bodyPr>
          <a:lstStyle/>
          <a:p>
            <a:pPr algn="ctr"/>
            <a:r>
              <a:rPr lang="fr-FR" sz="2400" b="1" dirty="0"/>
              <a:t>Orchestration centralisée via </a:t>
            </a:r>
            <a:r>
              <a:rPr lang="fr-FR" sz="2400" b="1" dirty="0" err="1"/>
              <a:t>Katalon</a:t>
            </a:r>
            <a:r>
              <a:rPr lang="fr-FR" sz="2400" b="1" dirty="0"/>
              <a:t> </a:t>
            </a:r>
            <a:r>
              <a:rPr lang="fr-FR" sz="2400" b="1" dirty="0" err="1"/>
              <a:t>TestOps</a:t>
            </a:r>
            <a:r>
              <a:rPr lang="fr-FR" sz="2400" b="1" dirty="0"/>
              <a:t> </a:t>
            </a:r>
            <a:endParaRPr lang="fr-FR" sz="2400" b="1" dirty="0">
              <a:latin typeface="Times New Roman" panose="02020603050405020304" pitchFamily="18" charset="0"/>
              <a:cs typeface="Times New Roman" panose="02020603050405020304" pitchFamily="18" charset="0"/>
            </a:endParaRPr>
          </a:p>
        </p:txBody>
      </p:sp>
      <p:sp>
        <p:nvSpPr>
          <p:cNvPr id="22" name="TextBox 27">
            <a:extLst>
              <a:ext uri="{FF2B5EF4-FFF2-40B4-BE49-F238E27FC236}">
                <a16:creationId xmlns:a16="http://schemas.microsoft.com/office/drawing/2014/main" id="{6A2BA7FE-57C0-4202-A709-D3CFB1783F94}"/>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4162695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250" fill="hold"/>
                                        <p:tgtEl>
                                          <p:spTgt spid="49"/>
                                        </p:tgtEl>
                                        <p:attrNameLst>
                                          <p:attrName>ppt_x</p:attrName>
                                        </p:attrNameLst>
                                      </p:cBhvr>
                                      <p:tavLst>
                                        <p:tav tm="0">
                                          <p:val>
                                            <p:strVal val="#ppt_x"/>
                                          </p:val>
                                        </p:tav>
                                        <p:tav tm="100000">
                                          <p:val>
                                            <p:strVal val="#ppt_x"/>
                                          </p:val>
                                        </p:tav>
                                      </p:tavLst>
                                    </p:anim>
                                    <p:anim calcmode="lin" valueType="num">
                                      <p:cBhvr additive="base">
                                        <p:cTn id="8" dur="250" fill="hold"/>
                                        <p:tgtEl>
                                          <p:spTgt spid="49"/>
                                        </p:tgtEl>
                                        <p:attrNameLst>
                                          <p:attrName>ppt_y</p:attrName>
                                        </p:attrNameLst>
                                      </p:cBhvr>
                                      <p:tavLst>
                                        <p:tav tm="0">
                                          <p:val>
                                            <p:strVal val="0-#ppt_h/2"/>
                                          </p:val>
                                        </p:tav>
                                        <p:tav tm="100000">
                                          <p:val>
                                            <p:strVal val="#ppt_y"/>
                                          </p:val>
                                        </p:tav>
                                      </p:tavLst>
                                    </p:anim>
                                  </p:childTnLst>
                                </p:cTn>
                              </p:par>
                            </p:childTnLst>
                          </p:cTn>
                        </p:par>
                        <p:par>
                          <p:cTn id="9" fill="hold">
                            <p:stCondLst>
                              <p:cond delay="250"/>
                            </p:stCondLst>
                            <p:childTnLst>
                              <p:par>
                                <p:cTn id="10" presetID="2" presetClass="entr" presetSubtype="1" fill="hold" grpId="0" nodeType="after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250" fill="hold"/>
                                        <p:tgtEl>
                                          <p:spTgt spid="54"/>
                                        </p:tgtEl>
                                        <p:attrNameLst>
                                          <p:attrName>ppt_x</p:attrName>
                                        </p:attrNameLst>
                                      </p:cBhvr>
                                      <p:tavLst>
                                        <p:tav tm="0">
                                          <p:val>
                                            <p:strVal val="#ppt_x"/>
                                          </p:val>
                                        </p:tav>
                                        <p:tav tm="100000">
                                          <p:val>
                                            <p:strVal val="#ppt_x"/>
                                          </p:val>
                                        </p:tav>
                                      </p:tavLst>
                                    </p:anim>
                                    <p:anim calcmode="lin" valueType="num">
                                      <p:cBhvr additive="base">
                                        <p:cTn id="13" dur="250" fill="hold"/>
                                        <p:tgtEl>
                                          <p:spTgt spid="54"/>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1" fill="hold" grpId="0" nodeType="afterEffect">
                                  <p:stCondLst>
                                    <p:cond delay="0"/>
                                  </p:stCondLst>
                                  <p:childTnLst>
                                    <p:set>
                                      <p:cBhvr>
                                        <p:cTn id="16" dur="1" fill="hold">
                                          <p:stCondLst>
                                            <p:cond delay="0"/>
                                          </p:stCondLst>
                                        </p:cTn>
                                        <p:tgtEl>
                                          <p:spTgt spid="53"/>
                                        </p:tgtEl>
                                        <p:attrNameLst>
                                          <p:attrName>style.visibility</p:attrName>
                                        </p:attrNameLst>
                                      </p:cBhvr>
                                      <p:to>
                                        <p:strVal val="visible"/>
                                      </p:to>
                                    </p:set>
                                    <p:anim calcmode="lin" valueType="num">
                                      <p:cBhvr additive="base">
                                        <p:cTn id="17" dur="250" fill="hold"/>
                                        <p:tgtEl>
                                          <p:spTgt spid="53"/>
                                        </p:tgtEl>
                                        <p:attrNameLst>
                                          <p:attrName>ppt_x</p:attrName>
                                        </p:attrNameLst>
                                      </p:cBhvr>
                                      <p:tavLst>
                                        <p:tav tm="0">
                                          <p:val>
                                            <p:strVal val="#ppt_x"/>
                                          </p:val>
                                        </p:tav>
                                        <p:tav tm="100000">
                                          <p:val>
                                            <p:strVal val="#ppt_x"/>
                                          </p:val>
                                        </p:tav>
                                      </p:tavLst>
                                    </p:anim>
                                    <p:anim calcmode="lin" valueType="num">
                                      <p:cBhvr additive="base">
                                        <p:cTn id="18" dur="250" fill="hold"/>
                                        <p:tgtEl>
                                          <p:spTgt spid="53"/>
                                        </p:tgtEl>
                                        <p:attrNameLst>
                                          <p:attrName>ppt_y</p:attrName>
                                        </p:attrNameLst>
                                      </p:cBhvr>
                                      <p:tavLst>
                                        <p:tav tm="0">
                                          <p:val>
                                            <p:strVal val="0-#ppt_h/2"/>
                                          </p:val>
                                        </p:tav>
                                        <p:tav tm="100000">
                                          <p:val>
                                            <p:strVal val="#ppt_y"/>
                                          </p:val>
                                        </p:tav>
                                      </p:tavLst>
                                    </p:anim>
                                  </p:childTnLst>
                                </p:cTn>
                              </p:par>
                            </p:childTnLst>
                          </p:cTn>
                        </p:par>
                        <p:par>
                          <p:cTn id="19" fill="hold">
                            <p:stCondLst>
                              <p:cond delay="750"/>
                            </p:stCondLst>
                            <p:childTnLst>
                              <p:par>
                                <p:cTn id="20" presetID="2" presetClass="entr" presetSubtype="1" fill="hold" grpId="0" nodeType="afterEffect">
                                  <p:stCondLst>
                                    <p:cond delay="0"/>
                                  </p:stCondLst>
                                  <p:childTnLst>
                                    <p:set>
                                      <p:cBhvr>
                                        <p:cTn id="21" dur="1" fill="hold">
                                          <p:stCondLst>
                                            <p:cond delay="0"/>
                                          </p:stCondLst>
                                        </p:cTn>
                                        <p:tgtEl>
                                          <p:spTgt spid="56"/>
                                        </p:tgtEl>
                                        <p:attrNameLst>
                                          <p:attrName>style.visibility</p:attrName>
                                        </p:attrNameLst>
                                      </p:cBhvr>
                                      <p:to>
                                        <p:strVal val="visible"/>
                                      </p:to>
                                    </p:set>
                                    <p:anim calcmode="lin" valueType="num">
                                      <p:cBhvr additive="base">
                                        <p:cTn id="22" dur="250" fill="hold"/>
                                        <p:tgtEl>
                                          <p:spTgt spid="56"/>
                                        </p:tgtEl>
                                        <p:attrNameLst>
                                          <p:attrName>ppt_x</p:attrName>
                                        </p:attrNameLst>
                                      </p:cBhvr>
                                      <p:tavLst>
                                        <p:tav tm="0">
                                          <p:val>
                                            <p:strVal val="#ppt_x"/>
                                          </p:val>
                                        </p:tav>
                                        <p:tav tm="100000">
                                          <p:val>
                                            <p:strVal val="#ppt_x"/>
                                          </p:val>
                                        </p:tav>
                                      </p:tavLst>
                                    </p:anim>
                                    <p:anim calcmode="lin" valueType="num">
                                      <p:cBhvr additive="base">
                                        <p:cTn id="23" dur="250" fill="hold"/>
                                        <p:tgtEl>
                                          <p:spTgt spid="56"/>
                                        </p:tgtEl>
                                        <p:attrNameLst>
                                          <p:attrName>ppt_y</p:attrName>
                                        </p:attrNameLst>
                                      </p:cBhvr>
                                      <p:tavLst>
                                        <p:tav tm="0">
                                          <p:val>
                                            <p:strVal val="0-#ppt_h/2"/>
                                          </p:val>
                                        </p:tav>
                                        <p:tav tm="100000">
                                          <p:val>
                                            <p:strVal val="#ppt_y"/>
                                          </p:val>
                                        </p:tav>
                                      </p:tavLst>
                                    </p:anim>
                                  </p:childTnLst>
                                </p:cTn>
                              </p:par>
                            </p:childTnLst>
                          </p:cTn>
                        </p:par>
                        <p:par>
                          <p:cTn id="24" fill="hold">
                            <p:stCondLst>
                              <p:cond delay="1000"/>
                            </p:stCondLst>
                            <p:childTnLst>
                              <p:par>
                                <p:cTn id="25" presetID="2" presetClass="entr" presetSubtype="1" fill="hold" grpId="0" nodeType="after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additive="base">
                                        <p:cTn id="27" dur="250" fill="hold"/>
                                        <p:tgtEl>
                                          <p:spTgt spid="55"/>
                                        </p:tgtEl>
                                        <p:attrNameLst>
                                          <p:attrName>ppt_x</p:attrName>
                                        </p:attrNameLst>
                                      </p:cBhvr>
                                      <p:tavLst>
                                        <p:tav tm="0">
                                          <p:val>
                                            <p:strVal val="#ppt_x"/>
                                          </p:val>
                                        </p:tav>
                                        <p:tav tm="100000">
                                          <p:val>
                                            <p:strVal val="#ppt_x"/>
                                          </p:val>
                                        </p:tav>
                                      </p:tavLst>
                                    </p:anim>
                                    <p:anim calcmode="lin" valueType="num">
                                      <p:cBhvr additive="base">
                                        <p:cTn id="28" dur="250" fill="hold"/>
                                        <p:tgtEl>
                                          <p:spTgt spid="55"/>
                                        </p:tgtEl>
                                        <p:attrNameLst>
                                          <p:attrName>ppt_y</p:attrName>
                                        </p:attrNameLst>
                                      </p:cBhvr>
                                      <p:tavLst>
                                        <p:tav tm="0">
                                          <p:val>
                                            <p:strVal val="0-#ppt_h/2"/>
                                          </p:val>
                                        </p:tav>
                                        <p:tav tm="100000">
                                          <p:val>
                                            <p:strVal val="#ppt_y"/>
                                          </p:val>
                                        </p:tav>
                                      </p:tavLst>
                                    </p:anim>
                                  </p:childTnLst>
                                </p:cTn>
                              </p:par>
                            </p:childTnLst>
                          </p:cTn>
                        </p:par>
                        <p:par>
                          <p:cTn id="29" fill="hold">
                            <p:stCondLst>
                              <p:cond delay="1250"/>
                            </p:stCondLst>
                            <p:childTnLst>
                              <p:par>
                                <p:cTn id="30" presetID="6" presetClass="entr" presetSubtype="32" fill="hold" nodeType="after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circle(out)">
                                      <p:cBhvr>
                                        <p:cTn id="32" dur="75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wipe(right)">
                                      <p:cBhvr>
                                        <p:cTn id="37" dur="500"/>
                                        <p:tgtEl>
                                          <p:spTgt spid="7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80"/>
                                        </p:tgtEl>
                                        <p:attrNameLst>
                                          <p:attrName>style.visibility</p:attrName>
                                        </p:attrNameLst>
                                      </p:cBhvr>
                                      <p:to>
                                        <p:strVal val="visible"/>
                                      </p:to>
                                    </p:set>
                                    <p:animEffect transition="in" filter="wipe(right)">
                                      <p:cBhvr>
                                        <p:cTn id="42" dur="500"/>
                                        <p:tgtEl>
                                          <p:spTgt spid="8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wipe(left)">
                                      <p:cBhvr>
                                        <p:cTn id="47" dur="500"/>
                                        <p:tgtEl>
                                          <p:spTgt spid="8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2"/>
                                        </p:tgtEl>
                                        <p:attrNameLst>
                                          <p:attrName>style.visibility</p:attrName>
                                        </p:attrNameLst>
                                      </p:cBhvr>
                                      <p:to>
                                        <p:strVal val="visible"/>
                                      </p:to>
                                    </p:set>
                                    <p:animEffect transition="in" filter="wipe(left)">
                                      <p:cBhvr>
                                        <p:cTn id="5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5" grpId="0" animBg="1"/>
      <p:bldP spid="56" grpId="0" animBg="1"/>
      <p:bldP spid="79" grpId="0"/>
      <p:bldP spid="80" grpId="0"/>
      <p:bldP spid="81" grpId="0"/>
      <p:bldP spid="8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25FE91-2479-E11D-A65A-11BF5E4BE00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9B1EB95-43C1-419B-1160-8D2C8A5B6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4" name="Group 51">
            <a:extLst>
              <a:ext uri="{FF2B5EF4-FFF2-40B4-BE49-F238E27FC236}">
                <a16:creationId xmlns:a16="http://schemas.microsoft.com/office/drawing/2014/main" id="{E48E4980-0763-4314-8716-05C2A24AFF43}"/>
              </a:ext>
            </a:extLst>
          </p:cNvPr>
          <p:cNvGrpSpPr/>
          <p:nvPr/>
        </p:nvGrpSpPr>
        <p:grpSpPr>
          <a:xfrm>
            <a:off x="3140057" y="1203768"/>
            <a:ext cx="5575680" cy="5076512"/>
            <a:chOff x="3159097" y="714376"/>
            <a:chExt cx="5631455" cy="5429249"/>
          </a:xfrm>
          <a:solidFill>
            <a:schemeClr val="accent1">
              <a:lumMod val="75000"/>
            </a:schemeClr>
          </a:solidFill>
        </p:grpSpPr>
        <p:grpSp>
          <p:nvGrpSpPr>
            <p:cNvPr id="45" name="Group 44">
              <a:extLst>
                <a:ext uri="{FF2B5EF4-FFF2-40B4-BE49-F238E27FC236}">
                  <a16:creationId xmlns:a16="http://schemas.microsoft.com/office/drawing/2014/main" id="{A4FFB382-9AEA-4EC8-95A5-89C31392374B}"/>
                </a:ext>
              </a:extLst>
            </p:cNvPr>
            <p:cNvGrpSpPr/>
            <p:nvPr/>
          </p:nvGrpSpPr>
          <p:grpSpPr>
            <a:xfrm>
              <a:off x="3664599" y="1287118"/>
              <a:ext cx="4609715" cy="4358373"/>
              <a:chOff x="3664599" y="1287118"/>
              <a:chExt cx="4609715" cy="4358373"/>
            </a:xfrm>
            <a:grpFill/>
          </p:grpSpPr>
          <p:sp>
            <p:nvSpPr>
              <p:cNvPr id="61" name="Freeform 4">
                <a:extLst>
                  <a:ext uri="{FF2B5EF4-FFF2-40B4-BE49-F238E27FC236}">
                    <a16:creationId xmlns:a16="http://schemas.microsoft.com/office/drawing/2014/main" id="{F1221107-6864-4247-A9FB-2317C42C48D1}"/>
                  </a:ext>
                </a:extLst>
              </p:cNvPr>
              <p:cNvSpPr/>
              <p:nvPr/>
            </p:nvSpPr>
            <p:spPr>
              <a:xfrm>
                <a:off x="5243462" y="2917064"/>
                <a:ext cx="3030852" cy="2183301"/>
              </a:xfrm>
              <a:custGeom>
                <a:avLst/>
                <a:gdLst>
                  <a:gd name="connsiteX0" fmla="*/ 968209 w 3160969"/>
                  <a:gd name="connsiteY0" fmla="*/ 2277033 h 2277033"/>
                  <a:gd name="connsiteX1" fmla="*/ 8775 w 3160969"/>
                  <a:gd name="connsiteY1" fmla="*/ 1919731 h 2277033"/>
                  <a:gd name="connsiteX2" fmla="*/ 5346 w 3160969"/>
                  <a:gd name="connsiteY2" fmla="*/ 1886127 h 2277033"/>
                  <a:gd name="connsiteX3" fmla="*/ 38950 w 3160969"/>
                  <a:gd name="connsiteY3" fmla="*/ 1883384 h 2277033"/>
                  <a:gd name="connsiteX4" fmla="*/ 1425637 w 3160969"/>
                  <a:gd name="connsiteY4" fmla="*/ 2154961 h 2277033"/>
                  <a:gd name="connsiteX5" fmla="*/ 2322664 w 3160969"/>
                  <a:gd name="connsiteY5" fmla="*/ 1410868 h 2277033"/>
                  <a:gd name="connsiteX6" fmla="*/ 2439936 w 3160969"/>
                  <a:gd name="connsiteY6" fmla="*/ 276554 h 2277033"/>
                  <a:gd name="connsiteX7" fmla="*/ 2454338 w 3160969"/>
                  <a:gd name="connsiteY7" fmla="*/ 247065 h 2277033"/>
                  <a:gd name="connsiteX8" fmla="*/ 3129165 w 3160969"/>
                  <a:gd name="connsiteY8" fmla="*/ 1549 h 2277033"/>
                  <a:gd name="connsiteX9" fmla="*/ 3159340 w 3160969"/>
                  <a:gd name="connsiteY9" fmla="*/ 15265 h 2277033"/>
                  <a:gd name="connsiteX10" fmla="*/ 3145624 w 3160969"/>
                  <a:gd name="connsiteY10" fmla="*/ 46126 h 2277033"/>
                  <a:gd name="connsiteX11" fmla="*/ 2492057 w 3160969"/>
                  <a:gd name="connsiteY11" fmla="*/ 284098 h 2277033"/>
                  <a:gd name="connsiteX12" fmla="*/ 2363812 w 3160969"/>
                  <a:gd name="connsiteY12" fmla="*/ 1433499 h 2277033"/>
                  <a:gd name="connsiteX13" fmla="*/ 1440725 w 3160969"/>
                  <a:gd name="connsiteY13" fmla="*/ 2200223 h 2277033"/>
                  <a:gd name="connsiteX14" fmla="*/ 968209 w 3160969"/>
                  <a:gd name="connsiteY14" fmla="*/ 2277033 h 227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60969" h="2277033">
                    <a:moveTo>
                      <a:pt x="968209" y="2277033"/>
                    </a:moveTo>
                    <a:cubicBezTo>
                      <a:pt x="624623" y="2277033"/>
                      <a:pt x="290638" y="2154961"/>
                      <a:pt x="8775" y="1919731"/>
                    </a:cubicBezTo>
                    <a:cubicBezTo>
                      <a:pt x="-1512" y="1911502"/>
                      <a:pt x="-2884" y="1896414"/>
                      <a:pt x="5346" y="1886127"/>
                    </a:cubicBezTo>
                    <a:cubicBezTo>
                      <a:pt x="14261" y="1875840"/>
                      <a:pt x="28663" y="1875154"/>
                      <a:pt x="38950" y="1883384"/>
                    </a:cubicBezTo>
                    <a:cubicBezTo>
                      <a:pt x="436714" y="2215997"/>
                      <a:pt x="942148" y="2314752"/>
                      <a:pt x="1425637" y="2154961"/>
                    </a:cubicBezTo>
                    <a:cubicBezTo>
                      <a:pt x="1802827" y="2030145"/>
                      <a:pt x="2129954" y="1759254"/>
                      <a:pt x="2322664" y="1410868"/>
                    </a:cubicBezTo>
                    <a:cubicBezTo>
                      <a:pt x="2521546" y="1051508"/>
                      <a:pt x="2563380" y="648944"/>
                      <a:pt x="2439936" y="276554"/>
                    </a:cubicBezTo>
                    <a:cubicBezTo>
                      <a:pt x="2435821" y="264896"/>
                      <a:pt x="2442679" y="251180"/>
                      <a:pt x="2454338" y="247065"/>
                    </a:cubicBezTo>
                    <a:lnTo>
                      <a:pt x="3129165" y="1549"/>
                    </a:lnTo>
                    <a:cubicBezTo>
                      <a:pt x="3141509" y="-3252"/>
                      <a:pt x="3155225" y="3606"/>
                      <a:pt x="3159340" y="15265"/>
                    </a:cubicBezTo>
                    <a:cubicBezTo>
                      <a:pt x="3164141" y="27609"/>
                      <a:pt x="3157969" y="41325"/>
                      <a:pt x="3145624" y="46126"/>
                    </a:cubicBezTo>
                    <a:lnTo>
                      <a:pt x="2492057" y="284098"/>
                    </a:lnTo>
                    <a:cubicBezTo>
                      <a:pt x="2610700" y="662660"/>
                      <a:pt x="2565437" y="1070025"/>
                      <a:pt x="2363812" y="1433499"/>
                    </a:cubicBezTo>
                    <a:cubicBezTo>
                      <a:pt x="2165616" y="1792172"/>
                      <a:pt x="1828888" y="2071979"/>
                      <a:pt x="1440725" y="2200223"/>
                    </a:cubicBezTo>
                    <a:cubicBezTo>
                      <a:pt x="1284363" y="2251658"/>
                      <a:pt x="1125257" y="2277033"/>
                      <a:pt x="968209" y="2277033"/>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62" name="Freeform 6">
                <a:extLst>
                  <a:ext uri="{FF2B5EF4-FFF2-40B4-BE49-F238E27FC236}">
                    <a16:creationId xmlns:a16="http://schemas.microsoft.com/office/drawing/2014/main" id="{1994AB39-6C9D-44E1-BEBD-2A11ABC44BF2}"/>
                  </a:ext>
                </a:extLst>
              </p:cNvPr>
              <p:cNvSpPr/>
              <p:nvPr/>
            </p:nvSpPr>
            <p:spPr>
              <a:xfrm>
                <a:off x="5948242" y="1287118"/>
                <a:ext cx="1493341" cy="3410156"/>
              </a:xfrm>
              <a:custGeom>
                <a:avLst/>
                <a:gdLst>
                  <a:gd name="connsiteX0" fmla="*/ 818845 w 1557451"/>
                  <a:gd name="connsiteY0" fmla="*/ 3556559 h 3556558"/>
                  <a:gd name="connsiteX1" fmla="*/ 798271 w 1557451"/>
                  <a:gd name="connsiteY1" fmla="*/ 3545586 h 3556558"/>
                  <a:gd name="connsiteX2" fmla="*/ 805815 w 1557451"/>
                  <a:gd name="connsiteY2" fmla="*/ 3512668 h 3556558"/>
                  <a:gd name="connsiteX3" fmla="*/ 1510132 w 1557451"/>
                  <a:gd name="connsiteY3" fmla="*/ 2318004 h 3556558"/>
                  <a:gd name="connsiteX4" fmla="*/ 1073963 w 1557451"/>
                  <a:gd name="connsiteY4" fmla="*/ 1213866 h 3556558"/>
                  <a:gd name="connsiteX5" fmla="*/ 23317 w 1557451"/>
                  <a:gd name="connsiteY5" fmla="*/ 727634 h 3556558"/>
                  <a:gd name="connsiteX6" fmla="*/ 0 w 1557451"/>
                  <a:gd name="connsiteY6" fmla="*/ 703631 h 3556558"/>
                  <a:gd name="connsiteX7" fmla="*/ 0 w 1557451"/>
                  <a:gd name="connsiteY7" fmla="*/ 24003 h 3556558"/>
                  <a:gd name="connsiteX8" fmla="*/ 23317 w 1557451"/>
                  <a:gd name="connsiteY8" fmla="*/ 0 h 3556558"/>
                  <a:gd name="connsiteX9" fmla="*/ 47320 w 1557451"/>
                  <a:gd name="connsiteY9" fmla="*/ 24003 h 3556558"/>
                  <a:gd name="connsiteX10" fmla="*/ 47320 w 1557451"/>
                  <a:gd name="connsiteY10" fmla="*/ 680314 h 3556558"/>
                  <a:gd name="connsiteX11" fmla="*/ 1108939 w 1557451"/>
                  <a:gd name="connsiteY11" fmla="*/ 1181633 h 3556558"/>
                  <a:gd name="connsiteX12" fmla="*/ 1557452 w 1557451"/>
                  <a:gd name="connsiteY12" fmla="*/ 2318004 h 3556558"/>
                  <a:gd name="connsiteX13" fmla="*/ 831190 w 1557451"/>
                  <a:gd name="connsiteY13" fmla="*/ 3553130 h 3556558"/>
                  <a:gd name="connsiteX14" fmla="*/ 818845 w 1557451"/>
                  <a:gd name="connsiteY14" fmla="*/ 3556559 h 3556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57451" h="3556558">
                    <a:moveTo>
                      <a:pt x="818845" y="3556559"/>
                    </a:moveTo>
                    <a:cubicBezTo>
                      <a:pt x="810616" y="3556559"/>
                      <a:pt x="803072" y="3553130"/>
                      <a:pt x="798271" y="3545586"/>
                    </a:cubicBezTo>
                    <a:cubicBezTo>
                      <a:pt x="791413" y="3534613"/>
                      <a:pt x="794842" y="3520211"/>
                      <a:pt x="805815" y="3512668"/>
                    </a:cubicBezTo>
                    <a:cubicBezTo>
                      <a:pt x="1266673" y="3227375"/>
                      <a:pt x="1510132" y="2813837"/>
                      <a:pt x="1510132" y="2318004"/>
                    </a:cubicBezTo>
                    <a:cubicBezTo>
                      <a:pt x="1510132" y="1919554"/>
                      <a:pt x="1351026" y="1517675"/>
                      <a:pt x="1073963" y="1213866"/>
                    </a:cubicBezTo>
                    <a:cubicBezTo>
                      <a:pt x="787299" y="900455"/>
                      <a:pt x="414223" y="727634"/>
                      <a:pt x="23317" y="727634"/>
                    </a:cubicBezTo>
                    <a:cubicBezTo>
                      <a:pt x="10287" y="727634"/>
                      <a:pt x="0" y="716661"/>
                      <a:pt x="0" y="703631"/>
                    </a:cubicBezTo>
                    <a:lnTo>
                      <a:pt x="0" y="24003"/>
                    </a:lnTo>
                    <a:cubicBezTo>
                      <a:pt x="0" y="10973"/>
                      <a:pt x="10287" y="0"/>
                      <a:pt x="23317" y="0"/>
                    </a:cubicBezTo>
                    <a:cubicBezTo>
                      <a:pt x="36347" y="0"/>
                      <a:pt x="47320" y="10973"/>
                      <a:pt x="47320" y="24003"/>
                    </a:cubicBezTo>
                    <a:lnTo>
                      <a:pt x="47320" y="680314"/>
                    </a:lnTo>
                    <a:cubicBezTo>
                      <a:pt x="443027" y="687172"/>
                      <a:pt x="818845" y="864794"/>
                      <a:pt x="1108939" y="1181633"/>
                    </a:cubicBezTo>
                    <a:cubicBezTo>
                      <a:pt x="1394232" y="1494358"/>
                      <a:pt x="1557452" y="1907896"/>
                      <a:pt x="1557452" y="2318004"/>
                    </a:cubicBezTo>
                    <a:cubicBezTo>
                      <a:pt x="1557452" y="2830982"/>
                      <a:pt x="1306449" y="3258236"/>
                      <a:pt x="831190" y="3553130"/>
                    </a:cubicBezTo>
                    <a:cubicBezTo>
                      <a:pt x="827075" y="3555873"/>
                      <a:pt x="822960" y="3556559"/>
                      <a:pt x="818845" y="3556559"/>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64" name="Freeform 8">
                <a:extLst>
                  <a:ext uri="{FF2B5EF4-FFF2-40B4-BE49-F238E27FC236}">
                    <a16:creationId xmlns:a16="http://schemas.microsoft.com/office/drawing/2014/main" id="{E218A969-9755-4320-814C-6E686F5258EE}"/>
                  </a:ext>
                </a:extLst>
              </p:cNvPr>
              <p:cNvSpPr/>
              <p:nvPr/>
            </p:nvSpPr>
            <p:spPr>
              <a:xfrm>
                <a:off x="3664599" y="2148059"/>
                <a:ext cx="3511207" cy="1147935"/>
              </a:xfrm>
              <a:custGeom>
                <a:avLst/>
                <a:gdLst>
                  <a:gd name="connsiteX0" fmla="*/ 3638067 w 3661946"/>
                  <a:gd name="connsiteY0" fmla="*/ 1197217 h 1197217"/>
                  <a:gd name="connsiteX1" fmla="*/ 3615436 w 3661946"/>
                  <a:gd name="connsiteY1" fmla="*/ 1178701 h 1197217"/>
                  <a:gd name="connsiteX2" fmla="*/ 2664231 w 3661946"/>
                  <a:gd name="connsiteY2" fmla="*/ 119825 h 1197217"/>
                  <a:gd name="connsiteX3" fmla="*/ 1494942 w 3661946"/>
                  <a:gd name="connsiteY3" fmla="*/ 209665 h 1197217"/>
                  <a:gd name="connsiteX4" fmla="*/ 722045 w 3661946"/>
                  <a:gd name="connsiteY4" fmla="*/ 1075831 h 1197217"/>
                  <a:gd name="connsiteX5" fmla="*/ 710387 w 3661946"/>
                  <a:gd name="connsiteY5" fmla="*/ 1089547 h 1197217"/>
                  <a:gd name="connsiteX6" fmla="*/ 691870 w 3661946"/>
                  <a:gd name="connsiteY6" fmla="*/ 1090918 h 1197217"/>
                  <a:gd name="connsiteX7" fmla="*/ 15671 w 3661946"/>
                  <a:gd name="connsiteY7" fmla="*/ 849517 h 1197217"/>
                  <a:gd name="connsiteX8" fmla="*/ 1270 w 3661946"/>
                  <a:gd name="connsiteY8" fmla="*/ 818656 h 1197217"/>
                  <a:gd name="connsiteX9" fmla="*/ 31445 w 3661946"/>
                  <a:gd name="connsiteY9" fmla="*/ 804940 h 1197217"/>
                  <a:gd name="connsiteX10" fmla="*/ 685012 w 3661946"/>
                  <a:gd name="connsiteY10" fmla="*/ 1038112 h 1197217"/>
                  <a:gd name="connsiteX11" fmla="*/ 1474368 w 3661946"/>
                  <a:gd name="connsiteY11" fmla="*/ 167146 h 1197217"/>
                  <a:gd name="connsiteX12" fmla="*/ 2678633 w 3661946"/>
                  <a:gd name="connsiteY12" fmla="*/ 74563 h 1197217"/>
                  <a:gd name="connsiteX13" fmla="*/ 3661384 w 3661946"/>
                  <a:gd name="connsiteY13" fmla="*/ 1167728 h 1197217"/>
                  <a:gd name="connsiteX14" fmla="*/ 3644239 w 3661946"/>
                  <a:gd name="connsiteY14" fmla="*/ 1196531 h 1197217"/>
                  <a:gd name="connsiteX15" fmla="*/ 3638067 w 3661946"/>
                  <a:gd name="connsiteY15" fmla="*/ 1197217 h 119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61946" h="1197217">
                    <a:moveTo>
                      <a:pt x="3638067" y="1197217"/>
                    </a:moveTo>
                    <a:cubicBezTo>
                      <a:pt x="3627780" y="1197217"/>
                      <a:pt x="3618179" y="1189673"/>
                      <a:pt x="3615436" y="1178701"/>
                    </a:cubicBezTo>
                    <a:cubicBezTo>
                      <a:pt x="3487191" y="660236"/>
                      <a:pt x="3140862" y="274130"/>
                      <a:pt x="2664231" y="119825"/>
                    </a:cubicBezTo>
                    <a:cubicBezTo>
                      <a:pt x="2289098" y="-2247"/>
                      <a:pt x="1863217" y="30671"/>
                      <a:pt x="1494942" y="209665"/>
                    </a:cubicBezTo>
                    <a:cubicBezTo>
                      <a:pt x="1118438" y="392774"/>
                      <a:pt x="844118" y="700698"/>
                      <a:pt x="722045" y="1075831"/>
                    </a:cubicBezTo>
                    <a:cubicBezTo>
                      <a:pt x="720674" y="1082003"/>
                      <a:pt x="715873" y="1086803"/>
                      <a:pt x="710387" y="1089547"/>
                    </a:cubicBezTo>
                    <a:cubicBezTo>
                      <a:pt x="704900" y="1092290"/>
                      <a:pt x="698042" y="1092976"/>
                      <a:pt x="691870" y="1090918"/>
                    </a:cubicBezTo>
                    <a:lnTo>
                      <a:pt x="15671" y="849517"/>
                    </a:lnTo>
                    <a:cubicBezTo>
                      <a:pt x="3327" y="844716"/>
                      <a:pt x="-2845" y="831000"/>
                      <a:pt x="1270" y="818656"/>
                    </a:cubicBezTo>
                    <a:cubicBezTo>
                      <a:pt x="6070" y="806311"/>
                      <a:pt x="19100" y="800139"/>
                      <a:pt x="31445" y="804940"/>
                    </a:cubicBezTo>
                    <a:lnTo>
                      <a:pt x="685012" y="1038112"/>
                    </a:lnTo>
                    <a:cubicBezTo>
                      <a:pt x="813943" y="660922"/>
                      <a:pt x="1093749" y="352312"/>
                      <a:pt x="1474368" y="167146"/>
                    </a:cubicBezTo>
                    <a:cubicBezTo>
                      <a:pt x="1852930" y="-16649"/>
                      <a:pt x="2292527" y="-50939"/>
                      <a:pt x="2678633" y="74563"/>
                    </a:cubicBezTo>
                    <a:cubicBezTo>
                      <a:pt x="3171037" y="233668"/>
                      <a:pt x="3529025" y="632118"/>
                      <a:pt x="3661384" y="1167728"/>
                    </a:cubicBezTo>
                    <a:cubicBezTo>
                      <a:pt x="3664127" y="1180072"/>
                      <a:pt x="3656584" y="1193102"/>
                      <a:pt x="3644239" y="1196531"/>
                    </a:cubicBezTo>
                    <a:cubicBezTo>
                      <a:pt x="3641953" y="1196989"/>
                      <a:pt x="3639896" y="1197217"/>
                      <a:pt x="3638067" y="1197217"/>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65" name="Freeform 10">
                <a:extLst>
                  <a:ext uri="{FF2B5EF4-FFF2-40B4-BE49-F238E27FC236}">
                    <a16:creationId xmlns:a16="http://schemas.microsoft.com/office/drawing/2014/main" id="{88B70AE4-CBC3-4A36-9E0E-04F613C65EB9}"/>
                  </a:ext>
                </a:extLst>
              </p:cNvPr>
              <p:cNvSpPr/>
              <p:nvPr/>
            </p:nvSpPr>
            <p:spPr>
              <a:xfrm>
                <a:off x="4396145" y="2418261"/>
                <a:ext cx="1619860" cy="3224599"/>
              </a:xfrm>
              <a:custGeom>
                <a:avLst/>
                <a:gdLst>
                  <a:gd name="connsiteX0" fmla="*/ 162092 w 1689402"/>
                  <a:gd name="connsiteY0" fmla="*/ 3363036 h 3363035"/>
                  <a:gd name="connsiteX1" fmla="*/ 146318 w 1689402"/>
                  <a:gd name="connsiteY1" fmla="*/ 3356863 h 3363035"/>
                  <a:gd name="connsiteX2" fmla="*/ 144261 w 1689402"/>
                  <a:gd name="connsiteY2" fmla="*/ 3323259 h 3363035"/>
                  <a:gd name="connsiteX3" fmla="*/ 595517 w 1689402"/>
                  <a:gd name="connsiteY3" fmla="*/ 2818510 h 3363035"/>
                  <a:gd name="connsiteX4" fmla="*/ 16016 w 1689402"/>
                  <a:gd name="connsiteY4" fmla="*/ 1772665 h 3363035"/>
                  <a:gd name="connsiteX5" fmla="*/ 304738 w 1689402"/>
                  <a:gd name="connsiteY5" fmla="*/ 582802 h 3363035"/>
                  <a:gd name="connsiteX6" fmla="*/ 1667423 w 1689402"/>
                  <a:gd name="connsiteY6" fmla="*/ 6730 h 3363035"/>
                  <a:gd name="connsiteX7" fmla="*/ 1689368 w 1689402"/>
                  <a:gd name="connsiteY7" fmla="*/ 32791 h 3363035"/>
                  <a:gd name="connsiteX8" fmla="*/ 1663308 w 1689402"/>
                  <a:gd name="connsiteY8" fmla="*/ 54051 h 3363035"/>
                  <a:gd name="connsiteX9" fmla="*/ 343143 w 1689402"/>
                  <a:gd name="connsiteY9" fmla="*/ 611606 h 3363035"/>
                  <a:gd name="connsiteX10" fmla="*/ 62651 w 1689402"/>
                  <a:gd name="connsiteY10" fmla="*/ 1766493 h 3363035"/>
                  <a:gd name="connsiteX11" fmla="*/ 644895 w 1689402"/>
                  <a:gd name="connsiteY11" fmla="*/ 2795879 h 3363035"/>
                  <a:gd name="connsiteX12" fmla="*/ 653810 w 1689402"/>
                  <a:gd name="connsiteY12" fmla="*/ 2812338 h 3363035"/>
                  <a:gd name="connsiteX13" fmla="*/ 648324 w 1689402"/>
                  <a:gd name="connsiteY13" fmla="*/ 2830855 h 3363035"/>
                  <a:gd name="connsiteX14" fmla="*/ 179237 w 1689402"/>
                  <a:gd name="connsiteY14" fmla="*/ 3354806 h 3363035"/>
                  <a:gd name="connsiteX15" fmla="*/ 162092 w 1689402"/>
                  <a:gd name="connsiteY15" fmla="*/ 3363036 h 336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89402" h="3363035">
                    <a:moveTo>
                      <a:pt x="162092" y="3363036"/>
                    </a:moveTo>
                    <a:cubicBezTo>
                      <a:pt x="156605" y="3363036"/>
                      <a:pt x="150433" y="3360978"/>
                      <a:pt x="146318" y="3356863"/>
                    </a:cubicBezTo>
                    <a:cubicBezTo>
                      <a:pt x="136717" y="3347948"/>
                      <a:pt x="135345" y="3332860"/>
                      <a:pt x="144261" y="3323259"/>
                    </a:cubicBezTo>
                    <a:lnTo>
                      <a:pt x="595517" y="2818510"/>
                    </a:lnTo>
                    <a:cubicBezTo>
                      <a:pt x="284164" y="2576423"/>
                      <a:pt x="73623" y="2197176"/>
                      <a:pt x="16016" y="1772665"/>
                    </a:cubicBezTo>
                    <a:cubicBezTo>
                      <a:pt x="-42963" y="1341297"/>
                      <a:pt x="62651" y="907872"/>
                      <a:pt x="304738" y="582802"/>
                    </a:cubicBezTo>
                    <a:cubicBezTo>
                      <a:pt x="614034" y="169265"/>
                      <a:pt x="1110553" y="-41276"/>
                      <a:pt x="1667423" y="6730"/>
                    </a:cubicBezTo>
                    <a:cubicBezTo>
                      <a:pt x="1680453" y="8102"/>
                      <a:pt x="1690054" y="19761"/>
                      <a:pt x="1689368" y="32791"/>
                    </a:cubicBezTo>
                    <a:cubicBezTo>
                      <a:pt x="1687997" y="45821"/>
                      <a:pt x="1676338" y="55422"/>
                      <a:pt x="1663308" y="54051"/>
                    </a:cubicBezTo>
                    <a:cubicBezTo>
                      <a:pt x="1123583" y="7416"/>
                      <a:pt x="642152" y="210413"/>
                      <a:pt x="343143" y="611606"/>
                    </a:cubicBezTo>
                    <a:cubicBezTo>
                      <a:pt x="107913" y="926388"/>
                      <a:pt x="5729" y="1346784"/>
                      <a:pt x="62651" y="1766493"/>
                    </a:cubicBezTo>
                    <a:cubicBezTo>
                      <a:pt x="120258" y="2187574"/>
                      <a:pt x="332170" y="2562707"/>
                      <a:pt x="644895" y="2795879"/>
                    </a:cubicBezTo>
                    <a:cubicBezTo>
                      <a:pt x="650381" y="2799994"/>
                      <a:pt x="653810" y="2806166"/>
                      <a:pt x="653810" y="2812338"/>
                    </a:cubicBezTo>
                    <a:cubicBezTo>
                      <a:pt x="654496" y="2819196"/>
                      <a:pt x="652439" y="2826054"/>
                      <a:pt x="648324" y="2830855"/>
                    </a:cubicBezTo>
                    <a:lnTo>
                      <a:pt x="179237" y="3354806"/>
                    </a:lnTo>
                    <a:cubicBezTo>
                      <a:pt x="175122" y="3360292"/>
                      <a:pt x="168264" y="3363036"/>
                      <a:pt x="162092" y="3363036"/>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66" name="Freeform 12">
                <a:extLst>
                  <a:ext uri="{FF2B5EF4-FFF2-40B4-BE49-F238E27FC236}">
                    <a16:creationId xmlns:a16="http://schemas.microsoft.com/office/drawing/2014/main" id="{56DC2797-1A1E-4A05-B3EF-4208325091FF}"/>
                  </a:ext>
                </a:extLst>
              </p:cNvPr>
              <p:cNvSpPr/>
              <p:nvPr/>
            </p:nvSpPr>
            <p:spPr>
              <a:xfrm>
                <a:off x="4639249" y="3276012"/>
                <a:ext cx="2767619" cy="2369479"/>
              </a:xfrm>
              <a:custGeom>
                <a:avLst/>
                <a:gdLst>
                  <a:gd name="connsiteX0" fmla="*/ 2862977 w 2886435"/>
                  <a:gd name="connsiteY0" fmla="*/ 2471204 h 2471203"/>
                  <a:gd name="connsiteX1" fmla="*/ 2843089 w 2886435"/>
                  <a:gd name="connsiteY1" fmla="*/ 2460917 h 2471203"/>
                  <a:gd name="connsiteX2" fmla="*/ 2464527 w 2886435"/>
                  <a:gd name="connsiteY2" fmla="*/ 1917077 h 2471203"/>
                  <a:gd name="connsiteX3" fmla="*/ 272025 w 2886435"/>
                  <a:gd name="connsiteY3" fmla="*/ 1496682 h 2471203"/>
                  <a:gd name="connsiteX4" fmla="*/ 125949 w 2886435"/>
                  <a:gd name="connsiteY4" fmla="*/ 14668 h 2471203"/>
                  <a:gd name="connsiteX5" fmla="*/ 156124 w 2886435"/>
                  <a:gd name="connsiteY5" fmla="*/ 1638 h 2471203"/>
                  <a:gd name="connsiteX6" fmla="*/ 169155 w 2886435"/>
                  <a:gd name="connsiteY6" fmla="*/ 32499 h 2471203"/>
                  <a:gd name="connsiteX7" fmla="*/ 310429 w 2886435"/>
                  <a:gd name="connsiteY7" fmla="*/ 1469250 h 2471203"/>
                  <a:gd name="connsiteX8" fmla="*/ 1620993 w 2886435"/>
                  <a:gd name="connsiteY8" fmla="*/ 2126246 h 2471203"/>
                  <a:gd name="connsiteX9" fmla="*/ 2456298 w 2886435"/>
                  <a:gd name="connsiteY9" fmla="*/ 1864271 h 2471203"/>
                  <a:gd name="connsiteX10" fmla="*/ 2474814 w 2886435"/>
                  <a:gd name="connsiteY10" fmla="*/ 1860156 h 2471203"/>
                  <a:gd name="connsiteX11" fmla="*/ 2489902 w 2886435"/>
                  <a:gd name="connsiteY11" fmla="*/ 1870443 h 2471203"/>
                  <a:gd name="connsiteX12" fmla="*/ 2882179 w 2886435"/>
                  <a:gd name="connsiteY12" fmla="*/ 2434171 h 2471203"/>
                  <a:gd name="connsiteX13" fmla="*/ 2876007 w 2886435"/>
                  <a:gd name="connsiteY13" fmla="*/ 2467089 h 2471203"/>
                  <a:gd name="connsiteX14" fmla="*/ 2862977 w 2886435"/>
                  <a:gd name="connsiteY14" fmla="*/ 2471204 h 2471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86435" h="2471203">
                    <a:moveTo>
                      <a:pt x="2862977" y="2471204"/>
                    </a:moveTo>
                    <a:cubicBezTo>
                      <a:pt x="2855433" y="2471204"/>
                      <a:pt x="2847889" y="2467775"/>
                      <a:pt x="2843089" y="2460917"/>
                    </a:cubicBezTo>
                    <a:lnTo>
                      <a:pt x="2464527" y="1917077"/>
                    </a:lnTo>
                    <a:cubicBezTo>
                      <a:pt x="1797244" y="2384793"/>
                      <a:pt x="778831" y="2192083"/>
                      <a:pt x="272025" y="1496682"/>
                    </a:cubicBezTo>
                    <a:cubicBezTo>
                      <a:pt x="-29042" y="1083830"/>
                      <a:pt x="-83906" y="529704"/>
                      <a:pt x="125949" y="14668"/>
                    </a:cubicBezTo>
                    <a:cubicBezTo>
                      <a:pt x="130750" y="3010"/>
                      <a:pt x="144466" y="-3163"/>
                      <a:pt x="156124" y="1638"/>
                    </a:cubicBezTo>
                    <a:cubicBezTo>
                      <a:pt x="168469" y="6439"/>
                      <a:pt x="174641" y="20840"/>
                      <a:pt x="169155" y="32499"/>
                    </a:cubicBezTo>
                    <a:cubicBezTo>
                      <a:pt x="-33842" y="532447"/>
                      <a:pt x="18964" y="1069429"/>
                      <a:pt x="310429" y="1469250"/>
                    </a:cubicBezTo>
                    <a:cubicBezTo>
                      <a:pt x="619725" y="1894446"/>
                      <a:pt x="1126531" y="2126246"/>
                      <a:pt x="1620993" y="2126246"/>
                    </a:cubicBezTo>
                    <a:cubicBezTo>
                      <a:pt x="1919316" y="2126246"/>
                      <a:pt x="2213524" y="2041893"/>
                      <a:pt x="2456298" y="1864271"/>
                    </a:cubicBezTo>
                    <a:cubicBezTo>
                      <a:pt x="2461784" y="1860842"/>
                      <a:pt x="2467956" y="1859470"/>
                      <a:pt x="2474814" y="1860156"/>
                    </a:cubicBezTo>
                    <a:cubicBezTo>
                      <a:pt x="2480986" y="1861528"/>
                      <a:pt x="2486473" y="1864957"/>
                      <a:pt x="2489902" y="1870443"/>
                    </a:cubicBezTo>
                    <a:lnTo>
                      <a:pt x="2882179" y="2434171"/>
                    </a:lnTo>
                    <a:cubicBezTo>
                      <a:pt x="2889723" y="2445143"/>
                      <a:pt x="2886980" y="2459545"/>
                      <a:pt x="2876007" y="2467089"/>
                    </a:cubicBezTo>
                    <a:cubicBezTo>
                      <a:pt x="2871892" y="2469832"/>
                      <a:pt x="2867092" y="2471204"/>
                      <a:pt x="2862977" y="2471204"/>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grpSp>
        <p:sp>
          <p:nvSpPr>
            <p:cNvPr id="46" name="Freeform 22">
              <a:extLst>
                <a:ext uri="{FF2B5EF4-FFF2-40B4-BE49-F238E27FC236}">
                  <a16:creationId xmlns:a16="http://schemas.microsoft.com/office/drawing/2014/main" id="{DA83384E-BE9C-4BC0-974D-2F50F0725883}"/>
                </a:ext>
              </a:extLst>
            </p:cNvPr>
            <p:cNvSpPr/>
            <p:nvPr/>
          </p:nvSpPr>
          <p:spPr>
            <a:xfrm>
              <a:off x="7934761" y="2541051"/>
              <a:ext cx="855791" cy="748382"/>
            </a:xfrm>
            <a:custGeom>
              <a:avLst/>
              <a:gdLst>
                <a:gd name="connsiteX0" fmla="*/ 614477 w 892531"/>
                <a:gd name="connsiteY0" fmla="*/ 764037 h 780511"/>
                <a:gd name="connsiteX1" fmla="*/ 875767 w 892531"/>
                <a:gd name="connsiteY1" fmla="*/ 277805 h 780511"/>
                <a:gd name="connsiteX2" fmla="*/ 390220 w 892531"/>
                <a:gd name="connsiteY2" fmla="*/ 16515 h 780511"/>
                <a:gd name="connsiteX3" fmla="*/ 112471 w 892531"/>
                <a:gd name="connsiteY3" fmla="*/ 399192 h 780511"/>
                <a:gd name="connsiteX4" fmla="*/ 0 w 892531"/>
                <a:gd name="connsiteY4" fmla="*/ 541152 h 780511"/>
                <a:gd name="connsiteX5" fmla="*/ 172136 w 892531"/>
                <a:gd name="connsiteY5" fmla="*/ 597388 h 780511"/>
                <a:gd name="connsiteX6" fmla="*/ 614477 w 892531"/>
                <a:gd name="connsiteY6" fmla="*/ 764037 h 7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531" h="780511">
                  <a:moveTo>
                    <a:pt x="614477" y="764037"/>
                  </a:moveTo>
                  <a:cubicBezTo>
                    <a:pt x="820903" y="701629"/>
                    <a:pt x="938174" y="484231"/>
                    <a:pt x="875767" y="277805"/>
                  </a:cubicBezTo>
                  <a:cubicBezTo>
                    <a:pt x="814045" y="71379"/>
                    <a:pt x="596646" y="-45207"/>
                    <a:pt x="390220" y="16515"/>
                  </a:cubicBezTo>
                  <a:cubicBezTo>
                    <a:pt x="218084" y="67950"/>
                    <a:pt x="108356" y="227742"/>
                    <a:pt x="112471" y="399192"/>
                  </a:cubicBezTo>
                  <a:lnTo>
                    <a:pt x="0" y="541152"/>
                  </a:lnTo>
                  <a:lnTo>
                    <a:pt x="172136" y="597388"/>
                  </a:lnTo>
                  <a:cubicBezTo>
                    <a:pt x="262661" y="742777"/>
                    <a:pt x="442341" y="815472"/>
                    <a:pt x="614477" y="764037"/>
                  </a:cubicBezTo>
                  <a:close/>
                </a:path>
              </a:pathLst>
            </a:custGeom>
            <a:grpFill/>
            <a:ln w="6858" cap="flat">
              <a:solidFill>
                <a:schemeClr val="accent1">
                  <a:lumMod val="75000"/>
                </a:schemeClr>
              </a:solidFill>
              <a:prstDash val="solid"/>
              <a:miter/>
            </a:ln>
          </p:spPr>
          <p:txBody>
            <a:bodyPr lIns="137160" tIns="68580" rIns="137160" bIns="68580" rtlCol="0" anchor="ctr"/>
            <a:lstStyle/>
            <a:p>
              <a:pPr algn="ctr"/>
              <a:r>
                <a:rPr lang="en-US" sz="4800" b="1" dirty="0">
                  <a:solidFill>
                    <a:schemeClr val="bg1"/>
                  </a:solidFill>
                  <a:latin typeface="Interstate Regular" panose="02000503020000020004" pitchFamily="50" charset="0"/>
                  <a:cs typeface="Times New Roman"/>
                </a:rPr>
                <a:t>2</a:t>
              </a:r>
              <a:endParaRPr lang="fr-FR" sz="2700" b="1" dirty="0">
                <a:solidFill>
                  <a:schemeClr val="bg1"/>
                </a:solidFill>
                <a:latin typeface="Interstate Regular" panose="02000503020000020004" pitchFamily="50" charset="0"/>
              </a:endParaRPr>
            </a:p>
          </p:txBody>
        </p:sp>
        <p:sp>
          <p:nvSpPr>
            <p:cNvPr id="47" name="Freeform 29">
              <a:extLst>
                <a:ext uri="{FF2B5EF4-FFF2-40B4-BE49-F238E27FC236}">
                  <a16:creationId xmlns:a16="http://schemas.microsoft.com/office/drawing/2014/main" id="{B2E43F92-B91E-4872-952F-C4ADFB52E18C}"/>
                </a:ext>
              </a:extLst>
            </p:cNvPr>
            <p:cNvSpPr/>
            <p:nvPr/>
          </p:nvSpPr>
          <p:spPr>
            <a:xfrm>
              <a:off x="3159097" y="2493729"/>
              <a:ext cx="842080" cy="748398"/>
            </a:xfrm>
            <a:custGeom>
              <a:avLst/>
              <a:gdLst>
                <a:gd name="connsiteX0" fmla="*/ 247981 w 878231"/>
                <a:gd name="connsiteY0" fmla="*/ 753725 h 780528"/>
                <a:gd name="connsiteX1" fmla="*/ 27154 w 878231"/>
                <a:gd name="connsiteY1" fmla="*/ 248291 h 780528"/>
                <a:gd name="connsiteX2" fmla="*/ 532588 w 878231"/>
                <a:gd name="connsiteY2" fmla="*/ 26777 h 780528"/>
                <a:gd name="connsiteX3" fmla="*/ 778105 w 878231"/>
                <a:gd name="connsiteY3" fmla="*/ 430714 h 780528"/>
                <a:gd name="connsiteX4" fmla="*/ 878231 w 878231"/>
                <a:gd name="connsiteY4" fmla="*/ 581590 h 780528"/>
                <a:gd name="connsiteX5" fmla="*/ 702667 w 878231"/>
                <a:gd name="connsiteY5" fmla="*/ 624109 h 780528"/>
                <a:gd name="connsiteX6" fmla="*/ 247981 w 878231"/>
                <a:gd name="connsiteY6" fmla="*/ 753725 h 78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8231" h="780528">
                  <a:moveTo>
                    <a:pt x="247981" y="753725"/>
                  </a:moveTo>
                  <a:cubicBezTo>
                    <a:pt x="47042" y="674858"/>
                    <a:pt x="-51713" y="448544"/>
                    <a:pt x="27154" y="248291"/>
                  </a:cubicBezTo>
                  <a:cubicBezTo>
                    <a:pt x="105335" y="47351"/>
                    <a:pt x="331649" y="-51404"/>
                    <a:pt x="532588" y="26777"/>
                  </a:cubicBezTo>
                  <a:cubicBezTo>
                    <a:pt x="699238" y="92614"/>
                    <a:pt x="795935" y="260635"/>
                    <a:pt x="778105" y="430714"/>
                  </a:cubicBezTo>
                  <a:lnTo>
                    <a:pt x="878231" y="581590"/>
                  </a:lnTo>
                  <a:lnTo>
                    <a:pt x="702667" y="624109"/>
                  </a:lnTo>
                  <a:cubicBezTo>
                    <a:pt x="599797" y="761269"/>
                    <a:pt x="414631" y="818876"/>
                    <a:pt x="247981" y="753725"/>
                  </a:cubicBezTo>
                  <a:close/>
                </a:path>
              </a:pathLst>
            </a:custGeom>
            <a:grpFill/>
            <a:ln w="6858" cap="flat">
              <a:solidFill>
                <a:schemeClr val="accent1">
                  <a:lumMod val="75000"/>
                </a:schemeClr>
              </a:solidFill>
              <a:prstDash val="solid"/>
              <a:miter/>
            </a:ln>
          </p:spPr>
          <p:txBody>
            <a:bodyPr lIns="137160" tIns="68580" rIns="137160" bIns="68580" rtlCol="0" anchor="ctr"/>
            <a:lstStyle/>
            <a:p>
              <a:pPr algn="ctr"/>
              <a:r>
                <a:rPr lang="en-US" sz="4800" b="1" dirty="0">
                  <a:solidFill>
                    <a:schemeClr val="bg1"/>
                  </a:solidFill>
                  <a:latin typeface="Interstate Regular" panose="02000503020000020004" pitchFamily="50" charset="0"/>
                  <a:cs typeface="Times New Roman"/>
                </a:rPr>
                <a:t>5</a:t>
              </a:r>
              <a:endParaRPr lang="fr-FR" sz="2000" b="1" dirty="0">
                <a:latin typeface="Interstate Regular" panose="02000503020000020004" pitchFamily="50" charset="0"/>
              </a:endParaRPr>
            </a:p>
          </p:txBody>
        </p:sp>
        <p:sp>
          <p:nvSpPr>
            <p:cNvPr id="50" name="Freeform 32">
              <a:extLst>
                <a:ext uri="{FF2B5EF4-FFF2-40B4-BE49-F238E27FC236}">
                  <a16:creationId xmlns:a16="http://schemas.microsoft.com/office/drawing/2014/main" id="{94C62362-49ED-4F3D-A373-8C0E87525E8E}"/>
                </a:ext>
              </a:extLst>
            </p:cNvPr>
            <p:cNvSpPr/>
            <p:nvPr/>
          </p:nvSpPr>
          <p:spPr>
            <a:xfrm>
              <a:off x="7072098" y="5340378"/>
              <a:ext cx="748123" cy="803247"/>
            </a:xfrm>
            <a:custGeom>
              <a:avLst/>
              <a:gdLst>
                <a:gd name="connsiteX0" fmla="*/ 57536 w 780241"/>
                <a:gd name="connsiteY0" fmla="*/ 650824 h 837731"/>
                <a:gd name="connsiteX1" fmla="*/ 593831 w 780241"/>
                <a:gd name="connsiteY1" fmla="*/ 780440 h 837731"/>
                <a:gd name="connsiteX2" fmla="*/ 722762 w 780241"/>
                <a:gd name="connsiteY2" fmla="*/ 244145 h 837731"/>
                <a:gd name="connsiteX3" fmla="*/ 282478 w 780241"/>
                <a:gd name="connsiteY3" fmla="*/ 72695 h 837731"/>
                <a:gd name="connsiteX4" fmla="*/ 116515 w 780241"/>
                <a:gd name="connsiteY4" fmla="*/ 0 h 837731"/>
                <a:gd name="connsiteX5" fmla="*/ 105542 w 780241"/>
                <a:gd name="connsiteY5" fmla="*/ 180365 h 837731"/>
                <a:gd name="connsiteX6" fmla="*/ 57536 w 780241"/>
                <a:gd name="connsiteY6" fmla="*/ 650824 h 83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0241" h="837731">
                  <a:moveTo>
                    <a:pt x="57536" y="650824"/>
                  </a:moveTo>
                  <a:cubicBezTo>
                    <a:pt x="169321" y="834619"/>
                    <a:pt x="410037" y="892912"/>
                    <a:pt x="593831" y="780440"/>
                  </a:cubicBezTo>
                  <a:cubicBezTo>
                    <a:pt x="777626" y="667969"/>
                    <a:pt x="835233" y="427939"/>
                    <a:pt x="722762" y="244145"/>
                  </a:cubicBezTo>
                  <a:cubicBezTo>
                    <a:pt x="629493" y="90526"/>
                    <a:pt x="447070" y="25375"/>
                    <a:pt x="282478" y="72695"/>
                  </a:cubicBezTo>
                  <a:lnTo>
                    <a:pt x="116515" y="0"/>
                  </a:lnTo>
                  <a:lnTo>
                    <a:pt x="105542" y="180365"/>
                  </a:lnTo>
                  <a:cubicBezTo>
                    <a:pt x="-11730" y="305181"/>
                    <a:pt x="-36419" y="497891"/>
                    <a:pt x="57536" y="650824"/>
                  </a:cubicBezTo>
                  <a:close/>
                </a:path>
              </a:pathLst>
            </a:custGeom>
            <a:grpFill/>
            <a:ln w="6858" cap="flat">
              <a:solidFill>
                <a:schemeClr val="accent1">
                  <a:lumMod val="75000"/>
                </a:schemeClr>
              </a:solidFill>
              <a:prstDash val="solid"/>
              <a:miter/>
            </a:ln>
          </p:spPr>
          <p:txBody>
            <a:bodyPr lIns="137160" tIns="68580" rIns="137160" bIns="68580" rtlCol="0" anchor="ctr"/>
            <a:lstStyle/>
            <a:p>
              <a:pPr algn="ctr"/>
              <a:r>
                <a:rPr lang="en-US" sz="4800" b="1" dirty="0">
                  <a:solidFill>
                    <a:schemeClr val="bg1"/>
                  </a:solidFill>
                  <a:latin typeface="Interstate Regular" panose="02000503020000020004" pitchFamily="50" charset="0"/>
                  <a:cs typeface="Times New Roman"/>
                </a:rPr>
                <a:t>3</a:t>
              </a:r>
              <a:endParaRPr lang="fr-FR" sz="2700" b="1" dirty="0">
                <a:latin typeface="Interstate Regular" panose="02000503020000020004" pitchFamily="50" charset="0"/>
              </a:endParaRPr>
            </a:p>
          </p:txBody>
        </p:sp>
        <p:sp>
          <p:nvSpPr>
            <p:cNvPr id="51" name="Freeform 36">
              <a:extLst>
                <a:ext uri="{FF2B5EF4-FFF2-40B4-BE49-F238E27FC236}">
                  <a16:creationId xmlns:a16="http://schemas.microsoft.com/office/drawing/2014/main" id="{6588E5C6-3833-4042-9150-FBF0309E05DD}"/>
                </a:ext>
              </a:extLst>
            </p:cNvPr>
            <p:cNvSpPr/>
            <p:nvPr/>
          </p:nvSpPr>
          <p:spPr>
            <a:xfrm>
              <a:off x="4164192" y="5340378"/>
              <a:ext cx="748309" cy="803247"/>
            </a:xfrm>
            <a:custGeom>
              <a:avLst/>
              <a:gdLst>
                <a:gd name="connsiteX0" fmla="*/ 722898 w 780434"/>
                <a:gd name="connsiteY0" fmla="*/ 650824 h 837731"/>
                <a:gd name="connsiteX1" fmla="*/ 186602 w 780434"/>
                <a:gd name="connsiteY1" fmla="*/ 780440 h 837731"/>
                <a:gd name="connsiteX2" fmla="*/ 56986 w 780434"/>
                <a:gd name="connsiteY2" fmla="*/ 244145 h 837731"/>
                <a:gd name="connsiteX3" fmla="*/ 497956 w 780434"/>
                <a:gd name="connsiteY3" fmla="*/ 72695 h 837731"/>
                <a:gd name="connsiteX4" fmla="*/ 663233 w 780434"/>
                <a:gd name="connsiteY4" fmla="*/ 0 h 837731"/>
                <a:gd name="connsiteX5" fmla="*/ 674892 w 780434"/>
                <a:gd name="connsiteY5" fmla="*/ 180365 h 837731"/>
                <a:gd name="connsiteX6" fmla="*/ 722898 w 780434"/>
                <a:gd name="connsiteY6" fmla="*/ 650824 h 83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0434" h="837731">
                  <a:moveTo>
                    <a:pt x="722898" y="650824"/>
                  </a:moveTo>
                  <a:cubicBezTo>
                    <a:pt x="610427" y="834619"/>
                    <a:pt x="370397" y="892912"/>
                    <a:pt x="186602" y="780440"/>
                  </a:cubicBezTo>
                  <a:cubicBezTo>
                    <a:pt x="2808" y="667969"/>
                    <a:pt x="-54799" y="427939"/>
                    <a:pt x="56986" y="244145"/>
                  </a:cubicBezTo>
                  <a:cubicBezTo>
                    <a:pt x="150941" y="90526"/>
                    <a:pt x="333364" y="25375"/>
                    <a:pt x="497956" y="72695"/>
                  </a:cubicBezTo>
                  <a:lnTo>
                    <a:pt x="663233" y="0"/>
                  </a:lnTo>
                  <a:lnTo>
                    <a:pt x="674892" y="180365"/>
                  </a:lnTo>
                  <a:cubicBezTo>
                    <a:pt x="792164" y="305181"/>
                    <a:pt x="816853" y="497891"/>
                    <a:pt x="722898" y="650824"/>
                  </a:cubicBezTo>
                  <a:close/>
                </a:path>
              </a:pathLst>
            </a:custGeom>
            <a:grpFill/>
            <a:ln w="6858" cap="flat">
              <a:solidFill>
                <a:schemeClr val="accent1">
                  <a:lumMod val="75000"/>
                </a:schemeClr>
              </a:solidFill>
              <a:prstDash val="solid"/>
              <a:miter/>
            </a:ln>
          </p:spPr>
          <p:txBody>
            <a:bodyPr lIns="137160" tIns="68580" rIns="137160" bIns="68580" rtlCol="0" anchor="ctr"/>
            <a:lstStyle/>
            <a:p>
              <a:pPr algn="ctr"/>
              <a:r>
                <a:rPr lang="en-US" sz="4800" b="1" dirty="0">
                  <a:solidFill>
                    <a:schemeClr val="bg1"/>
                  </a:solidFill>
                  <a:latin typeface="Interstate Regular" panose="02000503020000020004" pitchFamily="50" charset="0"/>
                  <a:cs typeface="Times New Roman"/>
                </a:rPr>
                <a:t>4</a:t>
              </a:r>
              <a:endParaRPr lang="en-US" sz="6000" b="1" dirty="0">
                <a:solidFill>
                  <a:schemeClr val="bg1"/>
                </a:solidFill>
                <a:latin typeface="Interstate Regular" panose="02000503020000020004" pitchFamily="50" charset="0"/>
                <a:cs typeface="Times New Roman"/>
              </a:endParaRPr>
            </a:p>
          </p:txBody>
        </p:sp>
        <p:sp>
          <p:nvSpPr>
            <p:cNvPr id="52" name="Freeform 40">
              <a:extLst>
                <a:ext uri="{FF2B5EF4-FFF2-40B4-BE49-F238E27FC236}">
                  <a16:creationId xmlns:a16="http://schemas.microsoft.com/office/drawing/2014/main" id="{12A95068-0A13-4E14-AE4F-FA746A3CB6D5}"/>
                </a:ext>
              </a:extLst>
            </p:cNvPr>
            <p:cNvSpPr/>
            <p:nvPr/>
          </p:nvSpPr>
          <p:spPr>
            <a:xfrm>
              <a:off x="5601703" y="714376"/>
              <a:ext cx="751160" cy="867454"/>
            </a:xfrm>
            <a:custGeom>
              <a:avLst/>
              <a:gdLst>
                <a:gd name="connsiteX0" fmla="*/ 779755 w 779754"/>
                <a:gd name="connsiteY0" fmla="*/ 389534 h 914171"/>
                <a:gd name="connsiteX1" fmla="*/ 390220 w 779754"/>
                <a:gd name="connsiteY1" fmla="*/ 0 h 914171"/>
                <a:gd name="connsiteX2" fmla="*/ 0 w 779754"/>
                <a:gd name="connsiteY2" fmla="*/ 389534 h 914171"/>
                <a:gd name="connsiteX3" fmla="*/ 286665 w 779754"/>
                <a:gd name="connsiteY3" fmla="*/ 766039 h 914171"/>
                <a:gd name="connsiteX4" fmla="*/ 390220 w 779754"/>
                <a:gd name="connsiteY4" fmla="*/ 914171 h 914171"/>
                <a:gd name="connsiteX5" fmla="*/ 493776 w 779754"/>
                <a:gd name="connsiteY5" fmla="*/ 766039 h 914171"/>
                <a:gd name="connsiteX6" fmla="*/ 779755 w 779754"/>
                <a:gd name="connsiteY6" fmla="*/ 389534 h 91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9754" h="914171">
                  <a:moveTo>
                    <a:pt x="779755" y="389534"/>
                  </a:moveTo>
                  <a:cubicBezTo>
                    <a:pt x="779755" y="174193"/>
                    <a:pt x="605562" y="0"/>
                    <a:pt x="390220" y="0"/>
                  </a:cubicBezTo>
                  <a:cubicBezTo>
                    <a:pt x="174879" y="0"/>
                    <a:pt x="0" y="174193"/>
                    <a:pt x="0" y="389534"/>
                  </a:cubicBezTo>
                  <a:cubicBezTo>
                    <a:pt x="0" y="569214"/>
                    <a:pt x="121387" y="720776"/>
                    <a:pt x="286665" y="766039"/>
                  </a:cubicBezTo>
                  <a:lnTo>
                    <a:pt x="390220" y="914171"/>
                  </a:lnTo>
                  <a:lnTo>
                    <a:pt x="493776" y="766039"/>
                  </a:lnTo>
                  <a:cubicBezTo>
                    <a:pt x="658368" y="720776"/>
                    <a:pt x="779755" y="569214"/>
                    <a:pt x="779755" y="389534"/>
                  </a:cubicBezTo>
                  <a:close/>
                </a:path>
              </a:pathLst>
            </a:custGeom>
            <a:grpFill/>
            <a:ln w="6858" cap="flat">
              <a:solidFill>
                <a:schemeClr val="accent1">
                  <a:lumMod val="75000"/>
                </a:schemeClr>
              </a:solidFill>
              <a:prstDash val="solid"/>
              <a:miter/>
            </a:ln>
          </p:spPr>
          <p:txBody>
            <a:bodyPr lIns="137160" tIns="68580" rIns="137160" bIns="68580" rtlCol="0" anchor="ctr"/>
            <a:lstStyle/>
            <a:p>
              <a:pPr algn="ctr"/>
              <a:r>
                <a:rPr lang="en-US" sz="4800" b="1" dirty="0">
                  <a:solidFill>
                    <a:schemeClr val="bg1"/>
                  </a:solidFill>
                  <a:latin typeface="Interstate Regular" panose="02000503020000020004" pitchFamily="50" charset="0"/>
                  <a:cs typeface="Times New Roman"/>
                </a:rPr>
                <a:t>1</a:t>
              </a:r>
              <a:endParaRPr lang="fr-FR" sz="6000" b="1" dirty="0">
                <a:solidFill>
                  <a:schemeClr val="bg1"/>
                </a:solidFill>
                <a:latin typeface="Interstate Regular" panose="02000503020000020004" pitchFamily="50" charset="0"/>
              </a:endParaRPr>
            </a:p>
          </p:txBody>
        </p:sp>
        <p:grpSp>
          <p:nvGrpSpPr>
            <p:cNvPr id="53" name="Group 45">
              <a:extLst>
                <a:ext uri="{FF2B5EF4-FFF2-40B4-BE49-F238E27FC236}">
                  <a16:creationId xmlns:a16="http://schemas.microsoft.com/office/drawing/2014/main" id="{ADA68522-99CC-4132-9D6D-EF5A6746A465}"/>
                </a:ext>
              </a:extLst>
            </p:cNvPr>
            <p:cNvGrpSpPr/>
            <p:nvPr/>
          </p:nvGrpSpPr>
          <p:grpSpPr>
            <a:xfrm>
              <a:off x="4726477" y="2374081"/>
              <a:ext cx="2507972" cy="2424460"/>
              <a:chOff x="4726477" y="2374081"/>
              <a:chExt cx="2507972" cy="2424460"/>
            </a:xfrm>
            <a:grpFill/>
          </p:grpSpPr>
          <p:sp>
            <p:nvSpPr>
              <p:cNvPr id="54" name="Freeform 7">
                <a:extLst>
                  <a:ext uri="{FF2B5EF4-FFF2-40B4-BE49-F238E27FC236}">
                    <a16:creationId xmlns:a16="http://schemas.microsoft.com/office/drawing/2014/main" id="{ED483D56-5380-4C8A-83CF-7C0C832AC3F6}"/>
                  </a:ext>
                </a:extLst>
              </p:cNvPr>
              <p:cNvSpPr/>
              <p:nvPr/>
            </p:nvSpPr>
            <p:spPr>
              <a:xfrm>
                <a:off x="6637995" y="4611094"/>
                <a:ext cx="151363" cy="151319"/>
              </a:xfrm>
              <a:custGeom>
                <a:avLst/>
                <a:gdLst>
                  <a:gd name="connsiteX0" fmla="*/ 157774 w 157861"/>
                  <a:gd name="connsiteY0" fmla="*/ 76165 h 157815"/>
                  <a:gd name="connsiteX1" fmla="*/ 82336 w 157861"/>
                  <a:gd name="connsiteY1" fmla="*/ 157775 h 157815"/>
                  <a:gd name="connsiteX2" fmla="*/ 40 w 157861"/>
                  <a:gd name="connsiteY2" fmla="*/ 81651 h 157815"/>
                  <a:gd name="connsiteX3" fmla="*/ 76163 w 157861"/>
                  <a:gd name="connsiteY3" fmla="*/ 41 h 157815"/>
                  <a:gd name="connsiteX4" fmla="*/ 157774 w 157861"/>
                  <a:gd name="connsiteY4" fmla="*/ 76165 h 15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861" h="157815">
                    <a:moveTo>
                      <a:pt x="157774" y="76165"/>
                    </a:moveTo>
                    <a:cubicBezTo>
                      <a:pt x="159831" y="119370"/>
                      <a:pt x="125541" y="156403"/>
                      <a:pt x="82336" y="157775"/>
                    </a:cubicBezTo>
                    <a:cubicBezTo>
                      <a:pt x="38444" y="159146"/>
                      <a:pt x="2097" y="125542"/>
                      <a:pt x="40" y="81651"/>
                    </a:cubicBezTo>
                    <a:cubicBezTo>
                      <a:pt x="-1332" y="38446"/>
                      <a:pt x="32958" y="1412"/>
                      <a:pt x="76163" y="41"/>
                    </a:cubicBezTo>
                    <a:cubicBezTo>
                      <a:pt x="120055" y="-1331"/>
                      <a:pt x="156402" y="32273"/>
                      <a:pt x="157774" y="76165"/>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55" name="Freeform 13">
                <a:extLst>
                  <a:ext uri="{FF2B5EF4-FFF2-40B4-BE49-F238E27FC236}">
                    <a16:creationId xmlns:a16="http://schemas.microsoft.com/office/drawing/2014/main" id="{58E7106C-2366-4F1F-BE10-F5ED7726C0C3}"/>
                  </a:ext>
                </a:extLst>
              </p:cNvPr>
              <p:cNvSpPr/>
              <p:nvPr/>
            </p:nvSpPr>
            <p:spPr>
              <a:xfrm>
                <a:off x="4726477" y="3231553"/>
                <a:ext cx="150583" cy="151241"/>
              </a:xfrm>
              <a:custGeom>
                <a:avLst/>
                <a:gdLst>
                  <a:gd name="connsiteX0" fmla="*/ 157048 w 157048"/>
                  <a:gd name="connsiteY0" fmla="*/ 78867 h 157734"/>
                  <a:gd name="connsiteX1" fmla="*/ 78867 w 157048"/>
                  <a:gd name="connsiteY1" fmla="*/ 157734 h 157734"/>
                  <a:gd name="connsiteX2" fmla="*/ 0 w 157048"/>
                  <a:gd name="connsiteY2" fmla="*/ 78867 h 157734"/>
                  <a:gd name="connsiteX3" fmla="*/ 78867 w 157048"/>
                  <a:gd name="connsiteY3" fmla="*/ 0 h 157734"/>
                  <a:gd name="connsiteX4" fmla="*/ 157048 w 157048"/>
                  <a:gd name="connsiteY4" fmla="*/ 78867 h 157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048" h="157734">
                    <a:moveTo>
                      <a:pt x="157048" y="78867"/>
                    </a:moveTo>
                    <a:cubicBezTo>
                      <a:pt x="157048" y="122758"/>
                      <a:pt x="122073" y="157734"/>
                      <a:pt x="78867" y="157734"/>
                    </a:cubicBezTo>
                    <a:cubicBezTo>
                      <a:pt x="34976" y="157734"/>
                      <a:pt x="0" y="122758"/>
                      <a:pt x="0" y="78867"/>
                    </a:cubicBezTo>
                    <a:cubicBezTo>
                      <a:pt x="0" y="35662"/>
                      <a:pt x="34976" y="0"/>
                      <a:pt x="78867" y="0"/>
                    </a:cubicBezTo>
                    <a:cubicBezTo>
                      <a:pt x="122073" y="0"/>
                      <a:pt x="157048" y="35662"/>
                      <a:pt x="157048" y="78867"/>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57" name="Freeform 11">
                <a:extLst>
                  <a:ext uri="{FF2B5EF4-FFF2-40B4-BE49-F238E27FC236}">
                    <a16:creationId xmlns:a16="http://schemas.microsoft.com/office/drawing/2014/main" id="{F316C72D-A88D-4549-8867-CC36FCD49C44}"/>
                  </a:ext>
                </a:extLst>
              </p:cNvPr>
              <p:cNvSpPr/>
              <p:nvPr/>
            </p:nvSpPr>
            <p:spPr>
              <a:xfrm>
                <a:off x="5940352" y="2374081"/>
                <a:ext cx="151241" cy="151241"/>
              </a:xfrm>
              <a:custGeom>
                <a:avLst/>
                <a:gdLst>
                  <a:gd name="connsiteX0" fmla="*/ 157734 w 157734"/>
                  <a:gd name="connsiteY0" fmla="*/ 78867 h 157734"/>
                  <a:gd name="connsiteX1" fmla="*/ 78867 w 157734"/>
                  <a:gd name="connsiteY1" fmla="*/ 157734 h 157734"/>
                  <a:gd name="connsiteX2" fmla="*/ 0 w 157734"/>
                  <a:gd name="connsiteY2" fmla="*/ 78867 h 157734"/>
                  <a:gd name="connsiteX3" fmla="*/ 78867 w 157734"/>
                  <a:gd name="connsiteY3" fmla="*/ 0 h 157734"/>
                  <a:gd name="connsiteX4" fmla="*/ 157734 w 157734"/>
                  <a:gd name="connsiteY4" fmla="*/ 78867 h 157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734" h="157734">
                    <a:moveTo>
                      <a:pt x="157734" y="78867"/>
                    </a:moveTo>
                    <a:cubicBezTo>
                      <a:pt x="157734" y="122072"/>
                      <a:pt x="122073" y="157734"/>
                      <a:pt x="78867" y="157734"/>
                    </a:cubicBezTo>
                    <a:cubicBezTo>
                      <a:pt x="34976" y="157734"/>
                      <a:pt x="0" y="122072"/>
                      <a:pt x="0" y="78867"/>
                    </a:cubicBezTo>
                    <a:cubicBezTo>
                      <a:pt x="0" y="34976"/>
                      <a:pt x="34976" y="0"/>
                      <a:pt x="78867" y="0"/>
                    </a:cubicBezTo>
                    <a:cubicBezTo>
                      <a:pt x="122073" y="0"/>
                      <a:pt x="157734" y="34976"/>
                      <a:pt x="157734" y="78867"/>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58" name="Freeform 5">
                <a:extLst>
                  <a:ext uri="{FF2B5EF4-FFF2-40B4-BE49-F238E27FC236}">
                    <a16:creationId xmlns:a16="http://schemas.microsoft.com/office/drawing/2014/main" id="{B9636CC5-89D9-4BD0-A7E0-D0EDD6D7FD8B}"/>
                  </a:ext>
                </a:extLst>
              </p:cNvPr>
              <p:cNvSpPr/>
              <p:nvPr/>
            </p:nvSpPr>
            <p:spPr>
              <a:xfrm>
                <a:off x="5205188" y="4647300"/>
                <a:ext cx="151241" cy="151241"/>
              </a:xfrm>
              <a:custGeom>
                <a:avLst/>
                <a:gdLst>
                  <a:gd name="connsiteX0" fmla="*/ 157734 w 157734"/>
                  <a:gd name="connsiteY0" fmla="*/ 78867 h 157734"/>
                  <a:gd name="connsiteX1" fmla="*/ 78867 w 157734"/>
                  <a:gd name="connsiteY1" fmla="*/ 157734 h 157734"/>
                  <a:gd name="connsiteX2" fmla="*/ 0 w 157734"/>
                  <a:gd name="connsiteY2" fmla="*/ 78867 h 157734"/>
                  <a:gd name="connsiteX3" fmla="*/ 78867 w 157734"/>
                  <a:gd name="connsiteY3" fmla="*/ 0 h 157734"/>
                  <a:gd name="connsiteX4" fmla="*/ 157734 w 157734"/>
                  <a:gd name="connsiteY4" fmla="*/ 78867 h 157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734" h="157734">
                    <a:moveTo>
                      <a:pt x="157734" y="78867"/>
                    </a:moveTo>
                    <a:cubicBezTo>
                      <a:pt x="157734" y="122072"/>
                      <a:pt x="122758" y="157734"/>
                      <a:pt x="78867" y="157734"/>
                    </a:cubicBezTo>
                    <a:cubicBezTo>
                      <a:pt x="35661" y="157734"/>
                      <a:pt x="0" y="122072"/>
                      <a:pt x="0" y="78867"/>
                    </a:cubicBezTo>
                    <a:cubicBezTo>
                      <a:pt x="0" y="34976"/>
                      <a:pt x="35661" y="0"/>
                      <a:pt x="78867" y="0"/>
                    </a:cubicBezTo>
                    <a:cubicBezTo>
                      <a:pt x="122758" y="0"/>
                      <a:pt x="157734" y="34976"/>
                      <a:pt x="157734" y="78867"/>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sp>
            <p:nvSpPr>
              <p:cNvPr id="60" name="Freeform 9">
                <a:extLst>
                  <a:ext uri="{FF2B5EF4-FFF2-40B4-BE49-F238E27FC236}">
                    <a16:creationId xmlns:a16="http://schemas.microsoft.com/office/drawing/2014/main" id="{857E7DD5-AF29-42C7-B710-720C3921D5BC}"/>
                  </a:ext>
                </a:extLst>
              </p:cNvPr>
              <p:cNvSpPr/>
              <p:nvPr/>
            </p:nvSpPr>
            <p:spPr>
              <a:xfrm>
                <a:off x="7083208" y="3219716"/>
                <a:ext cx="151241" cy="151241"/>
              </a:xfrm>
              <a:custGeom>
                <a:avLst/>
                <a:gdLst>
                  <a:gd name="connsiteX0" fmla="*/ 157734 w 157734"/>
                  <a:gd name="connsiteY0" fmla="*/ 78867 h 157734"/>
                  <a:gd name="connsiteX1" fmla="*/ 78867 w 157734"/>
                  <a:gd name="connsiteY1" fmla="*/ 157734 h 157734"/>
                  <a:gd name="connsiteX2" fmla="*/ 0 w 157734"/>
                  <a:gd name="connsiteY2" fmla="*/ 78867 h 157734"/>
                  <a:gd name="connsiteX3" fmla="*/ 78867 w 157734"/>
                  <a:gd name="connsiteY3" fmla="*/ 0 h 157734"/>
                  <a:gd name="connsiteX4" fmla="*/ 157734 w 157734"/>
                  <a:gd name="connsiteY4" fmla="*/ 78867 h 157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734" h="157734">
                    <a:moveTo>
                      <a:pt x="157734" y="78867"/>
                    </a:moveTo>
                    <a:cubicBezTo>
                      <a:pt x="157734" y="122072"/>
                      <a:pt x="122072" y="157734"/>
                      <a:pt x="78867" y="157734"/>
                    </a:cubicBezTo>
                    <a:cubicBezTo>
                      <a:pt x="34976" y="157734"/>
                      <a:pt x="0" y="122072"/>
                      <a:pt x="0" y="78867"/>
                    </a:cubicBezTo>
                    <a:cubicBezTo>
                      <a:pt x="0" y="34976"/>
                      <a:pt x="34976" y="0"/>
                      <a:pt x="78867" y="0"/>
                    </a:cubicBezTo>
                    <a:cubicBezTo>
                      <a:pt x="122072" y="0"/>
                      <a:pt x="157734" y="34976"/>
                      <a:pt x="157734" y="78867"/>
                    </a:cubicBezTo>
                    <a:close/>
                  </a:path>
                </a:pathLst>
              </a:custGeom>
              <a:grpFill/>
              <a:ln w="6858" cap="flat">
                <a:solidFill>
                  <a:schemeClr val="accent1">
                    <a:lumMod val="75000"/>
                  </a:schemeClr>
                </a:solidFill>
                <a:prstDash val="solid"/>
                <a:miter/>
              </a:ln>
            </p:spPr>
            <p:txBody>
              <a:bodyPr rtlCol="0" anchor="ctr"/>
              <a:lstStyle/>
              <a:p>
                <a:endParaRPr lang="en-US" sz="2700" b="1">
                  <a:latin typeface="Interstate Regular" panose="02000503020000020004" pitchFamily="50" charset="0"/>
                </a:endParaRPr>
              </a:p>
            </p:txBody>
          </p:sp>
        </p:grpSp>
      </p:grpSp>
      <p:sp>
        <p:nvSpPr>
          <p:cNvPr id="67" name="TextBox 3">
            <a:extLst>
              <a:ext uri="{FF2B5EF4-FFF2-40B4-BE49-F238E27FC236}">
                <a16:creationId xmlns:a16="http://schemas.microsoft.com/office/drawing/2014/main" id="{D6CC8C1B-9CD7-4BA7-9DD5-9181A5C8FD69}"/>
              </a:ext>
            </a:extLst>
          </p:cNvPr>
          <p:cNvSpPr txBox="1"/>
          <p:nvPr/>
        </p:nvSpPr>
        <p:spPr>
          <a:xfrm>
            <a:off x="3168635" y="3752506"/>
            <a:ext cx="5547102" cy="584775"/>
          </a:xfrm>
          <a:prstGeom prst="rect">
            <a:avLst/>
          </a:prstGeom>
          <a:noFill/>
        </p:spPr>
        <p:txBody>
          <a:bodyPr wrap="square">
            <a:spAutoFit/>
          </a:bodyPr>
          <a:lstStyle/>
          <a:p>
            <a:pPr algn="ctr"/>
            <a:r>
              <a:rPr lang="en-US" sz="3200" b="1" dirty="0" err="1">
                <a:latin typeface="Times New Roman" panose="02020603050405020304" pitchFamily="18" charset="0"/>
                <a:ea typeface="HK Grotesk Medium"/>
                <a:cs typeface="Times New Roman" panose="02020603050405020304" pitchFamily="18" charset="0"/>
                <a:sym typeface="HK Grotesk Medium"/>
              </a:rPr>
              <a:t>Objectifs</a:t>
            </a:r>
            <a:endParaRPr lang="en-US" sz="3200" b="1" dirty="0">
              <a:latin typeface="Times New Roman" panose="02020603050405020304" pitchFamily="18" charset="0"/>
              <a:cs typeface="Times New Roman" panose="02020603050405020304" pitchFamily="18" charset="0"/>
            </a:endParaRPr>
          </a:p>
        </p:txBody>
      </p:sp>
      <p:sp>
        <p:nvSpPr>
          <p:cNvPr id="68" name="ZoneTexte 67">
            <a:extLst>
              <a:ext uri="{FF2B5EF4-FFF2-40B4-BE49-F238E27FC236}">
                <a16:creationId xmlns:a16="http://schemas.microsoft.com/office/drawing/2014/main" id="{276EA33B-D15D-4721-8131-9132F760FEFF}"/>
              </a:ext>
            </a:extLst>
          </p:cNvPr>
          <p:cNvSpPr txBox="1"/>
          <p:nvPr/>
        </p:nvSpPr>
        <p:spPr>
          <a:xfrm>
            <a:off x="6392980" y="1263216"/>
            <a:ext cx="3852989" cy="707886"/>
          </a:xfrm>
          <a:prstGeom prst="rect">
            <a:avLst/>
          </a:prstGeom>
          <a:noFill/>
        </p:spPr>
        <p:txBody>
          <a:bodyPr wrap="square">
            <a:spAutoFit/>
          </a:bodyPr>
          <a:lstStyle/>
          <a:p>
            <a:pPr algn="ctr"/>
            <a:r>
              <a:rPr lang="fr-FR" sz="2000" b="1" dirty="0"/>
              <a:t>Fiabilité et reproductibilité des résultats de test</a:t>
            </a:r>
            <a:endParaRPr lang="fr-FR" sz="2000" b="1" dirty="0">
              <a:latin typeface="Times New Roman" panose="02020603050405020304" pitchFamily="18" charset="0"/>
              <a:cs typeface="Times New Roman" panose="02020603050405020304" pitchFamily="18" charset="0"/>
            </a:endParaRPr>
          </a:p>
        </p:txBody>
      </p:sp>
      <p:sp>
        <p:nvSpPr>
          <p:cNvPr id="69" name="ZoneTexte 68">
            <a:extLst>
              <a:ext uri="{FF2B5EF4-FFF2-40B4-BE49-F238E27FC236}">
                <a16:creationId xmlns:a16="http://schemas.microsoft.com/office/drawing/2014/main" id="{EC87FE18-C44B-4369-80A0-6936CD93BDD4}"/>
              </a:ext>
            </a:extLst>
          </p:cNvPr>
          <p:cNvSpPr txBox="1"/>
          <p:nvPr/>
        </p:nvSpPr>
        <p:spPr>
          <a:xfrm>
            <a:off x="8746019" y="2973031"/>
            <a:ext cx="3339475" cy="707886"/>
          </a:xfrm>
          <a:prstGeom prst="rect">
            <a:avLst/>
          </a:prstGeom>
          <a:noFill/>
        </p:spPr>
        <p:txBody>
          <a:bodyPr wrap="square">
            <a:spAutoFit/>
          </a:bodyPr>
          <a:lstStyle/>
          <a:p>
            <a:pPr algn="ctr"/>
            <a:r>
              <a:rPr lang="fr-FR" sz="2000" b="1" dirty="0"/>
              <a:t>Réduction des efforts de validation manuelle</a:t>
            </a:r>
            <a:endParaRPr lang="fr-FR" sz="2000" b="1" dirty="0">
              <a:latin typeface="Times New Roman" panose="02020603050405020304" pitchFamily="18" charset="0"/>
              <a:cs typeface="Times New Roman" panose="02020603050405020304" pitchFamily="18" charset="0"/>
            </a:endParaRPr>
          </a:p>
        </p:txBody>
      </p:sp>
      <p:sp>
        <p:nvSpPr>
          <p:cNvPr id="70" name="ZoneTexte 69">
            <a:extLst>
              <a:ext uri="{FF2B5EF4-FFF2-40B4-BE49-F238E27FC236}">
                <a16:creationId xmlns:a16="http://schemas.microsoft.com/office/drawing/2014/main" id="{457E718A-805A-4473-9FE0-6C457D275054}"/>
              </a:ext>
            </a:extLst>
          </p:cNvPr>
          <p:cNvSpPr txBox="1"/>
          <p:nvPr/>
        </p:nvSpPr>
        <p:spPr>
          <a:xfrm>
            <a:off x="7841103" y="5661612"/>
            <a:ext cx="2950883" cy="707886"/>
          </a:xfrm>
          <a:prstGeom prst="rect">
            <a:avLst/>
          </a:prstGeom>
          <a:noFill/>
        </p:spPr>
        <p:txBody>
          <a:bodyPr wrap="square">
            <a:spAutoFit/>
          </a:bodyPr>
          <a:lstStyle/>
          <a:p>
            <a:pPr algn="ctr"/>
            <a:r>
              <a:rPr lang="fr-FR" sz="2000" b="1" dirty="0"/>
              <a:t>Détection précoce des anomalies</a:t>
            </a:r>
            <a:endParaRPr lang="fr-FR" sz="2000" b="1" dirty="0">
              <a:latin typeface="Times New Roman" panose="02020603050405020304" pitchFamily="18" charset="0"/>
              <a:cs typeface="Times New Roman" panose="02020603050405020304" pitchFamily="18" charset="0"/>
            </a:endParaRPr>
          </a:p>
        </p:txBody>
      </p:sp>
      <p:sp>
        <p:nvSpPr>
          <p:cNvPr id="72" name="ZoneTexte 71">
            <a:extLst>
              <a:ext uri="{FF2B5EF4-FFF2-40B4-BE49-F238E27FC236}">
                <a16:creationId xmlns:a16="http://schemas.microsoft.com/office/drawing/2014/main" id="{1C4C6B1C-1CF8-45BD-8EFC-498E2891827F}"/>
              </a:ext>
            </a:extLst>
          </p:cNvPr>
          <p:cNvSpPr txBox="1"/>
          <p:nvPr/>
        </p:nvSpPr>
        <p:spPr>
          <a:xfrm>
            <a:off x="1118093" y="5661612"/>
            <a:ext cx="2950883" cy="707886"/>
          </a:xfrm>
          <a:prstGeom prst="rect">
            <a:avLst/>
          </a:prstGeom>
          <a:noFill/>
        </p:spPr>
        <p:txBody>
          <a:bodyPr wrap="square">
            <a:spAutoFit/>
          </a:bodyPr>
          <a:lstStyle/>
          <a:p>
            <a:pPr algn="ctr"/>
            <a:r>
              <a:rPr lang="fr-FR" sz="2000" b="1" dirty="0"/>
              <a:t>Amélioration de la couverture fonctionnelle</a:t>
            </a:r>
            <a:endParaRPr lang="fr-FR" sz="2000" b="1" dirty="0">
              <a:latin typeface="Times New Roman" panose="02020603050405020304" pitchFamily="18" charset="0"/>
              <a:cs typeface="Times New Roman" panose="02020603050405020304" pitchFamily="18" charset="0"/>
            </a:endParaRPr>
          </a:p>
        </p:txBody>
      </p:sp>
      <p:sp>
        <p:nvSpPr>
          <p:cNvPr id="73" name="ZoneTexte 72">
            <a:extLst>
              <a:ext uri="{FF2B5EF4-FFF2-40B4-BE49-F238E27FC236}">
                <a16:creationId xmlns:a16="http://schemas.microsoft.com/office/drawing/2014/main" id="{C66AD2E3-6D1B-49CD-B8FE-41135E9ECA8B}"/>
              </a:ext>
            </a:extLst>
          </p:cNvPr>
          <p:cNvSpPr txBox="1"/>
          <p:nvPr/>
        </p:nvSpPr>
        <p:spPr>
          <a:xfrm>
            <a:off x="201376" y="2678293"/>
            <a:ext cx="2950883" cy="1015663"/>
          </a:xfrm>
          <a:prstGeom prst="rect">
            <a:avLst/>
          </a:prstGeom>
          <a:noFill/>
        </p:spPr>
        <p:txBody>
          <a:bodyPr wrap="square">
            <a:spAutoFit/>
          </a:bodyPr>
          <a:lstStyle/>
          <a:p>
            <a:pPr algn="ctr"/>
            <a:r>
              <a:rPr lang="fr-FR" sz="2000" b="1" dirty="0"/>
              <a:t>Amélioration de la couverture  de la qualité globale</a:t>
            </a:r>
            <a:endParaRPr lang="fr-FR" sz="2000" b="1" dirty="0">
              <a:latin typeface="Times New Roman" panose="02020603050405020304" pitchFamily="18" charset="0"/>
              <a:cs typeface="Times New Roman" panose="02020603050405020304" pitchFamily="18" charset="0"/>
            </a:endParaRPr>
          </a:p>
        </p:txBody>
      </p:sp>
      <p:sp>
        <p:nvSpPr>
          <p:cNvPr id="79" name="TextBox 3">
            <a:extLst>
              <a:ext uri="{FF2B5EF4-FFF2-40B4-BE49-F238E27FC236}">
                <a16:creationId xmlns:a16="http://schemas.microsoft.com/office/drawing/2014/main" id="{2E3AD66E-00BB-4906-B29E-DC46945DFE33}"/>
              </a:ext>
            </a:extLst>
          </p:cNvPr>
          <p:cNvSpPr txBox="1"/>
          <p:nvPr/>
        </p:nvSpPr>
        <p:spPr>
          <a:xfrm>
            <a:off x="-168334" y="1060368"/>
            <a:ext cx="5547102" cy="584775"/>
          </a:xfrm>
          <a:prstGeom prst="rect">
            <a:avLst/>
          </a:prstGeom>
          <a:noFill/>
        </p:spPr>
        <p:txBody>
          <a:bodyPr wrap="square">
            <a:spAutoFit/>
          </a:bodyPr>
          <a:lstStyle/>
          <a:p>
            <a:pPr algn="ctr"/>
            <a:r>
              <a:rPr lang="en-US" sz="3200" b="1" dirty="0" err="1">
                <a:latin typeface="Times New Roman" panose="02020603050405020304" pitchFamily="18" charset="0"/>
                <a:ea typeface="HK Grotesk Medium"/>
                <a:cs typeface="Times New Roman" panose="02020603050405020304" pitchFamily="18" charset="0"/>
                <a:sym typeface="HK Grotesk Medium"/>
              </a:rPr>
              <a:t>Objectifs</a:t>
            </a:r>
            <a:r>
              <a:rPr lang="en-US" sz="3200" b="1" dirty="0">
                <a:latin typeface="Times New Roman" panose="02020603050405020304" pitchFamily="18" charset="0"/>
                <a:ea typeface="HK Grotesk Medium"/>
                <a:cs typeface="Times New Roman" panose="02020603050405020304" pitchFamily="18" charset="0"/>
                <a:sym typeface="HK Grotesk Medium"/>
              </a:rPr>
              <a:t> de la solution</a:t>
            </a:r>
            <a:endParaRPr lang="en-US" sz="3200" b="1" dirty="0">
              <a:latin typeface="Times New Roman" panose="02020603050405020304" pitchFamily="18" charset="0"/>
              <a:cs typeface="Times New Roman" panose="02020603050405020304" pitchFamily="18" charset="0"/>
            </a:endParaRPr>
          </a:p>
        </p:txBody>
      </p:sp>
      <p:sp>
        <p:nvSpPr>
          <p:cNvPr id="32" name="TextBox 27">
            <a:extLst>
              <a:ext uri="{FF2B5EF4-FFF2-40B4-BE49-F238E27FC236}">
                <a16:creationId xmlns:a16="http://schemas.microsoft.com/office/drawing/2014/main" id="{D7522F1A-5E25-4EAD-843A-C096903EF023}"/>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7</a:t>
            </a:r>
          </a:p>
        </p:txBody>
      </p:sp>
      <p:graphicFrame>
        <p:nvGraphicFramePr>
          <p:cNvPr id="31" name="Diagramme 30">
            <a:extLst>
              <a:ext uri="{FF2B5EF4-FFF2-40B4-BE49-F238E27FC236}">
                <a16:creationId xmlns:a16="http://schemas.microsoft.com/office/drawing/2014/main" id="{A60CA2C7-462D-4420-933A-1194A0CCE222}"/>
              </a:ext>
            </a:extLst>
          </p:cNvPr>
          <p:cNvGraphicFramePr/>
          <p:nvPr>
            <p:extLst>
              <p:ext uri="{D42A27DB-BD31-4B8C-83A1-F6EECF244321}">
                <p14:modId xmlns:p14="http://schemas.microsoft.com/office/powerpoint/2010/main" val="3587365427"/>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9932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heel(1)">
                                      <p:cBhvr>
                                        <p:cTn id="7" dur="2000"/>
                                        <p:tgtEl>
                                          <p:spTgt spid="44"/>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 calcmode="lin" valueType="num">
                                      <p:cBhvr>
                                        <p:cTn id="10" dur="500" fill="hold"/>
                                        <p:tgtEl>
                                          <p:spTgt spid="67"/>
                                        </p:tgtEl>
                                        <p:attrNameLst>
                                          <p:attrName>ppt_w</p:attrName>
                                        </p:attrNameLst>
                                      </p:cBhvr>
                                      <p:tavLst>
                                        <p:tav tm="0">
                                          <p:val>
                                            <p:fltVal val="0"/>
                                          </p:val>
                                        </p:tav>
                                        <p:tav tm="100000">
                                          <p:val>
                                            <p:strVal val="#ppt_w"/>
                                          </p:val>
                                        </p:tav>
                                      </p:tavLst>
                                    </p:anim>
                                    <p:anim calcmode="lin" valueType="num">
                                      <p:cBhvr>
                                        <p:cTn id="11" dur="500" fill="hold"/>
                                        <p:tgtEl>
                                          <p:spTgt spid="67"/>
                                        </p:tgtEl>
                                        <p:attrNameLst>
                                          <p:attrName>ppt_h</p:attrName>
                                        </p:attrNameLst>
                                      </p:cBhvr>
                                      <p:tavLst>
                                        <p:tav tm="0">
                                          <p:val>
                                            <p:fltVal val="0"/>
                                          </p:val>
                                        </p:tav>
                                        <p:tav tm="100000">
                                          <p:val>
                                            <p:strVal val="#ppt_h"/>
                                          </p:val>
                                        </p:tav>
                                      </p:tavLst>
                                    </p:anim>
                                    <p:animEffect transition="in" filter="fade">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left)">
                                      <p:cBhvr>
                                        <p:cTn id="17" dur="5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ipe(left)">
                                      <p:cBhvr>
                                        <p:cTn id="22" dur="500"/>
                                        <p:tgtEl>
                                          <p:spTgt spid="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wipe(left)">
                                      <p:cBhvr>
                                        <p:cTn id="27" dur="500"/>
                                        <p:tgtEl>
                                          <p:spTgt spid="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wipe(right)">
                                      <p:cBhvr>
                                        <p:cTn id="32" dur="500"/>
                                        <p:tgtEl>
                                          <p:spTgt spid="7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wipe(right)">
                                      <p:cBhvr>
                                        <p:cTn id="3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0" grpId="0"/>
      <p:bldP spid="72" grpId="0"/>
      <p:bldP spid="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B57A-F4EE-22E2-61CF-3533249974B8}"/>
            </a:ext>
          </a:extLst>
        </p:cNvPr>
        <p:cNvGrpSpPr/>
        <p:nvPr/>
      </p:nvGrpSpPr>
      <p:grpSpPr>
        <a:xfrm>
          <a:off x="0" y="0"/>
          <a:ext cx="0" cy="0"/>
          <a:chOff x="0" y="0"/>
          <a:chExt cx="0" cy="0"/>
        </a:xfrm>
      </p:grpSpPr>
      <p:sp>
        <p:nvSpPr>
          <p:cNvPr id="22" name="Arc plein 21">
            <a:extLst>
              <a:ext uri="{FF2B5EF4-FFF2-40B4-BE49-F238E27FC236}">
                <a16:creationId xmlns:a16="http://schemas.microsoft.com/office/drawing/2014/main" id="{B0499C52-085A-CB6B-FFF0-D83466CC33D9}"/>
              </a:ext>
            </a:extLst>
          </p:cNvPr>
          <p:cNvSpPr/>
          <p:nvPr/>
        </p:nvSpPr>
        <p:spPr>
          <a:xfrm>
            <a:off x="-1827946" y="-354297"/>
            <a:ext cx="7291592" cy="7291592"/>
          </a:xfrm>
          <a:prstGeom prst="blockArc">
            <a:avLst>
              <a:gd name="adj1" fmla="val 18900000"/>
              <a:gd name="adj2" fmla="val 2700000"/>
              <a:gd name="adj3" fmla="val 296"/>
            </a:avLst>
          </a:prstGeom>
          <a:solidFill>
            <a:schemeClr val="tx1">
              <a:lumMod val="50000"/>
              <a:lumOff val="50000"/>
            </a:schemeClr>
          </a:solidFill>
          <a:ln>
            <a:no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TN">
              <a:latin typeface="+mj-lt"/>
            </a:endParaRPr>
          </a:p>
        </p:txBody>
      </p:sp>
      <p:graphicFrame>
        <p:nvGraphicFramePr>
          <p:cNvPr id="7" name="Chart 6">
            <a:extLst>
              <a:ext uri="{FF2B5EF4-FFF2-40B4-BE49-F238E27FC236}">
                <a16:creationId xmlns:a16="http://schemas.microsoft.com/office/drawing/2014/main" id="{16352E14-4245-F13D-DB3B-B07679381D3A}"/>
              </a:ext>
            </a:extLst>
          </p:cNvPr>
          <p:cNvGraphicFramePr/>
          <p:nvPr/>
        </p:nvGraphicFramePr>
        <p:xfrm>
          <a:off x="1388680" y="2182163"/>
          <a:ext cx="4608792" cy="3983560"/>
        </p:xfrm>
        <a:graphic>
          <a:graphicData uri="http://schemas.openxmlformats.org/drawingml/2006/chart">
            <c:chart xmlns:c="http://schemas.openxmlformats.org/drawingml/2006/chart" xmlns:r="http://schemas.openxmlformats.org/officeDocument/2006/relationships" r:id="rId3"/>
          </a:graphicData>
        </a:graphic>
      </p:graphicFrame>
      <p:sp>
        <p:nvSpPr>
          <p:cNvPr id="27" name="Donut 101">
            <a:extLst>
              <a:ext uri="{FF2B5EF4-FFF2-40B4-BE49-F238E27FC236}">
                <a16:creationId xmlns:a16="http://schemas.microsoft.com/office/drawing/2014/main" id="{E239FEC9-9539-C1AA-9E60-4152CDB813B8}"/>
              </a:ext>
            </a:extLst>
          </p:cNvPr>
          <p:cNvSpPr/>
          <p:nvPr/>
        </p:nvSpPr>
        <p:spPr>
          <a:xfrm>
            <a:off x="963458" y="1326976"/>
            <a:ext cx="3871476" cy="3871476"/>
          </a:xfrm>
          <a:prstGeom prst="donut">
            <a:avLst>
              <a:gd name="adj" fmla="val 1514"/>
            </a:avLst>
          </a:prstGeom>
          <a:gradFill>
            <a:gsLst>
              <a:gs pos="16000">
                <a:schemeClr val="bg1">
                  <a:lumMod val="8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solidFill>
                <a:schemeClr val="tx1"/>
              </a:solidFill>
              <a:latin typeface="+mj-lt"/>
            </a:endParaRPr>
          </a:p>
        </p:txBody>
      </p:sp>
      <p:sp>
        <p:nvSpPr>
          <p:cNvPr id="29" name="Donut 2">
            <a:extLst>
              <a:ext uri="{FF2B5EF4-FFF2-40B4-BE49-F238E27FC236}">
                <a16:creationId xmlns:a16="http://schemas.microsoft.com/office/drawing/2014/main" id="{FBCDD952-3F6A-0141-9498-5EE4FEE38E34}"/>
              </a:ext>
            </a:extLst>
          </p:cNvPr>
          <p:cNvSpPr/>
          <p:nvPr/>
        </p:nvSpPr>
        <p:spPr>
          <a:xfrm>
            <a:off x="1153016" y="1464760"/>
            <a:ext cx="3519523" cy="3519523"/>
          </a:xfrm>
          <a:prstGeom prst="donut">
            <a:avLst>
              <a:gd name="adj" fmla="val 10687"/>
            </a:avLst>
          </a:prstGeom>
          <a:gradFill>
            <a:gsLst>
              <a:gs pos="16000">
                <a:schemeClr val="bg1">
                  <a:lumMod val="9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tx1"/>
              </a:solidFill>
              <a:latin typeface="+mj-lt"/>
            </a:endParaRPr>
          </a:p>
        </p:txBody>
      </p:sp>
      <p:sp>
        <p:nvSpPr>
          <p:cNvPr id="3" name="ZoneTexte 2">
            <a:extLst>
              <a:ext uri="{FF2B5EF4-FFF2-40B4-BE49-F238E27FC236}">
                <a16:creationId xmlns:a16="http://schemas.microsoft.com/office/drawing/2014/main" id="{E3AE8441-052B-B1FF-4DE5-DD9B89F64E97}"/>
              </a:ext>
            </a:extLst>
          </p:cNvPr>
          <p:cNvSpPr txBox="1"/>
          <p:nvPr/>
        </p:nvSpPr>
        <p:spPr>
          <a:xfrm>
            <a:off x="2310014" y="2891289"/>
            <a:ext cx="237566" cy="369332"/>
          </a:xfrm>
          <a:prstGeom prst="rect">
            <a:avLst/>
          </a:prstGeom>
          <a:noFill/>
        </p:spPr>
        <p:txBody>
          <a:bodyPr wrap="none" rtlCol="0">
            <a:spAutoFit/>
          </a:bodyPr>
          <a:lstStyle/>
          <a:p>
            <a:r>
              <a:rPr lang="en-US" dirty="0">
                <a:latin typeface="+mj-lt"/>
              </a:rPr>
              <a:t> </a:t>
            </a:r>
          </a:p>
        </p:txBody>
      </p:sp>
      <p:sp>
        <p:nvSpPr>
          <p:cNvPr id="4" name="Rectangle 3">
            <a:extLst>
              <a:ext uri="{FF2B5EF4-FFF2-40B4-BE49-F238E27FC236}">
                <a16:creationId xmlns:a16="http://schemas.microsoft.com/office/drawing/2014/main" id="{8AD7B60F-A7E4-0FB4-AFFF-6170FCEBBBC5}"/>
              </a:ext>
            </a:extLst>
          </p:cNvPr>
          <p:cNvSpPr/>
          <p:nvPr/>
        </p:nvSpPr>
        <p:spPr>
          <a:xfrm>
            <a:off x="1444316" y="2624356"/>
            <a:ext cx="3117721" cy="1200329"/>
          </a:xfrm>
          <a:prstGeom prst="rect">
            <a:avLst/>
          </a:prstGeom>
        </p:spPr>
        <p:txBody>
          <a:bodyPr wrap="square">
            <a:spAutoFit/>
          </a:bodyPr>
          <a:lstStyle/>
          <a:p>
            <a:pPr algn="ctr"/>
            <a:r>
              <a:rPr lang="en-US" sz="7200" b="1" dirty="0">
                <a:solidFill>
                  <a:schemeClr val="accent1">
                    <a:lumMod val="50000"/>
                  </a:schemeClr>
                </a:solidFill>
                <a:latin typeface="Times New Roman" panose="02020603050405020304" pitchFamily="18" charset="0"/>
                <a:cs typeface="Times New Roman" panose="02020603050405020304" pitchFamily="18" charset="0"/>
              </a:rPr>
              <a:t>PLAN</a:t>
            </a:r>
            <a:endParaRPr lang="fr-FR" sz="7200" b="1" dirty="0">
              <a:solidFill>
                <a:srgbClr val="002060"/>
              </a:solidFill>
              <a:latin typeface="+mj-lt"/>
            </a:endParaRPr>
          </a:p>
        </p:txBody>
      </p:sp>
      <p:grpSp>
        <p:nvGrpSpPr>
          <p:cNvPr id="47" name="Groupe 46">
            <a:extLst>
              <a:ext uri="{FF2B5EF4-FFF2-40B4-BE49-F238E27FC236}">
                <a16:creationId xmlns:a16="http://schemas.microsoft.com/office/drawing/2014/main" id="{4304ECF8-A86C-9035-AD06-F05AC5B96066}"/>
              </a:ext>
            </a:extLst>
          </p:cNvPr>
          <p:cNvGrpSpPr/>
          <p:nvPr/>
        </p:nvGrpSpPr>
        <p:grpSpPr>
          <a:xfrm>
            <a:off x="4884292" y="1852404"/>
            <a:ext cx="6486714" cy="846717"/>
            <a:chOff x="5226948" y="1852404"/>
            <a:chExt cx="6919332" cy="846717"/>
          </a:xfrm>
        </p:grpSpPr>
        <p:sp>
          <p:nvSpPr>
            <p:cNvPr id="36" name="Forme libre 35">
              <a:extLst>
                <a:ext uri="{FF2B5EF4-FFF2-40B4-BE49-F238E27FC236}">
                  <a16:creationId xmlns:a16="http://schemas.microsoft.com/office/drawing/2014/main" id="{532E3040-C435-4FE5-D17A-B84C3F26AA67}"/>
                </a:ext>
              </a:extLst>
            </p:cNvPr>
            <p:cNvSpPr/>
            <p:nvPr/>
          </p:nvSpPr>
          <p:spPr>
            <a:xfrm>
              <a:off x="5650307" y="1908048"/>
              <a:ext cx="6495973" cy="762045"/>
            </a:xfrm>
            <a:custGeom>
              <a:avLst/>
              <a:gdLst>
                <a:gd name="connsiteX0" fmla="*/ 0 w 4936243"/>
                <a:gd name="connsiteY0" fmla="*/ 112898 h 677373"/>
                <a:gd name="connsiteX1" fmla="*/ 112898 w 4936243"/>
                <a:gd name="connsiteY1" fmla="*/ 0 h 677373"/>
                <a:gd name="connsiteX2" fmla="*/ 4823345 w 4936243"/>
                <a:gd name="connsiteY2" fmla="*/ 0 h 677373"/>
                <a:gd name="connsiteX3" fmla="*/ 4936243 w 4936243"/>
                <a:gd name="connsiteY3" fmla="*/ 112898 h 677373"/>
                <a:gd name="connsiteX4" fmla="*/ 4936243 w 4936243"/>
                <a:gd name="connsiteY4" fmla="*/ 564475 h 677373"/>
                <a:gd name="connsiteX5" fmla="*/ 4823345 w 4936243"/>
                <a:gd name="connsiteY5" fmla="*/ 677373 h 677373"/>
                <a:gd name="connsiteX6" fmla="*/ 112898 w 4936243"/>
                <a:gd name="connsiteY6" fmla="*/ 677373 h 677373"/>
                <a:gd name="connsiteX7" fmla="*/ 0 w 4936243"/>
                <a:gd name="connsiteY7" fmla="*/ 564475 h 677373"/>
                <a:gd name="connsiteX8" fmla="*/ 0 w 4936243"/>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36243" h="677373">
                  <a:moveTo>
                    <a:pt x="0" y="112898"/>
                  </a:moveTo>
                  <a:cubicBezTo>
                    <a:pt x="0" y="50546"/>
                    <a:pt x="50546" y="0"/>
                    <a:pt x="112898" y="0"/>
                  </a:cubicBezTo>
                  <a:lnTo>
                    <a:pt x="4823345" y="0"/>
                  </a:lnTo>
                  <a:cubicBezTo>
                    <a:pt x="4885697" y="0"/>
                    <a:pt x="4936243" y="50546"/>
                    <a:pt x="4936243" y="112898"/>
                  </a:cubicBezTo>
                  <a:lnTo>
                    <a:pt x="4936243" y="564475"/>
                  </a:lnTo>
                  <a:cubicBezTo>
                    <a:pt x="4936243" y="626827"/>
                    <a:pt x="4885697" y="677373"/>
                    <a:pt x="4823345" y="677373"/>
                  </a:cubicBezTo>
                  <a:lnTo>
                    <a:pt x="112898" y="677373"/>
                  </a:lnTo>
                  <a:cubicBezTo>
                    <a:pt x="50546" y="677373"/>
                    <a:pt x="0" y="626827"/>
                    <a:pt x="0" y="564475"/>
                  </a:cubicBezTo>
                  <a:lnTo>
                    <a:pt x="0" y="112898"/>
                  </a:lnTo>
                  <a:close/>
                </a:path>
              </a:pathLst>
            </a:custGeom>
            <a:solidFill>
              <a:srgbClr val="3B6D11"/>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104187" rIns="104187" bIns="104187" numCol="1" spcCol="1270" anchor="ctr" anchorCtr="0">
              <a:noAutofit/>
            </a:bodyPr>
            <a:lstStyle/>
            <a:p>
              <a:pPr defTabSz="1244600">
                <a:lnSpc>
                  <a:spcPct val="90000"/>
                </a:lnSpc>
                <a:spcBef>
                  <a:spcPct val="0"/>
                </a:spcBef>
                <a:spcAft>
                  <a:spcPct val="35000"/>
                </a:spcAft>
              </a:pPr>
              <a:r>
                <a:rPr lang="fr-FR" sz="2800" b="1" dirty="0">
                  <a:solidFill>
                    <a:schemeClr val="bg1"/>
                  </a:solidFill>
                  <a:latin typeface="Times New Roman" panose="02020603050405020304" pitchFamily="18" charset="0"/>
                  <a:cs typeface="Times New Roman" panose="02020603050405020304" pitchFamily="18" charset="0"/>
                </a:rPr>
                <a:t>2. Conception de la solution</a:t>
              </a:r>
              <a:endParaRPr lang="fr-FR" sz="2300" kern="1200" dirty="0">
                <a:solidFill>
                  <a:schemeClr val="bg1"/>
                </a:solidFill>
                <a:latin typeface="Times New Roman" panose="02020603050405020304" pitchFamily="18" charset="0"/>
                <a:cs typeface="Times New Roman" panose="02020603050405020304" pitchFamily="18" charset="0"/>
              </a:endParaRPr>
            </a:p>
          </p:txBody>
        </p:sp>
        <p:sp>
          <p:nvSpPr>
            <p:cNvPr id="37" name="Ellipse 36">
              <a:extLst>
                <a:ext uri="{FF2B5EF4-FFF2-40B4-BE49-F238E27FC236}">
                  <a16:creationId xmlns:a16="http://schemas.microsoft.com/office/drawing/2014/main" id="{EB4936AF-181A-796B-6B62-D9D8452F7795}"/>
                </a:ext>
              </a:extLst>
            </p:cNvPr>
            <p:cNvSpPr/>
            <p:nvPr/>
          </p:nvSpPr>
          <p:spPr>
            <a:xfrm>
              <a:off x="5226948" y="1852404"/>
              <a:ext cx="846717" cy="846717"/>
            </a:xfrm>
            <a:prstGeom prst="ellipse">
              <a:avLst/>
            </a:prstGeom>
            <a:ln w="38100">
              <a:solidFill>
                <a:srgbClr val="3B6D1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a:latin typeface="+mj-lt"/>
              </a:endParaRPr>
            </a:p>
          </p:txBody>
        </p:sp>
        <p:pic>
          <p:nvPicPr>
            <p:cNvPr id="9" name="Image 8">
              <a:extLst>
                <a:ext uri="{FF2B5EF4-FFF2-40B4-BE49-F238E27FC236}">
                  <a16:creationId xmlns:a16="http://schemas.microsoft.com/office/drawing/2014/main" id="{B76B5E58-C7DF-84FF-1B30-8AF86F753F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20327" y="2079839"/>
              <a:ext cx="467336" cy="408585"/>
            </a:xfrm>
            <a:prstGeom prst="rect">
              <a:avLst/>
            </a:prstGeom>
          </p:spPr>
        </p:pic>
      </p:grpSp>
    </p:spTree>
    <p:extLst>
      <p:ext uri="{BB962C8B-B14F-4D97-AF65-F5344CB8AC3E}">
        <p14:creationId xmlns:p14="http://schemas.microsoft.com/office/powerpoint/2010/main" val="251864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remove" grpId="0" nodeType="withEffect">
                                  <p:stCondLst>
                                    <p:cond delay="0"/>
                                  </p:stCondLst>
                                  <p:childTnLst>
                                    <p:animRot by="21600000">
                                      <p:cBhvr>
                                        <p:cTn id="6" dur="2000" fill="hold"/>
                                        <p:tgtEl>
                                          <p:spTgt spid="29"/>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27"/>
                                        </p:tgtEl>
                                        <p:attrNameLst>
                                          <p:attrName>r</p:attrName>
                                        </p:attrNameLst>
                                      </p:cBhvr>
                                    </p:animRot>
                                  </p:childTnLst>
                                </p:cTn>
                              </p:par>
                              <p:par>
                                <p:cTn id="9" presetID="42" presetClass="path" presetSubtype="0" accel="50000" decel="50000" fill="hold" nodeType="withEffect">
                                  <p:stCondLst>
                                    <p:cond delay="0"/>
                                  </p:stCondLst>
                                  <p:childTnLst>
                                    <p:animMotion origin="layout" path="M 3.33333E-6 -0.00254 L 0.01041 0.14375 " pathEditMode="relative" rAng="0" ptsTypes="AA">
                                      <p:cBhvr>
                                        <p:cTn id="10" dur="2000" fill="hold"/>
                                        <p:tgtEl>
                                          <p:spTgt spid="47"/>
                                        </p:tgtEl>
                                        <p:attrNameLst>
                                          <p:attrName>ppt_x</p:attrName>
                                          <p:attrName>ppt_y</p:attrName>
                                        </p:attrNameLst>
                                      </p:cBhvr>
                                      <p:rCtr x="521" y="731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25FE91-2479-E11D-A65A-11BF5E4BE00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9B1EB95-43C1-419B-1160-8D2C8A5B6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TextBox 3">
            <a:extLst>
              <a:ext uri="{FF2B5EF4-FFF2-40B4-BE49-F238E27FC236}">
                <a16:creationId xmlns:a16="http://schemas.microsoft.com/office/drawing/2014/main" id="{528C5992-F3D5-4693-A702-B9C54C60CE34}"/>
              </a:ext>
            </a:extLst>
          </p:cNvPr>
          <p:cNvSpPr txBox="1"/>
          <p:nvPr/>
        </p:nvSpPr>
        <p:spPr>
          <a:xfrm>
            <a:off x="3322449" y="951152"/>
            <a:ext cx="5547102" cy="584775"/>
          </a:xfrm>
          <a:prstGeom prst="rect">
            <a:avLst/>
          </a:prstGeom>
          <a:noFill/>
        </p:spPr>
        <p:txBody>
          <a:bodyPr wrap="square">
            <a:spAutoFit/>
          </a:bodyPr>
          <a:lstStyle/>
          <a:p>
            <a:pPr algn="ctr"/>
            <a:r>
              <a:rPr lang="en-US" sz="3200" b="1" dirty="0">
                <a:latin typeface="Times New Roman" panose="02020603050405020304" pitchFamily="18" charset="0"/>
                <a:ea typeface="HK Grotesk Medium"/>
                <a:cs typeface="Times New Roman" panose="02020603050405020304" pitchFamily="18" charset="0"/>
                <a:sym typeface="HK Grotesk Medium"/>
              </a:rPr>
              <a:t>Acteur et </a:t>
            </a:r>
            <a:r>
              <a:rPr lang="en-US" sz="3200" b="1" dirty="0" err="1">
                <a:latin typeface="Times New Roman" panose="02020603050405020304" pitchFamily="18" charset="0"/>
                <a:ea typeface="HK Grotesk Medium"/>
                <a:cs typeface="Times New Roman" panose="02020603050405020304" pitchFamily="18" charset="0"/>
                <a:sym typeface="HK Grotesk Medium"/>
              </a:rPr>
              <a:t>Besoins</a:t>
            </a:r>
            <a:r>
              <a:rPr lang="en-US" sz="3200" b="1" dirty="0">
                <a:latin typeface="Times New Roman" panose="02020603050405020304" pitchFamily="18" charset="0"/>
                <a:ea typeface="HK Grotesk Medium"/>
                <a:cs typeface="Times New Roman" panose="02020603050405020304" pitchFamily="18" charset="0"/>
                <a:sym typeface="HK Grotesk Medium"/>
              </a:rPr>
              <a:t> </a:t>
            </a:r>
            <a:r>
              <a:rPr lang="en-US" sz="3200" b="1" dirty="0" err="1">
                <a:latin typeface="Times New Roman" panose="02020603050405020304" pitchFamily="18" charset="0"/>
                <a:ea typeface="HK Grotesk Medium"/>
                <a:cs typeface="Times New Roman" panose="02020603050405020304" pitchFamily="18" charset="0"/>
                <a:sym typeface="HK Grotesk Medium"/>
              </a:rPr>
              <a:t>fonctionnels</a:t>
            </a:r>
            <a:endParaRPr lang="en-US" sz="3200" b="1" dirty="0">
              <a:latin typeface="Times New Roman" panose="02020603050405020304" pitchFamily="18" charset="0"/>
              <a:cs typeface="Times New Roman" panose="02020603050405020304" pitchFamily="18" charset="0"/>
            </a:endParaRPr>
          </a:p>
        </p:txBody>
      </p:sp>
      <p:sp>
        <p:nvSpPr>
          <p:cNvPr id="34" name="TextBox 3">
            <a:extLst>
              <a:ext uri="{FF2B5EF4-FFF2-40B4-BE49-F238E27FC236}">
                <a16:creationId xmlns:a16="http://schemas.microsoft.com/office/drawing/2014/main" id="{15B70B83-3D17-4596-BB52-8D6161E8B897}"/>
              </a:ext>
            </a:extLst>
          </p:cNvPr>
          <p:cNvSpPr txBox="1"/>
          <p:nvPr/>
        </p:nvSpPr>
        <p:spPr>
          <a:xfrm>
            <a:off x="3079473" y="1860353"/>
            <a:ext cx="8677069" cy="419794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fr-FR" sz="2000" dirty="0"/>
              <a:t>Automatisation des tests d'authentification Web &amp; Mobile •</a:t>
            </a:r>
          </a:p>
          <a:p>
            <a:pPr marL="342900" indent="-342900">
              <a:lnSpc>
                <a:spcPct val="150000"/>
              </a:lnSpc>
              <a:buFont typeface="Arial" panose="020B0604020202020204" pitchFamily="34" charset="0"/>
              <a:buChar char="•"/>
            </a:pPr>
            <a:r>
              <a:rPr lang="fr-FR" sz="2000" dirty="0"/>
              <a:t> Automatisation des tests CRUD (Notes de frais, Planification, Prospects, Actions marketing…) </a:t>
            </a:r>
          </a:p>
          <a:p>
            <a:pPr marL="342900" indent="-342900">
              <a:lnSpc>
                <a:spcPct val="150000"/>
              </a:lnSpc>
              <a:buFont typeface="Arial" panose="020B0604020202020204" pitchFamily="34" charset="0"/>
              <a:buChar char="•"/>
            </a:pPr>
            <a:r>
              <a:rPr lang="fr-FR" sz="2000" dirty="0"/>
              <a:t>• Automatisation des tests de synchronisation bidirectionnelle Web ↔ Mobile • Automatisation des tests de synchronisation unidirectionnelle Web → Mobile </a:t>
            </a:r>
          </a:p>
          <a:p>
            <a:pPr marL="342900" indent="-342900">
              <a:lnSpc>
                <a:spcPct val="150000"/>
              </a:lnSpc>
              <a:buFont typeface="Arial" panose="020B0604020202020204" pitchFamily="34" charset="0"/>
              <a:buChar char="•"/>
            </a:pPr>
            <a:r>
              <a:rPr lang="fr-FR" sz="2000" dirty="0"/>
              <a:t>• Exécution via </a:t>
            </a:r>
            <a:r>
              <a:rPr lang="fr-FR" sz="2000" dirty="0" err="1"/>
              <a:t>Katalon</a:t>
            </a:r>
            <a:r>
              <a:rPr lang="fr-FR" sz="2000" dirty="0"/>
              <a:t> </a:t>
            </a:r>
            <a:r>
              <a:rPr lang="fr-FR" sz="2000" dirty="0" err="1"/>
              <a:t>TestOps</a:t>
            </a:r>
            <a:r>
              <a:rPr lang="fr-FR" sz="2000" dirty="0"/>
              <a:t> et génération de rapports analytiques • Tests de performance sous charge (</a:t>
            </a:r>
            <a:r>
              <a:rPr lang="fr-FR" sz="2000" dirty="0" err="1"/>
              <a:t>BlazeMeter</a:t>
            </a:r>
            <a:r>
              <a:rPr lang="fr-FR" sz="2000" dirty="0"/>
              <a:t>) </a:t>
            </a:r>
          </a:p>
          <a:p>
            <a:pPr marL="342900" indent="-342900">
              <a:lnSpc>
                <a:spcPct val="150000"/>
              </a:lnSpc>
              <a:buFont typeface="Arial" panose="020B0604020202020204" pitchFamily="34" charset="0"/>
              <a:buChar char="•"/>
            </a:pPr>
            <a:r>
              <a:rPr lang="fr-FR" sz="2000" dirty="0"/>
              <a:t>• Tests de sécurité — scan OWASP (</a:t>
            </a:r>
            <a:r>
              <a:rPr lang="fr-FR" sz="2000" dirty="0" err="1"/>
              <a:t>Pentest</a:t>
            </a:r>
            <a:r>
              <a:rPr lang="fr-FR" sz="2000" dirty="0"/>
              <a:t>-Tools)</a:t>
            </a:r>
            <a:endParaRPr lang="fr-FR" sz="2000" dirty="0">
              <a:latin typeface="Times New Roman" panose="02020603050405020304" pitchFamily="18" charset="0"/>
              <a:cs typeface="Times New Roman" panose="02020603050405020304" pitchFamily="18" charset="0"/>
            </a:endParaRPr>
          </a:p>
        </p:txBody>
      </p:sp>
      <p:graphicFrame>
        <p:nvGraphicFramePr>
          <p:cNvPr id="11" name="Diagramme 30">
            <a:extLst>
              <a:ext uri="{FF2B5EF4-FFF2-40B4-BE49-F238E27FC236}">
                <a16:creationId xmlns:a16="http://schemas.microsoft.com/office/drawing/2014/main" id="{7EB22911-78A3-4369-A2E4-0E53E9939919}"/>
              </a:ext>
            </a:extLst>
          </p:cNvPr>
          <p:cNvGraphicFramePr/>
          <p:nvPr>
            <p:extLst>
              <p:ext uri="{D42A27DB-BD31-4B8C-83A1-F6EECF244321}">
                <p14:modId xmlns:p14="http://schemas.microsoft.com/office/powerpoint/2010/main" val="989141055"/>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27">
            <a:extLst>
              <a:ext uri="{FF2B5EF4-FFF2-40B4-BE49-F238E27FC236}">
                <a16:creationId xmlns:a16="http://schemas.microsoft.com/office/drawing/2014/main" id="{4984F2FB-FD21-4D61-B7D0-857A4EA57271}"/>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9</a:t>
            </a:r>
          </a:p>
        </p:txBody>
      </p:sp>
      <p:sp>
        <p:nvSpPr>
          <p:cNvPr id="2" name="ZoneTexte 1">
            <a:extLst>
              <a:ext uri="{FF2B5EF4-FFF2-40B4-BE49-F238E27FC236}">
                <a16:creationId xmlns:a16="http://schemas.microsoft.com/office/drawing/2014/main" id="{1E11F9B3-2837-4509-E322-B3373AE9FE64}"/>
              </a:ext>
            </a:extLst>
          </p:cNvPr>
          <p:cNvSpPr txBox="1"/>
          <p:nvPr/>
        </p:nvSpPr>
        <p:spPr>
          <a:xfrm>
            <a:off x="1210962" y="2372497"/>
            <a:ext cx="870816" cy="369332"/>
          </a:xfrm>
          <a:prstGeom prst="rect">
            <a:avLst/>
          </a:prstGeom>
          <a:noFill/>
        </p:spPr>
        <p:txBody>
          <a:bodyPr wrap="none" rtlCol="0">
            <a:spAutoFit/>
          </a:bodyPr>
          <a:lstStyle/>
          <a:p>
            <a:r>
              <a:rPr lang="fr-FR" dirty="0"/>
              <a:t>Testeur</a:t>
            </a:r>
          </a:p>
        </p:txBody>
      </p:sp>
    </p:spTree>
    <p:extLst>
      <p:ext uri="{BB962C8B-B14F-4D97-AF65-F5344CB8AC3E}">
        <p14:creationId xmlns:p14="http://schemas.microsoft.com/office/powerpoint/2010/main" val="4159546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3">
            <a:extLst>
              <a:ext uri="{FF2B5EF4-FFF2-40B4-BE49-F238E27FC236}">
                <a16:creationId xmlns:a16="http://schemas.microsoft.com/office/drawing/2014/main" id="{421FCE5F-7285-42A3-AA75-1E67ACF7B011}"/>
              </a:ext>
            </a:extLst>
          </p:cNvPr>
          <p:cNvSpPr txBox="1"/>
          <p:nvPr/>
        </p:nvSpPr>
        <p:spPr>
          <a:xfrm>
            <a:off x="3241785" y="1013986"/>
            <a:ext cx="5547102" cy="584775"/>
          </a:xfrm>
          <a:prstGeom prst="rect">
            <a:avLst/>
          </a:prstGeom>
          <a:noFill/>
        </p:spPr>
        <p:txBody>
          <a:bodyPr wrap="square">
            <a:spAutoFit/>
          </a:bodyPr>
          <a:lstStyle/>
          <a:p>
            <a:pPr algn="ctr"/>
            <a:r>
              <a:rPr lang="en-US" sz="3200" b="1" dirty="0" err="1">
                <a:latin typeface="Times New Roman" panose="02020603050405020304" pitchFamily="18" charset="0"/>
                <a:ea typeface="HK Grotesk Medium"/>
                <a:cs typeface="Times New Roman" panose="02020603050405020304" pitchFamily="18" charset="0"/>
                <a:sym typeface="HK Grotesk Medium"/>
              </a:rPr>
              <a:t>Besoins</a:t>
            </a:r>
            <a:r>
              <a:rPr lang="en-US" sz="3200" b="1" dirty="0">
                <a:latin typeface="Times New Roman" panose="02020603050405020304" pitchFamily="18" charset="0"/>
                <a:ea typeface="HK Grotesk Medium"/>
                <a:cs typeface="Times New Roman" panose="02020603050405020304" pitchFamily="18" charset="0"/>
                <a:sym typeface="HK Grotesk Medium"/>
              </a:rPr>
              <a:t> non </a:t>
            </a:r>
            <a:r>
              <a:rPr lang="en-US" sz="3200" b="1" dirty="0" err="1">
                <a:latin typeface="Times New Roman" panose="02020603050405020304" pitchFamily="18" charset="0"/>
                <a:ea typeface="HK Grotesk Medium"/>
                <a:cs typeface="Times New Roman" panose="02020603050405020304" pitchFamily="18" charset="0"/>
                <a:sym typeface="HK Grotesk Medium"/>
              </a:rPr>
              <a:t>fonctionnels</a:t>
            </a:r>
            <a:endParaRPr lang="en-US" sz="3200" b="1" dirty="0">
              <a:latin typeface="Times New Roman" panose="02020603050405020304" pitchFamily="18" charset="0"/>
              <a:cs typeface="Times New Roman" panose="02020603050405020304" pitchFamily="18" charset="0"/>
            </a:endParaRPr>
          </a:p>
        </p:txBody>
      </p:sp>
      <p:graphicFrame>
        <p:nvGraphicFramePr>
          <p:cNvPr id="42" name="Diagramme 30">
            <a:extLst>
              <a:ext uri="{FF2B5EF4-FFF2-40B4-BE49-F238E27FC236}">
                <a16:creationId xmlns:a16="http://schemas.microsoft.com/office/drawing/2014/main" id="{0182A682-754E-491B-AB01-19F5C99D2335}"/>
              </a:ext>
            </a:extLst>
          </p:cNvPr>
          <p:cNvGraphicFramePr/>
          <p:nvPr>
            <p:extLst>
              <p:ext uri="{D42A27DB-BD31-4B8C-83A1-F6EECF244321}">
                <p14:modId xmlns:p14="http://schemas.microsoft.com/office/powerpoint/2010/main" val="1039586290"/>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p:cNvGrpSpPr/>
          <p:nvPr/>
        </p:nvGrpSpPr>
        <p:grpSpPr>
          <a:xfrm>
            <a:off x="443547" y="1712183"/>
            <a:ext cx="2351268" cy="4618826"/>
            <a:chOff x="443547" y="1712183"/>
            <a:chExt cx="2351268" cy="4618826"/>
          </a:xfrm>
        </p:grpSpPr>
        <p:grpSp>
          <p:nvGrpSpPr>
            <p:cNvPr id="59" name="Group 58">
              <a:extLst>
                <a:ext uri="{FF2B5EF4-FFF2-40B4-BE49-F238E27FC236}">
                  <a16:creationId xmlns:a16="http://schemas.microsoft.com/office/drawing/2014/main" id="{C16D0BB8-98ED-FEE0-A2F8-74EEB7EAE09B}"/>
                </a:ext>
              </a:extLst>
            </p:cNvPr>
            <p:cNvGrpSpPr/>
            <p:nvPr/>
          </p:nvGrpSpPr>
          <p:grpSpPr>
            <a:xfrm>
              <a:off x="443547" y="1712183"/>
              <a:ext cx="2351268" cy="4618826"/>
              <a:chOff x="982930" y="1545999"/>
              <a:chExt cx="2351268" cy="4618826"/>
            </a:xfrm>
          </p:grpSpPr>
          <p:grpSp>
            <p:nvGrpSpPr>
              <p:cNvPr id="32" name="Group 31">
                <a:extLst>
                  <a:ext uri="{FF2B5EF4-FFF2-40B4-BE49-F238E27FC236}">
                    <a16:creationId xmlns:a16="http://schemas.microsoft.com/office/drawing/2014/main" id="{879B6EBF-A19F-6078-B902-A269C6AFB49E}"/>
                  </a:ext>
                </a:extLst>
              </p:cNvPr>
              <p:cNvGrpSpPr/>
              <p:nvPr/>
            </p:nvGrpSpPr>
            <p:grpSpPr>
              <a:xfrm>
                <a:off x="982930" y="1545999"/>
                <a:ext cx="2351268" cy="4618826"/>
                <a:chOff x="982930" y="1545999"/>
                <a:chExt cx="2351268" cy="4618826"/>
              </a:xfrm>
            </p:grpSpPr>
            <p:sp>
              <p:nvSpPr>
                <p:cNvPr id="4" name="Freeform 2">
                  <a:extLst>
                    <a:ext uri="{FF2B5EF4-FFF2-40B4-BE49-F238E27FC236}">
                      <a16:creationId xmlns:a16="http://schemas.microsoft.com/office/drawing/2014/main" id="{F8FB3ECA-E5B1-1045-83D7-772FE150607E}"/>
                    </a:ext>
                  </a:extLst>
                </p:cNvPr>
                <p:cNvSpPr>
                  <a:spLocks noChangeArrowheads="1"/>
                </p:cNvSpPr>
                <p:nvPr/>
              </p:nvSpPr>
              <p:spPr bwMode="auto">
                <a:xfrm>
                  <a:off x="982930" y="1958020"/>
                  <a:ext cx="2351268" cy="4206805"/>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nvGrpSpPr>
                <p:cNvPr id="21" name="Group 20">
                  <a:extLst>
                    <a:ext uri="{FF2B5EF4-FFF2-40B4-BE49-F238E27FC236}">
                      <a16:creationId xmlns:a16="http://schemas.microsoft.com/office/drawing/2014/main" id="{B33AB7C1-7188-5034-15AF-07998A814A7A}"/>
                    </a:ext>
                  </a:extLst>
                </p:cNvPr>
                <p:cNvGrpSpPr/>
                <p:nvPr/>
              </p:nvGrpSpPr>
              <p:grpSpPr>
                <a:xfrm>
                  <a:off x="2155816" y="1545999"/>
                  <a:ext cx="826790" cy="826791"/>
                  <a:chOff x="2155816" y="1545999"/>
                  <a:chExt cx="826790" cy="826791"/>
                </a:xfrm>
              </p:grpSpPr>
              <p:sp>
                <p:nvSpPr>
                  <p:cNvPr id="6" name="Freeform 67">
                    <a:extLst>
                      <a:ext uri="{FF2B5EF4-FFF2-40B4-BE49-F238E27FC236}">
                        <a16:creationId xmlns:a16="http://schemas.microsoft.com/office/drawing/2014/main" id="{BC232C26-CABC-8342-A6D3-5A41C82C539D}"/>
                      </a:ext>
                    </a:extLst>
                  </p:cNvPr>
                  <p:cNvSpPr>
                    <a:spLocks noChangeArrowheads="1"/>
                  </p:cNvSpPr>
                  <p:nvPr/>
                </p:nvSpPr>
                <p:spPr bwMode="auto">
                  <a:xfrm>
                    <a:off x="2172297" y="1559736"/>
                    <a:ext cx="793829" cy="79382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sp>
                <p:nvSpPr>
                  <p:cNvPr id="7" name="Freeform 68">
                    <a:extLst>
                      <a:ext uri="{FF2B5EF4-FFF2-40B4-BE49-F238E27FC236}">
                        <a16:creationId xmlns:a16="http://schemas.microsoft.com/office/drawing/2014/main" id="{1BECC434-52C5-5246-B138-E48E309CC8F9}"/>
                      </a:ext>
                    </a:extLst>
                  </p:cNvPr>
                  <p:cNvSpPr>
                    <a:spLocks noChangeArrowheads="1"/>
                  </p:cNvSpPr>
                  <p:nvPr/>
                </p:nvSpPr>
                <p:spPr bwMode="auto">
                  <a:xfrm>
                    <a:off x="2155816" y="1545999"/>
                    <a:ext cx="826790" cy="826791"/>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grpSp>
          <p:sp>
            <p:nvSpPr>
              <p:cNvPr id="50" name="Subtitle 2">
                <a:extLst>
                  <a:ext uri="{FF2B5EF4-FFF2-40B4-BE49-F238E27FC236}">
                    <a16:creationId xmlns:a16="http://schemas.microsoft.com/office/drawing/2014/main" id="{0C8AF0EB-7FA8-1E4E-A18E-22CA4759F45D}"/>
                  </a:ext>
                </a:extLst>
              </p:cNvPr>
              <p:cNvSpPr txBox="1">
                <a:spLocks/>
              </p:cNvSpPr>
              <p:nvPr/>
            </p:nvSpPr>
            <p:spPr>
              <a:xfrm>
                <a:off x="1149058" y="3011426"/>
                <a:ext cx="1990802" cy="2310248"/>
              </a:xfrm>
              <a:prstGeom prst="rect">
                <a:avLst/>
              </a:prstGeom>
              <a:ln>
                <a:solidFill>
                  <a:schemeClr val="bg1"/>
                </a:solidFill>
              </a:ln>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buFont typeface="Arial" panose="020B0604020202020204" pitchFamily="34" charset="0"/>
                  <a:buChar char="•"/>
                </a:pPr>
                <a:r>
                  <a:rPr lang="fr-FR"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Authentification et contrôle </a:t>
                </a:r>
                <a:r>
                  <a:rPr lang="fr-FR" sz="1600" dirty="0">
                    <a:solidFill>
                      <a:schemeClr val="tx1"/>
                    </a:solidFill>
                    <a:latin typeface="Times New Roman" panose="02020603050405020304" pitchFamily="18" charset="0"/>
                    <a:cs typeface="Times New Roman" panose="02020603050405020304" pitchFamily="18" charset="0"/>
                  </a:rPr>
                  <a:t>d'accès</a:t>
                </a: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 JWT et chiffrement des mots de passe.</a:t>
                </a:r>
              </a:p>
              <a:p>
                <a:pPr algn="l">
                  <a:buFont typeface="Arial" panose="020B0604020202020204" pitchFamily="34" charset="0"/>
                  <a:buChar char="•"/>
                </a:pPr>
                <a:r>
                  <a:rPr lang="fr-FR" sz="1600" dirty="0">
                    <a:solidFill>
                      <a:schemeClr val="tx1"/>
                    </a:solidFill>
                    <a:latin typeface="Times New Roman" panose="02020603050405020304" pitchFamily="18" charset="0"/>
                    <a:cs typeface="Times New Roman" panose="02020603050405020304" pitchFamily="18" charset="0"/>
                  </a:rPr>
                  <a:t> Protection contre les injections NoSQL.</a:t>
                </a:r>
              </a:p>
              <a:p>
                <a:pPr algn="l">
                  <a:buFont typeface="Arial" panose="020B0604020202020204" pitchFamily="34" charset="0"/>
                  <a:buChar char="•"/>
                </a:pPr>
                <a:r>
                  <a:rPr lang="fr-FR" sz="1600" dirty="0">
                    <a:solidFill>
                      <a:schemeClr val="tx1"/>
                    </a:solidFill>
                    <a:latin typeface="Times New Roman" panose="02020603050405020304" pitchFamily="18" charset="0"/>
                    <a:cs typeface="Times New Roman" panose="02020603050405020304" pitchFamily="18" charset="0"/>
                  </a:rPr>
                  <a:t> Conformité OWASP</a:t>
                </a: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F6E0BCE7-1163-844C-B314-1A2032AA0881}"/>
                  </a:ext>
                </a:extLst>
              </p:cNvPr>
              <p:cNvSpPr txBox="1"/>
              <p:nvPr/>
            </p:nvSpPr>
            <p:spPr>
              <a:xfrm>
                <a:off x="1611278" y="2455482"/>
                <a:ext cx="992580" cy="369332"/>
              </a:xfrm>
              <a:prstGeom prst="rect">
                <a:avLst/>
              </a:prstGeom>
              <a:noFill/>
              <a:ln>
                <a:solidFill>
                  <a:schemeClr val="bg1"/>
                </a:solidFill>
              </a:ln>
            </p:spPr>
            <p:txBody>
              <a:bodyPr wrap="none" rtlCol="0" anchor="b" anchorCtr="0">
                <a:spAutoFit/>
              </a:bodyPr>
              <a:lstStyle/>
              <a:p>
                <a:pPr algn="ctr"/>
                <a:r>
                  <a:rPr lang="en-US" b="1" u="sng" dirty="0" err="1">
                    <a:latin typeface="Times New Roman" panose="02020603050405020304" pitchFamily="18" charset="0"/>
                    <a:cs typeface="Times New Roman" panose="02020603050405020304" pitchFamily="18" charset="0"/>
                  </a:rPr>
                  <a:t>Sécurité</a:t>
                </a:r>
                <a:endParaRPr lang="en-US" b="1" u="sng" dirty="0">
                  <a:solidFill>
                    <a:schemeClr val="tx2"/>
                  </a:solidFill>
                  <a:latin typeface="Times New Roman" panose="02020603050405020304" pitchFamily="18" charset="0"/>
                  <a:ea typeface="League Spartan" charset="0"/>
                  <a:cs typeface="Times New Roman" panose="02020603050405020304" pitchFamily="18" charset="0"/>
                </a:endParaRPr>
              </a:p>
            </p:txBody>
          </p:sp>
        </p:grpSp>
        <p:pic>
          <p:nvPicPr>
            <p:cNvPr id="5" name="Image 4" descr="Une image contenant Graphique, clipart, cercle, capture d’écran&#10;&#10;Description générée automatiquement">
              <a:extLst>
                <a:ext uri="{FF2B5EF4-FFF2-40B4-BE49-F238E27FC236}">
                  <a16:creationId xmlns:a16="http://schemas.microsoft.com/office/drawing/2014/main" id="{EC3929FD-E1BD-4966-BD96-1E9D01130108}"/>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768318" y="1842740"/>
              <a:ext cx="592314" cy="592314"/>
            </a:xfrm>
            <a:prstGeom prst="rect">
              <a:avLst/>
            </a:prstGeom>
          </p:spPr>
        </p:pic>
      </p:grpSp>
      <p:sp>
        <p:nvSpPr>
          <p:cNvPr id="53" name="TextBox 27">
            <a:extLst>
              <a:ext uri="{FF2B5EF4-FFF2-40B4-BE49-F238E27FC236}">
                <a16:creationId xmlns:a16="http://schemas.microsoft.com/office/drawing/2014/main" id="{C81482CC-00C1-44BC-9BC8-96302A0B85D5}"/>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10</a:t>
            </a:r>
          </a:p>
        </p:txBody>
      </p:sp>
      <p:grpSp>
        <p:nvGrpSpPr>
          <p:cNvPr id="8" name="Group 7"/>
          <p:cNvGrpSpPr/>
          <p:nvPr/>
        </p:nvGrpSpPr>
        <p:grpSpPr>
          <a:xfrm>
            <a:off x="3286505" y="1710728"/>
            <a:ext cx="2348521" cy="4618826"/>
            <a:chOff x="3286505" y="1710728"/>
            <a:chExt cx="2348521" cy="4618826"/>
          </a:xfrm>
        </p:grpSpPr>
        <p:sp>
          <p:nvSpPr>
            <p:cNvPr id="22" name="Subtitle 2">
              <a:extLst>
                <a:ext uri="{FF2B5EF4-FFF2-40B4-BE49-F238E27FC236}">
                  <a16:creationId xmlns:a16="http://schemas.microsoft.com/office/drawing/2014/main" id="{F34FB9AD-BA9F-48B7-A8A6-EAD6DFF4E84A}"/>
                </a:ext>
              </a:extLst>
            </p:cNvPr>
            <p:cNvSpPr txBox="1">
              <a:spLocks/>
            </p:cNvSpPr>
            <p:nvPr/>
          </p:nvSpPr>
          <p:spPr>
            <a:xfrm>
              <a:off x="3385686" y="3212326"/>
              <a:ext cx="2158119" cy="1792607"/>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buFont typeface="Arial" panose="020B0604020202020204" pitchFamily="34" charset="0"/>
                <a:buChar char="•"/>
              </a:pPr>
              <a:r>
                <a:rPr lang="fr-FR"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Stabilité et robustesse suffisantes.</a:t>
              </a:r>
              <a:endParaRPr lang="fr-FR"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 Minimiser les erreurs inattendues.</a:t>
              </a:r>
            </a:p>
            <a:p>
              <a:pPr algn="l"/>
              <a:endParaRPr lang="fr-FR"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nvGrpSpPr>
            <p:cNvPr id="3" name="Group 2"/>
            <p:cNvGrpSpPr/>
            <p:nvPr/>
          </p:nvGrpSpPr>
          <p:grpSpPr>
            <a:xfrm>
              <a:off x="3286505" y="1710728"/>
              <a:ext cx="2348521" cy="4618826"/>
              <a:chOff x="3286505" y="1710728"/>
              <a:chExt cx="2348521" cy="4618826"/>
            </a:xfrm>
          </p:grpSpPr>
          <p:grpSp>
            <p:nvGrpSpPr>
              <p:cNvPr id="14" name="Group 65">
                <a:extLst>
                  <a:ext uri="{FF2B5EF4-FFF2-40B4-BE49-F238E27FC236}">
                    <a16:creationId xmlns:a16="http://schemas.microsoft.com/office/drawing/2014/main" id="{56F29E62-1FC6-45A0-8066-0D9A2BD0F5B7}"/>
                  </a:ext>
                </a:extLst>
              </p:cNvPr>
              <p:cNvGrpSpPr/>
              <p:nvPr/>
            </p:nvGrpSpPr>
            <p:grpSpPr>
              <a:xfrm>
                <a:off x="3286505" y="1710728"/>
                <a:ext cx="2348521" cy="4618826"/>
                <a:chOff x="3597816" y="1545999"/>
                <a:chExt cx="2348521" cy="4618826"/>
              </a:xfrm>
            </p:grpSpPr>
            <p:sp>
              <p:nvSpPr>
                <p:cNvPr id="15" name="TextBox 54">
                  <a:extLst>
                    <a:ext uri="{FF2B5EF4-FFF2-40B4-BE49-F238E27FC236}">
                      <a16:creationId xmlns:a16="http://schemas.microsoft.com/office/drawing/2014/main" id="{32BED830-0F3C-4C47-9224-F8888716FD85}"/>
                    </a:ext>
                  </a:extLst>
                </p:cNvPr>
                <p:cNvSpPr txBox="1"/>
                <p:nvPr/>
              </p:nvSpPr>
              <p:spPr>
                <a:xfrm>
                  <a:off x="3909031" y="2457186"/>
                  <a:ext cx="1734053" cy="369332"/>
                </a:xfrm>
                <a:prstGeom prst="rect">
                  <a:avLst/>
                </a:prstGeom>
                <a:noFill/>
                <a:ln>
                  <a:solidFill>
                    <a:schemeClr val="bg1"/>
                  </a:solidFill>
                </a:ln>
              </p:spPr>
              <p:txBody>
                <a:bodyPr wrap="square" rtlCol="0" anchor="b" anchorCtr="0">
                  <a:spAutoFit/>
                </a:bodyPr>
                <a:lstStyle/>
                <a:p>
                  <a:pPr algn="ctr"/>
                  <a:r>
                    <a:rPr lang="en-US" b="1" u="sng" dirty="0" err="1">
                      <a:latin typeface="Times New Roman" panose="02020603050405020304" pitchFamily="18" charset="0"/>
                      <a:cs typeface="Times New Roman" panose="02020603050405020304" pitchFamily="18" charset="0"/>
                    </a:rPr>
                    <a:t>Fiabilité</a:t>
                  </a:r>
                  <a:endParaRPr lang="en-US" b="1" u="sng" dirty="0">
                    <a:solidFill>
                      <a:schemeClr val="tx2"/>
                    </a:solidFill>
                    <a:latin typeface="Times New Roman" panose="02020603050405020304" pitchFamily="18" charset="0"/>
                    <a:ea typeface="League Spartan" charset="0"/>
                    <a:cs typeface="Times New Roman" panose="02020603050405020304" pitchFamily="18" charset="0"/>
                  </a:endParaRPr>
                </a:p>
              </p:txBody>
            </p:sp>
            <p:grpSp>
              <p:nvGrpSpPr>
                <p:cNvPr id="16" name="Group 51">
                  <a:extLst>
                    <a:ext uri="{FF2B5EF4-FFF2-40B4-BE49-F238E27FC236}">
                      <a16:creationId xmlns:a16="http://schemas.microsoft.com/office/drawing/2014/main" id="{5853898C-6DCD-48A2-BEAC-17C8A808270C}"/>
                    </a:ext>
                  </a:extLst>
                </p:cNvPr>
                <p:cNvGrpSpPr/>
                <p:nvPr/>
              </p:nvGrpSpPr>
              <p:grpSpPr>
                <a:xfrm>
                  <a:off x="3597816" y="1545999"/>
                  <a:ext cx="2348521" cy="4618826"/>
                  <a:chOff x="3597816" y="1545999"/>
                  <a:chExt cx="2348521" cy="4618826"/>
                </a:xfrm>
              </p:grpSpPr>
              <p:sp>
                <p:nvSpPr>
                  <p:cNvPr id="17" name="Freeform 70">
                    <a:extLst>
                      <a:ext uri="{FF2B5EF4-FFF2-40B4-BE49-F238E27FC236}">
                        <a16:creationId xmlns:a16="http://schemas.microsoft.com/office/drawing/2014/main" id="{A710E55F-B667-43A8-9794-733242258A89}"/>
                      </a:ext>
                    </a:extLst>
                  </p:cNvPr>
                  <p:cNvSpPr>
                    <a:spLocks noChangeArrowheads="1"/>
                  </p:cNvSpPr>
                  <p:nvPr/>
                </p:nvSpPr>
                <p:spPr bwMode="auto">
                  <a:xfrm>
                    <a:off x="3597816" y="1958020"/>
                    <a:ext cx="2348521" cy="4206805"/>
                  </a:xfrm>
                  <a:custGeom>
                    <a:avLst/>
                    <a:gdLst>
                      <a:gd name="T0" fmla="*/ 203 w 3770"/>
                      <a:gd name="T1" fmla="*/ 51 h 5351"/>
                      <a:gd name="T2" fmla="*/ 203 w 3770"/>
                      <a:gd name="T3" fmla="*/ 51 h 5351"/>
                      <a:gd name="T4" fmla="*/ 50 w 3770"/>
                      <a:gd name="T5" fmla="*/ 203 h 5351"/>
                      <a:gd name="T6" fmla="*/ 50 w 3770"/>
                      <a:gd name="T7" fmla="*/ 5146 h 5351"/>
                      <a:gd name="T8" fmla="*/ 50 w 3770"/>
                      <a:gd name="T9" fmla="*/ 5146 h 5351"/>
                      <a:gd name="T10" fmla="*/ 203 w 3770"/>
                      <a:gd name="T11" fmla="*/ 5299 h 5351"/>
                      <a:gd name="T12" fmla="*/ 3566 w 3770"/>
                      <a:gd name="T13" fmla="*/ 5299 h 5351"/>
                      <a:gd name="T14" fmla="*/ 3566 w 3770"/>
                      <a:gd name="T15" fmla="*/ 5299 h 5351"/>
                      <a:gd name="T16" fmla="*/ 3719 w 3770"/>
                      <a:gd name="T17" fmla="*/ 5146 h 5351"/>
                      <a:gd name="T18" fmla="*/ 3719 w 3770"/>
                      <a:gd name="T19" fmla="*/ 203 h 5351"/>
                      <a:gd name="T20" fmla="*/ 3719 w 3770"/>
                      <a:gd name="T21" fmla="*/ 203 h 5351"/>
                      <a:gd name="T22" fmla="*/ 3566 w 3770"/>
                      <a:gd name="T23" fmla="*/ 51 h 5351"/>
                      <a:gd name="T24" fmla="*/ 203 w 3770"/>
                      <a:gd name="T25" fmla="*/ 51 h 5351"/>
                      <a:gd name="T26" fmla="*/ 3566 w 3770"/>
                      <a:gd name="T27" fmla="*/ 5350 h 5351"/>
                      <a:gd name="T28" fmla="*/ 203 w 3770"/>
                      <a:gd name="T29" fmla="*/ 5350 h 5351"/>
                      <a:gd name="T30" fmla="*/ 203 w 3770"/>
                      <a:gd name="T31" fmla="*/ 5350 h 5351"/>
                      <a:gd name="T32" fmla="*/ 0 w 3770"/>
                      <a:gd name="T33" fmla="*/ 5146 h 5351"/>
                      <a:gd name="T34" fmla="*/ 0 w 3770"/>
                      <a:gd name="T35" fmla="*/ 203 h 5351"/>
                      <a:gd name="T36" fmla="*/ 0 w 3770"/>
                      <a:gd name="T37" fmla="*/ 203 h 5351"/>
                      <a:gd name="T38" fmla="*/ 203 w 3770"/>
                      <a:gd name="T39" fmla="*/ 0 h 5351"/>
                      <a:gd name="T40" fmla="*/ 3566 w 3770"/>
                      <a:gd name="T41" fmla="*/ 0 h 5351"/>
                      <a:gd name="T42" fmla="*/ 3566 w 3770"/>
                      <a:gd name="T43" fmla="*/ 0 h 5351"/>
                      <a:gd name="T44" fmla="*/ 3769 w 3770"/>
                      <a:gd name="T45" fmla="*/ 203 h 5351"/>
                      <a:gd name="T46" fmla="*/ 3769 w 3770"/>
                      <a:gd name="T47" fmla="*/ 5146 h 5351"/>
                      <a:gd name="T48" fmla="*/ 3769 w 3770"/>
                      <a:gd name="T49" fmla="*/ 5146 h 5351"/>
                      <a:gd name="T50" fmla="*/ 3566 w 3770"/>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0" h="5351">
                        <a:moveTo>
                          <a:pt x="203" y="51"/>
                        </a:moveTo>
                        <a:lnTo>
                          <a:pt x="203" y="51"/>
                        </a:lnTo>
                        <a:cubicBezTo>
                          <a:pt x="119" y="51"/>
                          <a:pt x="50" y="119"/>
                          <a:pt x="50" y="203"/>
                        </a:cubicBezTo>
                        <a:lnTo>
                          <a:pt x="50" y="5146"/>
                        </a:lnTo>
                        <a:lnTo>
                          <a:pt x="50" y="5146"/>
                        </a:lnTo>
                        <a:cubicBezTo>
                          <a:pt x="50" y="5231"/>
                          <a:pt x="119" y="5299"/>
                          <a:pt x="203" y="5299"/>
                        </a:cubicBezTo>
                        <a:lnTo>
                          <a:pt x="3566" y="5299"/>
                        </a:lnTo>
                        <a:lnTo>
                          <a:pt x="3566" y="5299"/>
                        </a:lnTo>
                        <a:cubicBezTo>
                          <a:pt x="3650" y="5299"/>
                          <a:pt x="3719" y="5231"/>
                          <a:pt x="3719" y="5146"/>
                        </a:cubicBezTo>
                        <a:lnTo>
                          <a:pt x="3719" y="203"/>
                        </a:lnTo>
                        <a:lnTo>
                          <a:pt x="3719" y="203"/>
                        </a:lnTo>
                        <a:cubicBezTo>
                          <a:pt x="3719" y="119"/>
                          <a:pt x="3650" y="51"/>
                          <a:pt x="3566" y="51"/>
                        </a:cubicBezTo>
                        <a:lnTo>
                          <a:pt x="203" y="51"/>
                        </a:lnTo>
                        <a:close/>
                        <a:moveTo>
                          <a:pt x="3566" y="5350"/>
                        </a:moveTo>
                        <a:lnTo>
                          <a:pt x="203" y="5350"/>
                        </a:lnTo>
                        <a:lnTo>
                          <a:pt x="203" y="5350"/>
                        </a:lnTo>
                        <a:cubicBezTo>
                          <a:pt x="91" y="5350"/>
                          <a:pt x="0" y="5258"/>
                          <a:pt x="0" y="5146"/>
                        </a:cubicBezTo>
                        <a:lnTo>
                          <a:pt x="0" y="203"/>
                        </a:lnTo>
                        <a:lnTo>
                          <a:pt x="0" y="203"/>
                        </a:lnTo>
                        <a:cubicBezTo>
                          <a:pt x="0" y="92"/>
                          <a:pt x="91" y="0"/>
                          <a:pt x="203" y="0"/>
                        </a:cubicBezTo>
                        <a:lnTo>
                          <a:pt x="3566" y="0"/>
                        </a:lnTo>
                        <a:lnTo>
                          <a:pt x="3566" y="0"/>
                        </a:lnTo>
                        <a:cubicBezTo>
                          <a:pt x="3678" y="0"/>
                          <a:pt x="3769" y="92"/>
                          <a:pt x="3769" y="203"/>
                        </a:cubicBezTo>
                        <a:lnTo>
                          <a:pt x="3769" y="5146"/>
                        </a:lnTo>
                        <a:lnTo>
                          <a:pt x="3769" y="5146"/>
                        </a:lnTo>
                        <a:cubicBezTo>
                          <a:pt x="3769" y="5258"/>
                          <a:pt x="3678" y="5350"/>
                          <a:pt x="3566" y="5350"/>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nvGrpSpPr>
                  <p:cNvPr id="18" name="Group 44">
                    <a:extLst>
                      <a:ext uri="{FF2B5EF4-FFF2-40B4-BE49-F238E27FC236}">
                        <a16:creationId xmlns:a16="http://schemas.microsoft.com/office/drawing/2014/main" id="{0488BE52-D1C4-4346-9C58-C7C4F27C5A98}"/>
                      </a:ext>
                    </a:extLst>
                  </p:cNvPr>
                  <p:cNvGrpSpPr/>
                  <p:nvPr/>
                </p:nvGrpSpPr>
                <p:grpSpPr>
                  <a:xfrm>
                    <a:off x="4768970" y="1545999"/>
                    <a:ext cx="825775" cy="826791"/>
                    <a:chOff x="4768970" y="1545999"/>
                    <a:chExt cx="825775" cy="826791"/>
                  </a:xfrm>
                </p:grpSpPr>
                <p:sp>
                  <p:nvSpPr>
                    <p:cNvPr id="19" name="Freeform 138">
                      <a:extLst>
                        <a:ext uri="{FF2B5EF4-FFF2-40B4-BE49-F238E27FC236}">
                          <a16:creationId xmlns:a16="http://schemas.microsoft.com/office/drawing/2014/main" id="{81FA8908-1F28-44EB-9420-F5F894C8531E}"/>
                        </a:ext>
                      </a:extLst>
                    </p:cNvPr>
                    <p:cNvSpPr>
                      <a:spLocks noChangeArrowheads="1"/>
                    </p:cNvSpPr>
                    <p:nvPr/>
                  </p:nvSpPr>
                  <p:spPr bwMode="auto">
                    <a:xfrm>
                      <a:off x="4768970" y="1572386"/>
                      <a:ext cx="793829" cy="793827"/>
                    </a:xfrm>
                    <a:custGeom>
                      <a:avLst/>
                      <a:gdLst>
                        <a:gd name="T0" fmla="*/ 636 w 1275"/>
                        <a:gd name="T1" fmla="*/ 0 h 1275"/>
                        <a:gd name="T2" fmla="*/ 636 w 1275"/>
                        <a:gd name="T3" fmla="*/ 0 h 1275"/>
                        <a:gd name="T4" fmla="*/ 1274 w 1275"/>
                        <a:gd name="T5" fmla="*/ 637 h 1275"/>
                        <a:gd name="T6" fmla="*/ 1274 w 1275"/>
                        <a:gd name="T7" fmla="*/ 637 h 1275"/>
                        <a:gd name="T8" fmla="*/ 636 w 1275"/>
                        <a:gd name="T9" fmla="*/ 1274 h 1275"/>
                        <a:gd name="T10" fmla="*/ 636 w 1275"/>
                        <a:gd name="T11" fmla="*/ 1274 h 1275"/>
                        <a:gd name="T12" fmla="*/ 0 w 1275"/>
                        <a:gd name="T13" fmla="*/ 637 h 1275"/>
                        <a:gd name="T14" fmla="*/ 0 w 1275"/>
                        <a:gd name="T15" fmla="*/ 637 h 1275"/>
                        <a:gd name="T16" fmla="*/ 636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6" y="0"/>
                          </a:moveTo>
                          <a:lnTo>
                            <a:pt x="636" y="0"/>
                          </a:lnTo>
                          <a:cubicBezTo>
                            <a:pt x="989" y="0"/>
                            <a:pt x="1274" y="285"/>
                            <a:pt x="1274" y="637"/>
                          </a:cubicBezTo>
                          <a:lnTo>
                            <a:pt x="1274" y="637"/>
                          </a:lnTo>
                          <a:cubicBezTo>
                            <a:pt x="1274" y="988"/>
                            <a:pt x="989" y="1274"/>
                            <a:pt x="636" y="1274"/>
                          </a:cubicBezTo>
                          <a:lnTo>
                            <a:pt x="636" y="1274"/>
                          </a:lnTo>
                          <a:cubicBezTo>
                            <a:pt x="285" y="1274"/>
                            <a:pt x="0" y="988"/>
                            <a:pt x="0" y="637"/>
                          </a:cubicBezTo>
                          <a:lnTo>
                            <a:pt x="0" y="637"/>
                          </a:lnTo>
                          <a:cubicBezTo>
                            <a:pt x="0" y="285"/>
                            <a:pt x="285" y="0"/>
                            <a:pt x="636" y="0"/>
                          </a:cubicBezTo>
                        </a:path>
                      </a:pathLst>
                    </a:custGeom>
                    <a:solidFill>
                      <a:schemeClr val="bg1"/>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sp>
                  <p:nvSpPr>
                    <p:cNvPr id="20" name="Freeform 139">
                      <a:extLst>
                        <a:ext uri="{FF2B5EF4-FFF2-40B4-BE49-F238E27FC236}">
                          <a16:creationId xmlns:a16="http://schemas.microsoft.com/office/drawing/2014/main" id="{F45C1C3A-2643-4876-A3A7-9E86D974538A}"/>
                        </a:ext>
                      </a:extLst>
                    </p:cNvPr>
                    <p:cNvSpPr>
                      <a:spLocks noChangeArrowheads="1"/>
                    </p:cNvSpPr>
                    <p:nvPr/>
                  </p:nvSpPr>
                  <p:spPr bwMode="auto">
                    <a:xfrm>
                      <a:off x="4770702" y="1545999"/>
                      <a:ext cx="824043" cy="826791"/>
                    </a:xfrm>
                    <a:custGeom>
                      <a:avLst/>
                      <a:gdLst>
                        <a:gd name="T0" fmla="*/ 661 w 1325"/>
                        <a:gd name="T1" fmla="*/ 51 h 1326"/>
                        <a:gd name="T2" fmla="*/ 661 w 1325"/>
                        <a:gd name="T3" fmla="*/ 51 h 1326"/>
                        <a:gd name="T4" fmla="*/ 50 w 1325"/>
                        <a:gd name="T5" fmla="*/ 663 h 1326"/>
                        <a:gd name="T6" fmla="*/ 50 w 1325"/>
                        <a:gd name="T7" fmla="*/ 663 h 1326"/>
                        <a:gd name="T8" fmla="*/ 661 w 1325"/>
                        <a:gd name="T9" fmla="*/ 1274 h 1326"/>
                        <a:gd name="T10" fmla="*/ 661 w 1325"/>
                        <a:gd name="T11" fmla="*/ 1274 h 1326"/>
                        <a:gd name="T12" fmla="*/ 1273 w 1325"/>
                        <a:gd name="T13" fmla="*/ 663 h 1326"/>
                        <a:gd name="T14" fmla="*/ 1273 w 1325"/>
                        <a:gd name="T15" fmla="*/ 663 h 1326"/>
                        <a:gd name="T16" fmla="*/ 661 w 1325"/>
                        <a:gd name="T17" fmla="*/ 51 h 1326"/>
                        <a:gd name="T18" fmla="*/ 661 w 1325"/>
                        <a:gd name="T19" fmla="*/ 1325 h 1326"/>
                        <a:gd name="T20" fmla="*/ 661 w 1325"/>
                        <a:gd name="T21" fmla="*/ 1325 h 1326"/>
                        <a:gd name="T22" fmla="*/ 0 w 1325"/>
                        <a:gd name="T23" fmla="*/ 663 h 1326"/>
                        <a:gd name="T24" fmla="*/ 0 w 1325"/>
                        <a:gd name="T25" fmla="*/ 663 h 1326"/>
                        <a:gd name="T26" fmla="*/ 661 w 1325"/>
                        <a:gd name="T27" fmla="*/ 0 h 1326"/>
                        <a:gd name="T28" fmla="*/ 661 w 1325"/>
                        <a:gd name="T29" fmla="*/ 0 h 1326"/>
                        <a:gd name="T30" fmla="*/ 1324 w 1325"/>
                        <a:gd name="T31" fmla="*/ 663 h 1326"/>
                        <a:gd name="T32" fmla="*/ 1324 w 1325"/>
                        <a:gd name="T33" fmla="*/ 663 h 1326"/>
                        <a:gd name="T34" fmla="*/ 661 w 1325"/>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5" h="1326">
                          <a:moveTo>
                            <a:pt x="661" y="51"/>
                          </a:moveTo>
                          <a:lnTo>
                            <a:pt x="661" y="51"/>
                          </a:lnTo>
                          <a:cubicBezTo>
                            <a:pt x="325" y="51"/>
                            <a:pt x="50" y="326"/>
                            <a:pt x="50" y="663"/>
                          </a:cubicBezTo>
                          <a:lnTo>
                            <a:pt x="50" y="663"/>
                          </a:lnTo>
                          <a:cubicBezTo>
                            <a:pt x="50" y="1000"/>
                            <a:pt x="325" y="1274"/>
                            <a:pt x="661" y="1274"/>
                          </a:cubicBezTo>
                          <a:lnTo>
                            <a:pt x="661" y="1274"/>
                          </a:lnTo>
                          <a:cubicBezTo>
                            <a:pt x="999" y="1274"/>
                            <a:pt x="1273" y="1000"/>
                            <a:pt x="1273" y="663"/>
                          </a:cubicBezTo>
                          <a:lnTo>
                            <a:pt x="1273" y="663"/>
                          </a:lnTo>
                          <a:cubicBezTo>
                            <a:pt x="1273" y="326"/>
                            <a:pt x="999" y="51"/>
                            <a:pt x="661" y="51"/>
                          </a:cubicBezTo>
                          <a:close/>
                          <a:moveTo>
                            <a:pt x="661" y="1325"/>
                          </a:moveTo>
                          <a:lnTo>
                            <a:pt x="661" y="1325"/>
                          </a:lnTo>
                          <a:cubicBezTo>
                            <a:pt x="296" y="1325"/>
                            <a:pt x="0" y="1028"/>
                            <a:pt x="0" y="663"/>
                          </a:cubicBezTo>
                          <a:lnTo>
                            <a:pt x="0" y="663"/>
                          </a:lnTo>
                          <a:cubicBezTo>
                            <a:pt x="0" y="297"/>
                            <a:pt x="296" y="0"/>
                            <a:pt x="661" y="0"/>
                          </a:cubicBezTo>
                          <a:lnTo>
                            <a:pt x="661" y="0"/>
                          </a:lnTo>
                          <a:cubicBezTo>
                            <a:pt x="1027" y="0"/>
                            <a:pt x="1324" y="297"/>
                            <a:pt x="1324" y="663"/>
                          </a:cubicBezTo>
                          <a:lnTo>
                            <a:pt x="1324" y="663"/>
                          </a:lnTo>
                          <a:cubicBezTo>
                            <a:pt x="1324" y="1028"/>
                            <a:pt x="1027" y="1325"/>
                            <a:pt x="661" y="1325"/>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grpSp>
          </p:grpSp>
          <p:pic>
            <p:nvPicPr>
              <p:cNvPr id="23" name="Image 22" descr="Une image contenant symbole, Graphique, logo, Police&#10;&#10;Description générée automatiquement">
                <a:extLst>
                  <a:ext uri="{FF2B5EF4-FFF2-40B4-BE49-F238E27FC236}">
                    <a16:creationId xmlns:a16="http://schemas.microsoft.com/office/drawing/2014/main" id="{8304C5D2-5EE8-4CA0-98B0-B181D9978ED6}"/>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4556892" y="1792216"/>
                <a:ext cx="659582" cy="659582"/>
              </a:xfrm>
              <a:prstGeom prst="rect">
                <a:avLst/>
              </a:prstGeom>
            </p:spPr>
          </p:pic>
        </p:grpSp>
      </p:grpSp>
      <p:grpSp>
        <p:nvGrpSpPr>
          <p:cNvPr id="9" name="Group 8"/>
          <p:cNvGrpSpPr/>
          <p:nvPr/>
        </p:nvGrpSpPr>
        <p:grpSpPr>
          <a:xfrm>
            <a:off x="6130555" y="1646514"/>
            <a:ext cx="2348521" cy="4663920"/>
            <a:chOff x="6130555" y="1646514"/>
            <a:chExt cx="2348521" cy="4663920"/>
          </a:xfrm>
        </p:grpSpPr>
        <p:grpSp>
          <p:nvGrpSpPr>
            <p:cNvPr id="24" name="Group 66">
              <a:extLst>
                <a:ext uri="{FF2B5EF4-FFF2-40B4-BE49-F238E27FC236}">
                  <a16:creationId xmlns:a16="http://schemas.microsoft.com/office/drawing/2014/main" id="{35DA5E55-2C46-4221-9D29-C74B4BD15817}"/>
                </a:ext>
              </a:extLst>
            </p:cNvPr>
            <p:cNvGrpSpPr/>
            <p:nvPr/>
          </p:nvGrpSpPr>
          <p:grpSpPr>
            <a:xfrm>
              <a:off x="6130555" y="1646514"/>
              <a:ext cx="2348521" cy="4663920"/>
              <a:chOff x="6258631" y="1545999"/>
              <a:chExt cx="2348521" cy="4663920"/>
            </a:xfrm>
          </p:grpSpPr>
          <p:sp>
            <p:nvSpPr>
              <p:cNvPr id="25" name="Subtitle 2">
                <a:extLst>
                  <a:ext uri="{FF2B5EF4-FFF2-40B4-BE49-F238E27FC236}">
                    <a16:creationId xmlns:a16="http://schemas.microsoft.com/office/drawing/2014/main" id="{4CD7C77E-99B6-4B7A-971F-4B58AEFB2481}"/>
                  </a:ext>
                </a:extLst>
              </p:cNvPr>
              <p:cNvSpPr txBox="1">
                <a:spLocks/>
              </p:cNvSpPr>
              <p:nvPr/>
            </p:nvSpPr>
            <p:spPr>
              <a:xfrm>
                <a:off x="6413080" y="3123934"/>
                <a:ext cx="2194072" cy="1947071"/>
              </a:xfrm>
              <a:prstGeom prst="rect">
                <a:avLst/>
              </a:prstGeom>
              <a:ln>
                <a:solidFill>
                  <a:schemeClr val="bg1"/>
                </a:solidFill>
              </a:ln>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171450" indent="-171450" algn="l">
                  <a:lnSpc>
                    <a:spcPct val="150000"/>
                  </a:lnSpc>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Montée en charge.</a:t>
                </a:r>
              </a:p>
              <a:p>
                <a:pPr marL="171450" indent="-171450" algn="l">
                  <a:lnSpc>
                    <a:spcPct val="150000"/>
                  </a:lnSpc>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Augmentation dans le nombre des utilisateurs.</a:t>
                </a:r>
              </a:p>
              <a:p>
                <a:pPr marL="171450" indent="-171450" algn="l">
                  <a:lnSpc>
                    <a:spcPct val="150000"/>
                  </a:lnSpc>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Données en croissance.</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6" name="TextBox 57">
                <a:extLst>
                  <a:ext uri="{FF2B5EF4-FFF2-40B4-BE49-F238E27FC236}">
                    <a16:creationId xmlns:a16="http://schemas.microsoft.com/office/drawing/2014/main" id="{506A9850-1DE0-4361-8528-BF57686763C2}"/>
                  </a:ext>
                </a:extLst>
              </p:cNvPr>
              <p:cNvSpPr txBox="1"/>
              <p:nvPr/>
            </p:nvSpPr>
            <p:spPr>
              <a:xfrm>
                <a:off x="6860834" y="2521976"/>
                <a:ext cx="1210589" cy="369332"/>
              </a:xfrm>
              <a:prstGeom prst="rect">
                <a:avLst/>
              </a:prstGeom>
              <a:noFill/>
              <a:ln>
                <a:solidFill>
                  <a:schemeClr val="bg1"/>
                </a:solidFill>
              </a:ln>
            </p:spPr>
            <p:txBody>
              <a:bodyPr wrap="none" rtlCol="0" anchor="b" anchorCtr="0">
                <a:spAutoFit/>
              </a:bodyPr>
              <a:lstStyle/>
              <a:p>
                <a:pPr algn="ctr"/>
                <a:r>
                  <a:rPr lang="fr-FR" b="1" u="sng" dirty="0">
                    <a:latin typeface="Times New Roman" panose="02020603050405020304" pitchFamily="18" charset="0"/>
                    <a:cs typeface="Times New Roman" panose="02020603050405020304" pitchFamily="18" charset="0"/>
                  </a:rPr>
                  <a:t>Scalabilité</a:t>
                </a:r>
                <a:endParaRPr lang="en-US" b="1" u="sng" dirty="0">
                  <a:latin typeface="Times New Roman" panose="02020603050405020304" pitchFamily="18" charset="0"/>
                  <a:ea typeface="League Spartan" charset="0"/>
                  <a:cs typeface="Times New Roman" panose="02020603050405020304" pitchFamily="18" charset="0"/>
                </a:endParaRPr>
              </a:p>
            </p:txBody>
          </p:sp>
          <p:grpSp>
            <p:nvGrpSpPr>
              <p:cNvPr id="27" name="Group 33">
                <a:extLst>
                  <a:ext uri="{FF2B5EF4-FFF2-40B4-BE49-F238E27FC236}">
                    <a16:creationId xmlns:a16="http://schemas.microsoft.com/office/drawing/2014/main" id="{5E042C61-F1E4-4478-A53F-2D1B513ABC3D}"/>
                  </a:ext>
                </a:extLst>
              </p:cNvPr>
              <p:cNvGrpSpPr/>
              <p:nvPr/>
            </p:nvGrpSpPr>
            <p:grpSpPr>
              <a:xfrm>
                <a:off x="6258631" y="1545999"/>
                <a:ext cx="2348521" cy="4663920"/>
                <a:chOff x="6258631" y="1545999"/>
                <a:chExt cx="2348521" cy="4663920"/>
              </a:xfrm>
            </p:grpSpPr>
            <p:sp>
              <p:nvSpPr>
                <p:cNvPr id="28" name="Freeform 141">
                  <a:extLst>
                    <a:ext uri="{FF2B5EF4-FFF2-40B4-BE49-F238E27FC236}">
                      <a16:creationId xmlns:a16="http://schemas.microsoft.com/office/drawing/2014/main" id="{793127E4-9BE1-43B2-AB03-F92F96F80B11}"/>
                    </a:ext>
                  </a:extLst>
                </p:cNvPr>
                <p:cNvSpPr>
                  <a:spLocks noChangeArrowheads="1"/>
                </p:cNvSpPr>
                <p:nvPr/>
              </p:nvSpPr>
              <p:spPr bwMode="auto">
                <a:xfrm>
                  <a:off x="6258631" y="2003114"/>
                  <a:ext cx="2348521" cy="4206805"/>
                </a:xfrm>
                <a:custGeom>
                  <a:avLst/>
                  <a:gdLst>
                    <a:gd name="T0" fmla="*/ 204 w 3772"/>
                    <a:gd name="T1" fmla="*/ 51 h 5351"/>
                    <a:gd name="T2" fmla="*/ 204 w 3772"/>
                    <a:gd name="T3" fmla="*/ 51 h 5351"/>
                    <a:gd name="T4" fmla="*/ 51 w 3772"/>
                    <a:gd name="T5" fmla="*/ 203 h 5351"/>
                    <a:gd name="T6" fmla="*/ 51 w 3772"/>
                    <a:gd name="T7" fmla="*/ 5146 h 5351"/>
                    <a:gd name="T8" fmla="*/ 51 w 3772"/>
                    <a:gd name="T9" fmla="*/ 5146 h 5351"/>
                    <a:gd name="T10" fmla="*/ 204 w 3772"/>
                    <a:gd name="T11" fmla="*/ 5299 h 5351"/>
                    <a:gd name="T12" fmla="*/ 3567 w 3772"/>
                    <a:gd name="T13" fmla="*/ 5299 h 5351"/>
                    <a:gd name="T14" fmla="*/ 3567 w 3772"/>
                    <a:gd name="T15" fmla="*/ 5299 h 5351"/>
                    <a:gd name="T16" fmla="*/ 3720 w 3772"/>
                    <a:gd name="T17" fmla="*/ 5146 h 5351"/>
                    <a:gd name="T18" fmla="*/ 3720 w 3772"/>
                    <a:gd name="T19" fmla="*/ 203 h 5351"/>
                    <a:gd name="T20" fmla="*/ 3720 w 3772"/>
                    <a:gd name="T21" fmla="*/ 203 h 5351"/>
                    <a:gd name="T22" fmla="*/ 3567 w 3772"/>
                    <a:gd name="T23" fmla="*/ 51 h 5351"/>
                    <a:gd name="T24" fmla="*/ 204 w 3772"/>
                    <a:gd name="T25" fmla="*/ 51 h 5351"/>
                    <a:gd name="T26" fmla="*/ 3567 w 3772"/>
                    <a:gd name="T27" fmla="*/ 5350 h 5351"/>
                    <a:gd name="T28" fmla="*/ 204 w 3772"/>
                    <a:gd name="T29" fmla="*/ 5350 h 5351"/>
                    <a:gd name="T30" fmla="*/ 204 w 3772"/>
                    <a:gd name="T31" fmla="*/ 5350 h 5351"/>
                    <a:gd name="T32" fmla="*/ 0 w 3772"/>
                    <a:gd name="T33" fmla="*/ 5146 h 5351"/>
                    <a:gd name="T34" fmla="*/ 0 w 3772"/>
                    <a:gd name="T35" fmla="*/ 203 h 5351"/>
                    <a:gd name="T36" fmla="*/ 0 w 3772"/>
                    <a:gd name="T37" fmla="*/ 203 h 5351"/>
                    <a:gd name="T38" fmla="*/ 204 w 3772"/>
                    <a:gd name="T39" fmla="*/ 0 h 5351"/>
                    <a:gd name="T40" fmla="*/ 3567 w 3772"/>
                    <a:gd name="T41" fmla="*/ 0 h 5351"/>
                    <a:gd name="T42" fmla="*/ 3567 w 3772"/>
                    <a:gd name="T43" fmla="*/ 0 h 5351"/>
                    <a:gd name="T44" fmla="*/ 3771 w 3772"/>
                    <a:gd name="T45" fmla="*/ 203 h 5351"/>
                    <a:gd name="T46" fmla="*/ 3771 w 3772"/>
                    <a:gd name="T47" fmla="*/ 5146 h 5351"/>
                    <a:gd name="T48" fmla="*/ 3771 w 3772"/>
                    <a:gd name="T49" fmla="*/ 5146 h 5351"/>
                    <a:gd name="T50" fmla="*/ 3567 w 3772"/>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2" h="5351">
                      <a:moveTo>
                        <a:pt x="204" y="51"/>
                      </a:moveTo>
                      <a:lnTo>
                        <a:pt x="204" y="51"/>
                      </a:lnTo>
                      <a:cubicBezTo>
                        <a:pt x="119" y="51"/>
                        <a:pt x="51" y="119"/>
                        <a:pt x="51" y="203"/>
                      </a:cubicBezTo>
                      <a:lnTo>
                        <a:pt x="51" y="5146"/>
                      </a:lnTo>
                      <a:lnTo>
                        <a:pt x="51" y="5146"/>
                      </a:lnTo>
                      <a:cubicBezTo>
                        <a:pt x="51" y="5231"/>
                        <a:pt x="119" y="5299"/>
                        <a:pt x="204" y="5299"/>
                      </a:cubicBezTo>
                      <a:lnTo>
                        <a:pt x="3567" y="5299"/>
                      </a:lnTo>
                      <a:lnTo>
                        <a:pt x="3567" y="5299"/>
                      </a:lnTo>
                      <a:cubicBezTo>
                        <a:pt x="3652" y="5299"/>
                        <a:pt x="3720" y="5231"/>
                        <a:pt x="3720" y="5146"/>
                      </a:cubicBezTo>
                      <a:lnTo>
                        <a:pt x="3720" y="203"/>
                      </a:lnTo>
                      <a:lnTo>
                        <a:pt x="3720" y="203"/>
                      </a:lnTo>
                      <a:cubicBezTo>
                        <a:pt x="3720" y="119"/>
                        <a:pt x="3652" y="51"/>
                        <a:pt x="3567" y="51"/>
                      </a:cubicBezTo>
                      <a:lnTo>
                        <a:pt x="204" y="51"/>
                      </a:lnTo>
                      <a:close/>
                      <a:moveTo>
                        <a:pt x="3567" y="5350"/>
                      </a:moveTo>
                      <a:lnTo>
                        <a:pt x="204" y="5350"/>
                      </a:lnTo>
                      <a:lnTo>
                        <a:pt x="204" y="5350"/>
                      </a:lnTo>
                      <a:cubicBezTo>
                        <a:pt x="91" y="5350"/>
                        <a:pt x="0" y="5258"/>
                        <a:pt x="0" y="5146"/>
                      </a:cubicBezTo>
                      <a:lnTo>
                        <a:pt x="0" y="203"/>
                      </a:lnTo>
                      <a:lnTo>
                        <a:pt x="0" y="203"/>
                      </a:lnTo>
                      <a:cubicBezTo>
                        <a:pt x="0" y="92"/>
                        <a:pt x="91" y="0"/>
                        <a:pt x="204" y="0"/>
                      </a:cubicBezTo>
                      <a:lnTo>
                        <a:pt x="3567" y="0"/>
                      </a:lnTo>
                      <a:lnTo>
                        <a:pt x="3567" y="0"/>
                      </a:lnTo>
                      <a:cubicBezTo>
                        <a:pt x="3680" y="0"/>
                        <a:pt x="3771" y="92"/>
                        <a:pt x="3771" y="203"/>
                      </a:cubicBezTo>
                      <a:lnTo>
                        <a:pt x="3771" y="5146"/>
                      </a:lnTo>
                      <a:lnTo>
                        <a:pt x="3771" y="5146"/>
                      </a:lnTo>
                      <a:cubicBezTo>
                        <a:pt x="3771" y="5258"/>
                        <a:pt x="3680" y="5350"/>
                        <a:pt x="3567" y="5350"/>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nvGrpSpPr>
                <p:cNvPr id="29" name="Group 27">
                  <a:extLst>
                    <a:ext uri="{FF2B5EF4-FFF2-40B4-BE49-F238E27FC236}">
                      <a16:creationId xmlns:a16="http://schemas.microsoft.com/office/drawing/2014/main" id="{1289ED67-4AE4-46D7-A913-1095B63E3ED7}"/>
                    </a:ext>
                  </a:extLst>
                </p:cNvPr>
                <p:cNvGrpSpPr/>
                <p:nvPr/>
              </p:nvGrpSpPr>
              <p:grpSpPr>
                <a:xfrm>
                  <a:off x="7393830" y="1545999"/>
                  <a:ext cx="826790" cy="826791"/>
                  <a:chOff x="7393830" y="1545999"/>
                  <a:chExt cx="826790" cy="826791"/>
                </a:xfrm>
              </p:grpSpPr>
              <p:sp>
                <p:nvSpPr>
                  <p:cNvPr id="30" name="Freeform 208">
                    <a:extLst>
                      <a:ext uri="{FF2B5EF4-FFF2-40B4-BE49-F238E27FC236}">
                        <a16:creationId xmlns:a16="http://schemas.microsoft.com/office/drawing/2014/main" id="{E8CC475D-0870-41E5-8681-A5752C5A0038}"/>
                      </a:ext>
                    </a:extLst>
                  </p:cNvPr>
                  <p:cNvSpPr>
                    <a:spLocks noChangeArrowheads="1"/>
                  </p:cNvSpPr>
                  <p:nvPr/>
                </p:nvSpPr>
                <p:spPr bwMode="auto">
                  <a:xfrm>
                    <a:off x="7410311" y="1559736"/>
                    <a:ext cx="793829" cy="793827"/>
                  </a:xfrm>
                  <a:custGeom>
                    <a:avLst/>
                    <a:gdLst>
                      <a:gd name="T0" fmla="*/ 637 w 1275"/>
                      <a:gd name="T1" fmla="*/ 0 h 1275"/>
                      <a:gd name="T2" fmla="*/ 637 w 1275"/>
                      <a:gd name="T3" fmla="*/ 0 h 1275"/>
                      <a:gd name="T4" fmla="*/ 1274 w 1275"/>
                      <a:gd name="T5" fmla="*/ 637 h 1275"/>
                      <a:gd name="T6" fmla="*/ 1274 w 1275"/>
                      <a:gd name="T7" fmla="*/ 637 h 1275"/>
                      <a:gd name="T8" fmla="*/ 637 w 1275"/>
                      <a:gd name="T9" fmla="*/ 1274 h 1275"/>
                      <a:gd name="T10" fmla="*/ 637 w 1275"/>
                      <a:gd name="T11" fmla="*/ 1274 h 1275"/>
                      <a:gd name="T12" fmla="*/ 0 w 1275"/>
                      <a:gd name="T13" fmla="*/ 637 h 1275"/>
                      <a:gd name="T14" fmla="*/ 0 w 1275"/>
                      <a:gd name="T15" fmla="*/ 637 h 1275"/>
                      <a:gd name="T16" fmla="*/ 637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7" y="0"/>
                        </a:moveTo>
                        <a:lnTo>
                          <a:pt x="637" y="0"/>
                        </a:lnTo>
                        <a:cubicBezTo>
                          <a:pt x="989" y="0"/>
                          <a:pt x="1274" y="285"/>
                          <a:pt x="1274" y="637"/>
                        </a:cubicBezTo>
                        <a:lnTo>
                          <a:pt x="1274" y="637"/>
                        </a:lnTo>
                        <a:cubicBezTo>
                          <a:pt x="1274" y="988"/>
                          <a:pt x="989" y="1274"/>
                          <a:pt x="637" y="1274"/>
                        </a:cubicBezTo>
                        <a:lnTo>
                          <a:pt x="637" y="1274"/>
                        </a:lnTo>
                        <a:cubicBezTo>
                          <a:pt x="285" y="1274"/>
                          <a:pt x="0" y="988"/>
                          <a:pt x="0" y="637"/>
                        </a:cubicBezTo>
                        <a:lnTo>
                          <a:pt x="0" y="637"/>
                        </a:lnTo>
                        <a:cubicBezTo>
                          <a:pt x="0" y="285"/>
                          <a:pt x="285" y="0"/>
                          <a:pt x="637" y="0"/>
                        </a:cubicBezTo>
                      </a:path>
                    </a:pathLst>
                  </a:custGeom>
                  <a:solidFill>
                    <a:schemeClr val="bg1"/>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sp>
                <p:nvSpPr>
                  <p:cNvPr id="31" name="Freeform 209">
                    <a:extLst>
                      <a:ext uri="{FF2B5EF4-FFF2-40B4-BE49-F238E27FC236}">
                        <a16:creationId xmlns:a16="http://schemas.microsoft.com/office/drawing/2014/main" id="{F2A1FEEE-4762-4DA8-93F9-ECD01CBAA185}"/>
                      </a:ext>
                    </a:extLst>
                  </p:cNvPr>
                  <p:cNvSpPr>
                    <a:spLocks noChangeArrowheads="1"/>
                  </p:cNvSpPr>
                  <p:nvPr/>
                </p:nvSpPr>
                <p:spPr bwMode="auto">
                  <a:xfrm>
                    <a:off x="7393830" y="1545999"/>
                    <a:ext cx="826790" cy="826791"/>
                  </a:xfrm>
                  <a:custGeom>
                    <a:avLst/>
                    <a:gdLst>
                      <a:gd name="T0" fmla="*/ 663 w 1327"/>
                      <a:gd name="T1" fmla="*/ 51 h 1326"/>
                      <a:gd name="T2" fmla="*/ 663 w 1327"/>
                      <a:gd name="T3" fmla="*/ 51 h 1326"/>
                      <a:gd name="T4" fmla="*/ 51 w 1327"/>
                      <a:gd name="T5" fmla="*/ 663 h 1326"/>
                      <a:gd name="T6" fmla="*/ 51 w 1327"/>
                      <a:gd name="T7" fmla="*/ 663 h 1326"/>
                      <a:gd name="T8" fmla="*/ 663 w 1327"/>
                      <a:gd name="T9" fmla="*/ 1274 h 1326"/>
                      <a:gd name="T10" fmla="*/ 663 w 1327"/>
                      <a:gd name="T11" fmla="*/ 1274 h 1326"/>
                      <a:gd name="T12" fmla="*/ 1274 w 1327"/>
                      <a:gd name="T13" fmla="*/ 663 h 1326"/>
                      <a:gd name="T14" fmla="*/ 1274 w 1327"/>
                      <a:gd name="T15" fmla="*/ 663 h 1326"/>
                      <a:gd name="T16" fmla="*/ 663 w 1327"/>
                      <a:gd name="T17" fmla="*/ 51 h 1326"/>
                      <a:gd name="T18" fmla="*/ 663 w 1327"/>
                      <a:gd name="T19" fmla="*/ 1325 h 1326"/>
                      <a:gd name="T20" fmla="*/ 663 w 1327"/>
                      <a:gd name="T21" fmla="*/ 1325 h 1326"/>
                      <a:gd name="T22" fmla="*/ 0 w 1327"/>
                      <a:gd name="T23" fmla="*/ 663 h 1326"/>
                      <a:gd name="T24" fmla="*/ 0 w 1327"/>
                      <a:gd name="T25" fmla="*/ 663 h 1326"/>
                      <a:gd name="T26" fmla="*/ 663 w 1327"/>
                      <a:gd name="T27" fmla="*/ 0 h 1326"/>
                      <a:gd name="T28" fmla="*/ 663 w 1327"/>
                      <a:gd name="T29" fmla="*/ 0 h 1326"/>
                      <a:gd name="T30" fmla="*/ 1326 w 1327"/>
                      <a:gd name="T31" fmla="*/ 663 h 1326"/>
                      <a:gd name="T32" fmla="*/ 1326 w 1327"/>
                      <a:gd name="T33" fmla="*/ 663 h 1326"/>
                      <a:gd name="T34" fmla="*/ 663 w 1327"/>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7" h="1326">
                        <a:moveTo>
                          <a:pt x="663" y="51"/>
                        </a:moveTo>
                        <a:lnTo>
                          <a:pt x="663" y="51"/>
                        </a:lnTo>
                        <a:cubicBezTo>
                          <a:pt x="326" y="51"/>
                          <a:pt x="51" y="326"/>
                          <a:pt x="51" y="663"/>
                        </a:cubicBezTo>
                        <a:lnTo>
                          <a:pt x="51" y="663"/>
                        </a:lnTo>
                        <a:cubicBezTo>
                          <a:pt x="51" y="1000"/>
                          <a:pt x="326"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8" y="1325"/>
                          <a:pt x="0" y="1028"/>
                          <a:pt x="0" y="663"/>
                        </a:cubicBezTo>
                        <a:lnTo>
                          <a:pt x="0" y="663"/>
                        </a:lnTo>
                        <a:cubicBezTo>
                          <a:pt x="0" y="297"/>
                          <a:pt x="298" y="0"/>
                          <a:pt x="663" y="0"/>
                        </a:cubicBezTo>
                        <a:lnTo>
                          <a:pt x="663" y="0"/>
                        </a:lnTo>
                        <a:cubicBezTo>
                          <a:pt x="1029" y="0"/>
                          <a:pt x="1326" y="297"/>
                          <a:pt x="1326" y="663"/>
                        </a:cubicBezTo>
                        <a:lnTo>
                          <a:pt x="1326" y="663"/>
                        </a:lnTo>
                        <a:cubicBezTo>
                          <a:pt x="1326" y="1028"/>
                          <a:pt x="1029" y="1325"/>
                          <a:pt x="663" y="1325"/>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grpSp>
        </p:grpSp>
        <p:pic>
          <p:nvPicPr>
            <p:cNvPr id="33" name="Image 32" descr="Une image contenant capture d’écran, Graphique, graphisme, conception&#10;&#10;Description générée automatiquement">
              <a:extLst>
                <a:ext uri="{FF2B5EF4-FFF2-40B4-BE49-F238E27FC236}">
                  <a16:creationId xmlns:a16="http://schemas.microsoft.com/office/drawing/2014/main" id="{BA436386-0F07-4FEC-A850-2F55D1F771CB}"/>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7378706" y="1739198"/>
              <a:ext cx="554466" cy="554466"/>
            </a:xfrm>
            <a:prstGeom prst="rect">
              <a:avLst/>
            </a:prstGeom>
          </p:spPr>
        </p:pic>
      </p:grpSp>
      <p:grpSp>
        <p:nvGrpSpPr>
          <p:cNvPr id="10" name="Group 9"/>
          <p:cNvGrpSpPr/>
          <p:nvPr/>
        </p:nvGrpSpPr>
        <p:grpSpPr>
          <a:xfrm>
            <a:off x="9024981" y="1646514"/>
            <a:ext cx="2348521" cy="4618826"/>
            <a:chOff x="9024981" y="1646514"/>
            <a:chExt cx="2348521" cy="4618826"/>
          </a:xfrm>
        </p:grpSpPr>
        <p:grpSp>
          <p:nvGrpSpPr>
            <p:cNvPr id="34" name="Group 67">
              <a:extLst>
                <a:ext uri="{FF2B5EF4-FFF2-40B4-BE49-F238E27FC236}">
                  <a16:creationId xmlns:a16="http://schemas.microsoft.com/office/drawing/2014/main" id="{46D2CB87-D0C7-4D2B-B1F2-52029549A0C6}"/>
                </a:ext>
              </a:extLst>
            </p:cNvPr>
            <p:cNvGrpSpPr/>
            <p:nvPr/>
          </p:nvGrpSpPr>
          <p:grpSpPr>
            <a:xfrm>
              <a:off x="9024981" y="1646514"/>
              <a:ext cx="2348521" cy="4618826"/>
              <a:chOff x="8841322" y="1545999"/>
              <a:chExt cx="2348521" cy="4618826"/>
            </a:xfrm>
          </p:grpSpPr>
          <p:sp>
            <p:nvSpPr>
              <p:cNvPr id="35" name="Subtitle 2">
                <a:extLst>
                  <a:ext uri="{FF2B5EF4-FFF2-40B4-BE49-F238E27FC236}">
                    <a16:creationId xmlns:a16="http://schemas.microsoft.com/office/drawing/2014/main" id="{92BB41A5-C2AF-492A-89C1-3688971635CE}"/>
                  </a:ext>
                </a:extLst>
              </p:cNvPr>
              <p:cNvSpPr txBox="1">
                <a:spLocks/>
              </p:cNvSpPr>
              <p:nvPr/>
            </p:nvSpPr>
            <p:spPr>
              <a:xfrm>
                <a:off x="8931584" y="3034580"/>
                <a:ext cx="2258259" cy="1947071"/>
              </a:xfrm>
              <a:prstGeom prst="rect">
                <a:avLst/>
              </a:prstGeom>
              <a:ln>
                <a:solidFill>
                  <a:schemeClr val="bg1"/>
                </a:solidFill>
              </a:ln>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85750" indent="-285750" algn="l">
                  <a:lnSpc>
                    <a:spcPct val="150000"/>
                  </a:lnSpc>
                  <a:buFont typeface="Arial" panose="020B0604020202020204" pitchFamily="34" charset="0"/>
                  <a:buChar char="•"/>
                </a:pPr>
                <a:r>
                  <a:rPr lang="fr-FR" sz="1600" dirty="0">
                    <a:solidFill>
                      <a:schemeClr val="tx1"/>
                    </a:solidFill>
                    <a:latin typeface="Times New Roman" panose="02020603050405020304" pitchFamily="18" charset="0"/>
                    <a:cs typeface="Times New Roman" panose="02020603050405020304" pitchFamily="18" charset="0"/>
                  </a:rPr>
                  <a:t>Minimisation des données.</a:t>
                </a:r>
              </a:p>
              <a:p>
                <a:pPr marL="285750" indent="-285750" algn="l">
                  <a:lnSpc>
                    <a:spcPct val="150000"/>
                  </a:lnSpc>
                  <a:buFont typeface="Arial" panose="020B0604020202020204" pitchFamily="34" charset="0"/>
                  <a:buChar char="•"/>
                </a:pPr>
                <a:r>
                  <a:rPr lang="fr-FR" sz="1600" dirty="0">
                    <a:solidFill>
                      <a:schemeClr val="tx1"/>
                    </a:solidFill>
                    <a:latin typeface="Times New Roman" panose="02020603050405020304" pitchFamily="18" charset="0"/>
                    <a:cs typeface="Times New Roman" panose="02020603050405020304" pitchFamily="18" charset="0"/>
                  </a:rPr>
                  <a:t>Durée de conservation limitée.</a:t>
                </a:r>
              </a:p>
              <a:p>
                <a:pPr marL="285750" indent="-285750" algn="l">
                  <a:lnSpc>
                    <a:spcPct val="150000"/>
                  </a:lnSpc>
                  <a:buFont typeface="Arial" panose="020B0604020202020204" pitchFamily="34" charset="0"/>
                  <a:buChar char="•"/>
                </a:pPr>
                <a:r>
                  <a:rPr lang="fr-FR" sz="1600" dirty="0">
                    <a:solidFill>
                      <a:schemeClr val="tx1"/>
                    </a:solidFill>
                    <a:latin typeface="Times New Roman" panose="02020603050405020304" pitchFamily="18" charset="0"/>
                    <a:cs typeface="Times New Roman" panose="02020603050405020304" pitchFamily="18" charset="0"/>
                  </a:rPr>
                  <a:t>Stockage sécurisé</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36" name="TextBox 60">
                <a:extLst>
                  <a:ext uri="{FF2B5EF4-FFF2-40B4-BE49-F238E27FC236}">
                    <a16:creationId xmlns:a16="http://schemas.microsoft.com/office/drawing/2014/main" id="{6939AA24-F653-47B9-9108-37171AB59B1E}"/>
                  </a:ext>
                </a:extLst>
              </p:cNvPr>
              <p:cNvSpPr txBox="1"/>
              <p:nvPr/>
            </p:nvSpPr>
            <p:spPr>
              <a:xfrm>
                <a:off x="9056704" y="2478636"/>
                <a:ext cx="1947970" cy="369332"/>
              </a:xfrm>
              <a:prstGeom prst="rect">
                <a:avLst/>
              </a:prstGeom>
              <a:noFill/>
              <a:ln>
                <a:solidFill>
                  <a:schemeClr val="bg1"/>
                </a:solidFill>
              </a:ln>
            </p:spPr>
            <p:txBody>
              <a:bodyPr wrap="none" rtlCol="0" anchor="b" anchorCtr="0">
                <a:spAutoFit/>
              </a:bodyPr>
              <a:lstStyle/>
              <a:p>
                <a:pPr algn="ctr"/>
                <a:r>
                  <a:rPr lang="fr-FR" b="1" u="sng" dirty="0">
                    <a:latin typeface="Times New Roman" panose="02020603050405020304" pitchFamily="18" charset="0"/>
                    <a:cs typeface="Times New Roman" panose="02020603050405020304" pitchFamily="18" charset="0"/>
                  </a:rPr>
                  <a:t>Conformité légale</a:t>
                </a:r>
                <a:endParaRPr lang="en-US" b="1" u="sng" dirty="0">
                  <a:solidFill>
                    <a:schemeClr val="tx1">
                      <a:lumMod val="95000"/>
                      <a:lumOff val="5000"/>
                    </a:schemeClr>
                  </a:solidFill>
                  <a:latin typeface="Times New Roman" panose="02020603050405020304" pitchFamily="18" charset="0"/>
                  <a:ea typeface="League Spartan" charset="0"/>
                  <a:cs typeface="Times New Roman" panose="02020603050405020304" pitchFamily="18" charset="0"/>
                </a:endParaRPr>
              </a:p>
            </p:txBody>
          </p:sp>
          <p:grpSp>
            <p:nvGrpSpPr>
              <p:cNvPr id="37" name="Group 55">
                <a:extLst>
                  <a:ext uri="{FF2B5EF4-FFF2-40B4-BE49-F238E27FC236}">
                    <a16:creationId xmlns:a16="http://schemas.microsoft.com/office/drawing/2014/main" id="{55393F60-7928-4680-96FB-8C86034DBF8D}"/>
                  </a:ext>
                </a:extLst>
              </p:cNvPr>
              <p:cNvGrpSpPr/>
              <p:nvPr/>
            </p:nvGrpSpPr>
            <p:grpSpPr>
              <a:xfrm>
                <a:off x="8841322" y="1545999"/>
                <a:ext cx="2348521" cy="4618826"/>
                <a:chOff x="8841322" y="1545999"/>
                <a:chExt cx="2348521" cy="4618826"/>
              </a:xfrm>
            </p:grpSpPr>
            <p:sp>
              <p:nvSpPr>
                <p:cNvPr id="38" name="Freeform 141">
                  <a:extLst>
                    <a:ext uri="{FF2B5EF4-FFF2-40B4-BE49-F238E27FC236}">
                      <a16:creationId xmlns:a16="http://schemas.microsoft.com/office/drawing/2014/main" id="{C1377FF0-D6F0-40D5-8CB9-9F7C2CB64690}"/>
                    </a:ext>
                  </a:extLst>
                </p:cNvPr>
                <p:cNvSpPr>
                  <a:spLocks noChangeArrowheads="1"/>
                </p:cNvSpPr>
                <p:nvPr/>
              </p:nvSpPr>
              <p:spPr bwMode="auto">
                <a:xfrm>
                  <a:off x="8841322" y="1958020"/>
                  <a:ext cx="2348521" cy="4206805"/>
                </a:xfrm>
                <a:custGeom>
                  <a:avLst/>
                  <a:gdLst>
                    <a:gd name="T0" fmla="*/ 204 w 3772"/>
                    <a:gd name="T1" fmla="*/ 51 h 5351"/>
                    <a:gd name="T2" fmla="*/ 204 w 3772"/>
                    <a:gd name="T3" fmla="*/ 51 h 5351"/>
                    <a:gd name="T4" fmla="*/ 51 w 3772"/>
                    <a:gd name="T5" fmla="*/ 203 h 5351"/>
                    <a:gd name="T6" fmla="*/ 51 w 3772"/>
                    <a:gd name="T7" fmla="*/ 5146 h 5351"/>
                    <a:gd name="T8" fmla="*/ 51 w 3772"/>
                    <a:gd name="T9" fmla="*/ 5146 h 5351"/>
                    <a:gd name="T10" fmla="*/ 204 w 3772"/>
                    <a:gd name="T11" fmla="*/ 5299 h 5351"/>
                    <a:gd name="T12" fmla="*/ 3567 w 3772"/>
                    <a:gd name="T13" fmla="*/ 5299 h 5351"/>
                    <a:gd name="T14" fmla="*/ 3567 w 3772"/>
                    <a:gd name="T15" fmla="*/ 5299 h 5351"/>
                    <a:gd name="T16" fmla="*/ 3720 w 3772"/>
                    <a:gd name="T17" fmla="*/ 5146 h 5351"/>
                    <a:gd name="T18" fmla="*/ 3720 w 3772"/>
                    <a:gd name="T19" fmla="*/ 203 h 5351"/>
                    <a:gd name="T20" fmla="*/ 3720 w 3772"/>
                    <a:gd name="T21" fmla="*/ 203 h 5351"/>
                    <a:gd name="T22" fmla="*/ 3567 w 3772"/>
                    <a:gd name="T23" fmla="*/ 51 h 5351"/>
                    <a:gd name="T24" fmla="*/ 204 w 3772"/>
                    <a:gd name="T25" fmla="*/ 51 h 5351"/>
                    <a:gd name="T26" fmla="*/ 3567 w 3772"/>
                    <a:gd name="T27" fmla="*/ 5350 h 5351"/>
                    <a:gd name="T28" fmla="*/ 204 w 3772"/>
                    <a:gd name="T29" fmla="*/ 5350 h 5351"/>
                    <a:gd name="T30" fmla="*/ 204 w 3772"/>
                    <a:gd name="T31" fmla="*/ 5350 h 5351"/>
                    <a:gd name="T32" fmla="*/ 0 w 3772"/>
                    <a:gd name="T33" fmla="*/ 5146 h 5351"/>
                    <a:gd name="T34" fmla="*/ 0 w 3772"/>
                    <a:gd name="T35" fmla="*/ 203 h 5351"/>
                    <a:gd name="T36" fmla="*/ 0 w 3772"/>
                    <a:gd name="T37" fmla="*/ 203 h 5351"/>
                    <a:gd name="T38" fmla="*/ 204 w 3772"/>
                    <a:gd name="T39" fmla="*/ 0 h 5351"/>
                    <a:gd name="T40" fmla="*/ 3567 w 3772"/>
                    <a:gd name="T41" fmla="*/ 0 h 5351"/>
                    <a:gd name="T42" fmla="*/ 3567 w 3772"/>
                    <a:gd name="T43" fmla="*/ 0 h 5351"/>
                    <a:gd name="T44" fmla="*/ 3771 w 3772"/>
                    <a:gd name="T45" fmla="*/ 203 h 5351"/>
                    <a:gd name="T46" fmla="*/ 3771 w 3772"/>
                    <a:gd name="T47" fmla="*/ 5146 h 5351"/>
                    <a:gd name="T48" fmla="*/ 3771 w 3772"/>
                    <a:gd name="T49" fmla="*/ 5146 h 5351"/>
                    <a:gd name="T50" fmla="*/ 3567 w 3772"/>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2" h="5351">
                      <a:moveTo>
                        <a:pt x="204" y="51"/>
                      </a:moveTo>
                      <a:lnTo>
                        <a:pt x="204" y="51"/>
                      </a:lnTo>
                      <a:cubicBezTo>
                        <a:pt x="119" y="51"/>
                        <a:pt x="51" y="119"/>
                        <a:pt x="51" y="203"/>
                      </a:cubicBezTo>
                      <a:lnTo>
                        <a:pt x="51" y="5146"/>
                      </a:lnTo>
                      <a:lnTo>
                        <a:pt x="51" y="5146"/>
                      </a:lnTo>
                      <a:cubicBezTo>
                        <a:pt x="51" y="5231"/>
                        <a:pt x="119" y="5299"/>
                        <a:pt x="204" y="5299"/>
                      </a:cubicBezTo>
                      <a:lnTo>
                        <a:pt x="3567" y="5299"/>
                      </a:lnTo>
                      <a:lnTo>
                        <a:pt x="3567" y="5299"/>
                      </a:lnTo>
                      <a:cubicBezTo>
                        <a:pt x="3652" y="5299"/>
                        <a:pt x="3720" y="5231"/>
                        <a:pt x="3720" y="5146"/>
                      </a:cubicBezTo>
                      <a:lnTo>
                        <a:pt x="3720" y="203"/>
                      </a:lnTo>
                      <a:lnTo>
                        <a:pt x="3720" y="203"/>
                      </a:lnTo>
                      <a:cubicBezTo>
                        <a:pt x="3720" y="119"/>
                        <a:pt x="3652" y="51"/>
                        <a:pt x="3567" y="51"/>
                      </a:cubicBezTo>
                      <a:lnTo>
                        <a:pt x="204" y="51"/>
                      </a:lnTo>
                      <a:close/>
                      <a:moveTo>
                        <a:pt x="3567" y="5350"/>
                      </a:moveTo>
                      <a:lnTo>
                        <a:pt x="204" y="5350"/>
                      </a:lnTo>
                      <a:lnTo>
                        <a:pt x="204" y="5350"/>
                      </a:lnTo>
                      <a:cubicBezTo>
                        <a:pt x="91" y="5350"/>
                        <a:pt x="0" y="5258"/>
                        <a:pt x="0" y="5146"/>
                      </a:cubicBezTo>
                      <a:lnTo>
                        <a:pt x="0" y="203"/>
                      </a:lnTo>
                      <a:lnTo>
                        <a:pt x="0" y="203"/>
                      </a:lnTo>
                      <a:cubicBezTo>
                        <a:pt x="0" y="92"/>
                        <a:pt x="91" y="0"/>
                        <a:pt x="204" y="0"/>
                      </a:cubicBezTo>
                      <a:lnTo>
                        <a:pt x="3567" y="0"/>
                      </a:lnTo>
                      <a:lnTo>
                        <a:pt x="3567" y="0"/>
                      </a:lnTo>
                      <a:cubicBezTo>
                        <a:pt x="3680" y="0"/>
                        <a:pt x="3771" y="92"/>
                        <a:pt x="3771" y="203"/>
                      </a:cubicBezTo>
                      <a:lnTo>
                        <a:pt x="3771" y="5146"/>
                      </a:lnTo>
                      <a:lnTo>
                        <a:pt x="3771" y="5146"/>
                      </a:lnTo>
                      <a:cubicBezTo>
                        <a:pt x="3771" y="5258"/>
                        <a:pt x="3680" y="5350"/>
                        <a:pt x="3567" y="5350"/>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nvGrpSpPr>
                <p:cNvPr id="39" name="Group 52">
                  <a:extLst>
                    <a:ext uri="{FF2B5EF4-FFF2-40B4-BE49-F238E27FC236}">
                      <a16:creationId xmlns:a16="http://schemas.microsoft.com/office/drawing/2014/main" id="{21E4E511-7E58-4092-B6BD-EAADC191D981}"/>
                    </a:ext>
                  </a:extLst>
                </p:cNvPr>
                <p:cNvGrpSpPr/>
                <p:nvPr/>
              </p:nvGrpSpPr>
              <p:grpSpPr>
                <a:xfrm>
                  <a:off x="10014208" y="1545999"/>
                  <a:ext cx="826790" cy="826791"/>
                  <a:chOff x="10014208" y="1545999"/>
                  <a:chExt cx="826790" cy="826791"/>
                </a:xfrm>
              </p:grpSpPr>
              <p:sp>
                <p:nvSpPr>
                  <p:cNvPr id="40" name="Freeform 208">
                    <a:extLst>
                      <a:ext uri="{FF2B5EF4-FFF2-40B4-BE49-F238E27FC236}">
                        <a16:creationId xmlns:a16="http://schemas.microsoft.com/office/drawing/2014/main" id="{3A1E7508-09CE-41D0-9BB2-E662435A4AEB}"/>
                      </a:ext>
                    </a:extLst>
                  </p:cNvPr>
                  <p:cNvSpPr>
                    <a:spLocks noChangeArrowheads="1"/>
                  </p:cNvSpPr>
                  <p:nvPr/>
                </p:nvSpPr>
                <p:spPr bwMode="auto">
                  <a:xfrm>
                    <a:off x="10030689" y="1559736"/>
                    <a:ext cx="793829" cy="793827"/>
                  </a:xfrm>
                  <a:custGeom>
                    <a:avLst/>
                    <a:gdLst>
                      <a:gd name="T0" fmla="*/ 637 w 1275"/>
                      <a:gd name="T1" fmla="*/ 0 h 1275"/>
                      <a:gd name="T2" fmla="*/ 637 w 1275"/>
                      <a:gd name="T3" fmla="*/ 0 h 1275"/>
                      <a:gd name="T4" fmla="*/ 1274 w 1275"/>
                      <a:gd name="T5" fmla="*/ 637 h 1275"/>
                      <a:gd name="T6" fmla="*/ 1274 w 1275"/>
                      <a:gd name="T7" fmla="*/ 637 h 1275"/>
                      <a:gd name="T8" fmla="*/ 637 w 1275"/>
                      <a:gd name="T9" fmla="*/ 1274 h 1275"/>
                      <a:gd name="T10" fmla="*/ 637 w 1275"/>
                      <a:gd name="T11" fmla="*/ 1274 h 1275"/>
                      <a:gd name="T12" fmla="*/ 0 w 1275"/>
                      <a:gd name="T13" fmla="*/ 637 h 1275"/>
                      <a:gd name="T14" fmla="*/ 0 w 1275"/>
                      <a:gd name="T15" fmla="*/ 637 h 1275"/>
                      <a:gd name="T16" fmla="*/ 637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7" y="0"/>
                        </a:moveTo>
                        <a:lnTo>
                          <a:pt x="637" y="0"/>
                        </a:lnTo>
                        <a:cubicBezTo>
                          <a:pt x="989" y="0"/>
                          <a:pt x="1274" y="285"/>
                          <a:pt x="1274" y="637"/>
                        </a:cubicBezTo>
                        <a:lnTo>
                          <a:pt x="1274" y="637"/>
                        </a:lnTo>
                        <a:cubicBezTo>
                          <a:pt x="1274" y="988"/>
                          <a:pt x="989" y="1274"/>
                          <a:pt x="637" y="1274"/>
                        </a:cubicBezTo>
                        <a:lnTo>
                          <a:pt x="637" y="1274"/>
                        </a:lnTo>
                        <a:cubicBezTo>
                          <a:pt x="285" y="1274"/>
                          <a:pt x="0" y="988"/>
                          <a:pt x="0" y="637"/>
                        </a:cubicBezTo>
                        <a:lnTo>
                          <a:pt x="0" y="637"/>
                        </a:lnTo>
                        <a:cubicBezTo>
                          <a:pt x="0" y="285"/>
                          <a:pt x="285" y="0"/>
                          <a:pt x="637" y="0"/>
                        </a:cubicBezTo>
                      </a:path>
                    </a:pathLst>
                  </a:custGeom>
                  <a:solidFill>
                    <a:schemeClr val="bg1"/>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sp>
                <p:nvSpPr>
                  <p:cNvPr id="41" name="Freeform 209">
                    <a:extLst>
                      <a:ext uri="{FF2B5EF4-FFF2-40B4-BE49-F238E27FC236}">
                        <a16:creationId xmlns:a16="http://schemas.microsoft.com/office/drawing/2014/main" id="{4754C9C6-14A0-4495-B4F9-4DC64AAEC9EF}"/>
                      </a:ext>
                    </a:extLst>
                  </p:cNvPr>
                  <p:cNvSpPr>
                    <a:spLocks noChangeArrowheads="1"/>
                  </p:cNvSpPr>
                  <p:nvPr/>
                </p:nvSpPr>
                <p:spPr bwMode="auto">
                  <a:xfrm>
                    <a:off x="10014208" y="1545999"/>
                    <a:ext cx="826790" cy="826791"/>
                  </a:xfrm>
                  <a:custGeom>
                    <a:avLst/>
                    <a:gdLst>
                      <a:gd name="T0" fmla="*/ 663 w 1327"/>
                      <a:gd name="T1" fmla="*/ 51 h 1326"/>
                      <a:gd name="T2" fmla="*/ 663 w 1327"/>
                      <a:gd name="T3" fmla="*/ 51 h 1326"/>
                      <a:gd name="T4" fmla="*/ 51 w 1327"/>
                      <a:gd name="T5" fmla="*/ 663 h 1326"/>
                      <a:gd name="T6" fmla="*/ 51 w 1327"/>
                      <a:gd name="T7" fmla="*/ 663 h 1326"/>
                      <a:gd name="T8" fmla="*/ 663 w 1327"/>
                      <a:gd name="T9" fmla="*/ 1274 h 1326"/>
                      <a:gd name="T10" fmla="*/ 663 w 1327"/>
                      <a:gd name="T11" fmla="*/ 1274 h 1326"/>
                      <a:gd name="T12" fmla="*/ 1274 w 1327"/>
                      <a:gd name="T13" fmla="*/ 663 h 1326"/>
                      <a:gd name="T14" fmla="*/ 1274 w 1327"/>
                      <a:gd name="T15" fmla="*/ 663 h 1326"/>
                      <a:gd name="T16" fmla="*/ 663 w 1327"/>
                      <a:gd name="T17" fmla="*/ 51 h 1326"/>
                      <a:gd name="T18" fmla="*/ 663 w 1327"/>
                      <a:gd name="T19" fmla="*/ 1325 h 1326"/>
                      <a:gd name="T20" fmla="*/ 663 w 1327"/>
                      <a:gd name="T21" fmla="*/ 1325 h 1326"/>
                      <a:gd name="T22" fmla="*/ 0 w 1327"/>
                      <a:gd name="T23" fmla="*/ 663 h 1326"/>
                      <a:gd name="T24" fmla="*/ 0 w 1327"/>
                      <a:gd name="T25" fmla="*/ 663 h 1326"/>
                      <a:gd name="T26" fmla="*/ 663 w 1327"/>
                      <a:gd name="T27" fmla="*/ 0 h 1326"/>
                      <a:gd name="T28" fmla="*/ 663 w 1327"/>
                      <a:gd name="T29" fmla="*/ 0 h 1326"/>
                      <a:gd name="T30" fmla="*/ 1326 w 1327"/>
                      <a:gd name="T31" fmla="*/ 663 h 1326"/>
                      <a:gd name="T32" fmla="*/ 1326 w 1327"/>
                      <a:gd name="T33" fmla="*/ 663 h 1326"/>
                      <a:gd name="T34" fmla="*/ 663 w 1327"/>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7" h="1326">
                        <a:moveTo>
                          <a:pt x="663" y="51"/>
                        </a:moveTo>
                        <a:lnTo>
                          <a:pt x="663" y="51"/>
                        </a:lnTo>
                        <a:cubicBezTo>
                          <a:pt x="326" y="51"/>
                          <a:pt x="51" y="326"/>
                          <a:pt x="51" y="663"/>
                        </a:cubicBezTo>
                        <a:lnTo>
                          <a:pt x="51" y="663"/>
                        </a:lnTo>
                        <a:cubicBezTo>
                          <a:pt x="51" y="1000"/>
                          <a:pt x="326"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8" y="1325"/>
                          <a:pt x="0" y="1028"/>
                          <a:pt x="0" y="663"/>
                        </a:cubicBezTo>
                        <a:lnTo>
                          <a:pt x="0" y="663"/>
                        </a:lnTo>
                        <a:cubicBezTo>
                          <a:pt x="0" y="297"/>
                          <a:pt x="298" y="0"/>
                          <a:pt x="663" y="0"/>
                        </a:cubicBezTo>
                        <a:lnTo>
                          <a:pt x="663" y="0"/>
                        </a:lnTo>
                        <a:cubicBezTo>
                          <a:pt x="1029" y="0"/>
                          <a:pt x="1326" y="297"/>
                          <a:pt x="1326" y="663"/>
                        </a:cubicBezTo>
                        <a:lnTo>
                          <a:pt x="1326" y="663"/>
                        </a:lnTo>
                        <a:cubicBezTo>
                          <a:pt x="1326" y="1028"/>
                          <a:pt x="1029" y="1325"/>
                          <a:pt x="663" y="1325"/>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grpSp>
        </p:grpSp>
        <p:pic>
          <p:nvPicPr>
            <p:cNvPr id="43" name="Image 42" descr="Une image contenant capture d’écran, clipart, dessin humoristique, conception&#10;&#10;Description générée automatiquement">
              <a:extLst>
                <a:ext uri="{FF2B5EF4-FFF2-40B4-BE49-F238E27FC236}">
                  <a16:creationId xmlns:a16="http://schemas.microsoft.com/office/drawing/2014/main" id="{D334E7AD-DF8E-4E83-BADB-54BFD4CF8EE1}"/>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10338993" y="1790313"/>
              <a:ext cx="544537" cy="544537"/>
            </a:xfrm>
            <a:prstGeom prst="rect">
              <a:avLst/>
            </a:prstGeom>
          </p:spPr>
        </p:pic>
      </p:grpSp>
    </p:spTree>
    <p:extLst>
      <p:ext uri="{BB962C8B-B14F-4D97-AF65-F5344CB8AC3E}">
        <p14:creationId xmlns:p14="http://schemas.microsoft.com/office/powerpoint/2010/main" val="2292590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3">
            <a:extLst>
              <a:ext uri="{FF2B5EF4-FFF2-40B4-BE49-F238E27FC236}">
                <a16:creationId xmlns:a16="http://schemas.microsoft.com/office/drawing/2014/main" id="{421FCE5F-7285-42A3-AA75-1E67ACF7B011}"/>
              </a:ext>
            </a:extLst>
          </p:cNvPr>
          <p:cNvSpPr txBox="1"/>
          <p:nvPr/>
        </p:nvSpPr>
        <p:spPr>
          <a:xfrm>
            <a:off x="3241785" y="1013986"/>
            <a:ext cx="5547102" cy="584775"/>
          </a:xfrm>
          <a:prstGeom prst="rect">
            <a:avLst/>
          </a:prstGeom>
          <a:noFill/>
        </p:spPr>
        <p:txBody>
          <a:bodyPr wrap="square">
            <a:spAutoFit/>
          </a:bodyPr>
          <a:lstStyle/>
          <a:p>
            <a:pPr algn="ctr"/>
            <a:r>
              <a:rPr lang="en-US" sz="3200" b="1" dirty="0" err="1">
                <a:latin typeface="Times New Roman" panose="02020603050405020304" pitchFamily="18" charset="0"/>
                <a:ea typeface="HK Grotesk Medium"/>
                <a:cs typeface="Times New Roman" panose="02020603050405020304" pitchFamily="18" charset="0"/>
                <a:sym typeface="HK Grotesk Medium"/>
              </a:rPr>
              <a:t>Besoins</a:t>
            </a:r>
            <a:r>
              <a:rPr lang="en-US" sz="3200" b="1" dirty="0">
                <a:latin typeface="Times New Roman" panose="02020603050405020304" pitchFamily="18" charset="0"/>
                <a:ea typeface="HK Grotesk Medium"/>
                <a:cs typeface="Times New Roman" panose="02020603050405020304" pitchFamily="18" charset="0"/>
                <a:sym typeface="HK Grotesk Medium"/>
              </a:rPr>
              <a:t> non </a:t>
            </a:r>
            <a:r>
              <a:rPr lang="en-US" sz="3200" b="1" dirty="0" err="1">
                <a:latin typeface="Times New Roman" panose="02020603050405020304" pitchFamily="18" charset="0"/>
                <a:ea typeface="HK Grotesk Medium"/>
                <a:cs typeface="Times New Roman" panose="02020603050405020304" pitchFamily="18" charset="0"/>
                <a:sym typeface="HK Grotesk Medium"/>
              </a:rPr>
              <a:t>fonctionnels</a:t>
            </a:r>
            <a:endParaRPr lang="en-US" sz="3200" b="1" dirty="0">
              <a:latin typeface="Times New Roman" panose="02020603050405020304" pitchFamily="18" charset="0"/>
              <a:cs typeface="Times New Roman" panose="02020603050405020304" pitchFamily="18" charset="0"/>
            </a:endParaRPr>
          </a:p>
        </p:txBody>
      </p:sp>
      <p:graphicFrame>
        <p:nvGraphicFramePr>
          <p:cNvPr id="42" name="Diagramme 30">
            <a:extLst>
              <a:ext uri="{FF2B5EF4-FFF2-40B4-BE49-F238E27FC236}">
                <a16:creationId xmlns:a16="http://schemas.microsoft.com/office/drawing/2014/main" id="{0182A682-754E-491B-AB01-19F5C99D2335}"/>
              </a:ext>
            </a:extLst>
          </p:cNvPr>
          <p:cNvGraphicFramePr/>
          <p:nvPr>
            <p:extLst>
              <p:ext uri="{D42A27DB-BD31-4B8C-83A1-F6EECF244321}">
                <p14:modId xmlns:p14="http://schemas.microsoft.com/office/powerpoint/2010/main" val="4174832096"/>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p:cNvGrpSpPr/>
          <p:nvPr/>
        </p:nvGrpSpPr>
        <p:grpSpPr>
          <a:xfrm>
            <a:off x="1930234" y="1841436"/>
            <a:ext cx="2351268" cy="4618826"/>
            <a:chOff x="1930234" y="1841436"/>
            <a:chExt cx="2351268" cy="4618826"/>
          </a:xfrm>
        </p:grpSpPr>
        <p:grpSp>
          <p:nvGrpSpPr>
            <p:cNvPr id="59" name="Group 58">
              <a:extLst>
                <a:ext uri="{FF2B5EF4-FFF2-40B4-BE49-F238E27FC236}">
                  <a16:creationId xmlns:a16="http://schemas.microsoft.com/office/drawing/2014/main" id="{C16D0BB8-98ED-FEE0-A2F8-74EEB7EAE09B}"/>
                </a:ext>
              </a:extLst>
            </p:cNvPr>
            <p:cNvGrpSpPr/>
            <p:nvPr/>
          </p:nvGrpSpPr>
          <p:grpSpPr>
            <a:xfrm>
              <a:off x="1930234" y="1841436"/>
              <a:ext cx="2351268" cy="4618826"/>
              <a:chOff x="982930" y="1545999"/>
              <a:chExt cx="2351268" cy="4618826"/>
            </a:xfrm>
          </p:grpSpPr>
          <p:grpSp>
            <p:nvGrpSpPr>
              <p:cNvPr id="32" name="Group 31">
                <a:extLst>
                  <a:ext uri="{FF2B5EF4-FFF2-40B4-BE49-F238E27FC236}">
                    <a16:creationId xmlns:a16="http://schemas.microsoft.com/office/drawing/2014/main" id="{879B6EBF-A19F-6078-B902-A269C6AFB49E}"/>
                  </a:ext>
                </a:extLst>
              </p:cNvPr>
              <p:cNvGrpSpPr/>
              <p:nvPr/>
            </p:nvGrpSpPr>
            <p:grpSpPr>
              <a:xfrm>
                <a:off x="982930" y="1545999"/>
                <a:ext cx="2351268" cy="4618826"/>
                <a:chOff x="982930" y="1545999"/>
                <a:chExt cx="2351268" cy="4618826"/>
              </a:xfrm>
            </p:grpSpPr>
            <p:sp>
              <p:nvSpPr>
                <p:cNvPr id="4" name="Freeform 2">
                  <a:extLst>
                    <a:ext uri="{FF2B5EF4-FFF2-40B4-BE49-F238E27FC236}">
                      <a16:creationId xmlns:a16="http://schemas.microsoft.com/office/drawing/2014/main" id="{F8FB3ECA-E5B1-1045-83D7-772FE150607E}"/>
                    </a:ext>
                  </a:extLst>
                </p:cNvPr>
                <p:cNvSpPr>
                  <a:spLocks noChangeArrowheads="1"/>
                </p:cNvSpPr>
                <p:nvPr/>
              </p:nvSpPr>
              <p:spPr bwMode="auto">
                <a:xfrm>
                  <a:off x="982930" y="1958020"/>
                  <a:ext cx="2351268" cy="4206805"/>
                </a:xfrm>
                <a:custGeom>
                  <a:avLst/>
                  <a:gdLst>
                    <a:gd name="T0" fmla="*/ 204 w 3773"/>
                    <a:gd name="T1" fmla="*/ 51 h 5351"/>
                    <a:gd name="T2" fmla="*/ 204 w 3773"/>
                    <a:gd name="T3" fmla="*/ 51 h 5351"/>
                    <a:gd name="T4" fmla="*/ 51 w 3773"/>
                    <a:gd name="T5" fmla="*/ 203 h 5351"/>
                    <a:gd name="T6" fmla="*/ 51 w 3773"/>
                    <a:gd name="T7" fmla="*/ 5146 h 5351"/>
                    <a:gd name="T8" fmla="*/ 51 w 3773"/>
                    <a:gd name="T9" fmla="*/ 5146 h 5351"/>
                    <a:gd name="T10" fmla="*/ 204 w 3773"/>
                    <a:gd name="T11" fmla="*/ 5299 h 5351"/>
                    <a:gd name="T12" fmla="*/ 3568 w 3773"/>
                    <a:gd name="T13" fmla="*/ 5299 h 5351"/>
                    <a:gd name="T14" fmla="*/ 3568 w 3773"/>
                    <a:gd name="T15" fmla="*/ 5299 h 5351"/>
                    <a:gd name="T16" fmla="*/ 3721 w 3773"/>
                    <a:gd name="T17" fmla="*/ 5146 h 5351"/>
                    <a:gd name="T18" fmla="*/ 3721 w 3773"/>
                    <a:gd name="T19" fmla="*/ 203 h 5351"/>
                    <a:gd name="T20" fmla="*/ 3721 w 3773"/>
                    <a:gd name="T21" fmla="*/ 203 h 5351"/>
                    <a:gd name="T22" fmla="*/ 3568 w 3773"/>
                    <a:gd name="T23" fmla="*/ 51 h 5351"/>
                    <a:gd name="T24" fmla="*/ 204 w 3773"/>
                    <a:gd name="T25" fmla="*/ 51 h 5351"/>
                    <a:gd name="T26" fmla="*/ 3568 w 3773"/>
                    <a:gd name="T27" fmla="*/ 5350 h 5351"/>
                    <a:gd name="T28" fmla="*/ 204 w 3773"/>
                    <a:gd name="T29" fmla="*/ 5350 h 5351"/>
                    <a:gd name="T30" fmla="*/ 204 w 3773"/>
                    <a:gd name="T31" fmla="*/ 5350 h 5351"/>
                    <a:gd name="T32" fmla="*/ 0 w 3773"/>
                    <a:gd name="T33" fmla="*/ 5146 h 5351"/>
                    <a:gd name="T34" fmla="*/ 0 w 3773"/>
                    <a:gd name="T35" fmla="*/ 203 h 5351"/>
                    <a:gd name="T36" fmla="*/ 0 w 3773"/>
                    <a:gd name="T37" fmla="*/ 203 h 5351"/>
                    <a:gd name="T38" fmla="*/ 204 w 3773"/>
                    <a:gd name="T39" fmla="*/ 0 h 5351"/>
                    <a:gd name="T40" fmla="*/ 3568 w 3773"/>
                    <a:gd name="T41" fmla="*/ 0 h 5351"/>
                    <a:gd name="T42" fmla="*/ 3568 w 3773"/>
                    <a:gd name="T43" fmla="*/ 0 h 5351"/>
                    <a:gd name="T44" fmla="*/ 3772 w 3773"/>
                    <a:gd name="T45" fmla="*/ 203 h 5351"/>
                    <a:gd name="T46" fmla="*/ 3772 w 3773"/>
                    <a:gd name="T47" fmla="*/ 5146 h 5351"/>
                    <a:gd name="T48" fmla="*/ 3772 w 3773"/>
                    <a:gd name="T49" fmla="*/ 5146 h 5351"/>
                    <a:gd name="T50" fmla="*/ 3568 w 3773"/>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3" h="5351">
                      <a:moveTo>
                        <a:pt x="204" y="51"/>
                      </a:moveTo>
                      <a:lnTo>
                        <a:pt x="204" y="51"/>
                      </a:lnTo>
                      <a:cubicBezTo>
                        <a:pt x="120" y="51"/>
                        <a:pt x="51" y="119"/>
                        <a:pt x="51" y="203"/>
                      </a:cubicBezTo>
                      <a:lnTo>
                        <a:pt x="51" y="5146"/>
                      </a:lnTo>
                      <a:lnTo>
                        <a:pt x="51" y="5146"/>
                      </a:lnTo>
                      <a:cubicBezTo>
                        <a:pt x="51" y="5231"/>
                        <a:pt x="120" y="5299"/>
                        <a:pt x="204" y="5299"/>
                      </a:cubicBezTo>
                      <a:lnTo>
                        <a:pt x="3568" y="5299"/>
                      </a:lnTo>
                      <a:lnTo>
                        <a:pt x="3568" y="5299"/>
                      </a:lnTo>
                      <a:cubicBezTo>
                        <a:pt x="3652" y="5299"/>
                        <a:pt x="3721" y="5231"/>
                        <a:pt x="3721" y="5146"/>
                      </a:cubicBezTo>
                      <a:lnTo>
                        <a:pt x="3721" y="203"/>
                      </a:lnTo>
                      <a:lnTo>
                        <a:pt x="3721" y="203"/>
                      </a:lnTo>
                      <a:cubicBezTo>
                        <a:pt x="3721" y="119"/>
                        <a:pt x="3652" y="51"/>
                        <a:pt x="3568" y="51"/>
                      </a:cubicBezTo>
                      <a:lnTo>
                        <a:pt x="204" y="51"/>
                      </a:lnTo>
                      <a:close/>
                      <a:moveTo>
                        <a:pt x="3568" y="5350"/>
                      </a:moveTo>
                      <a:lnTo>
                        <a:pt x="204" y="5350"/>
                      </a:lnTo>
                      <a:lnTo>
                        <a:pt x="204" y="5350"/>
                      </a:lnTo>
                      <a:cubicBezTo>
                        <a:pt x="92" y="5350"/>
                        <a:pt x="0" y="5258"/>
                        <a:pt x="0" y="5146"/>
                      </a:cubicBezTo>
                      <a:lnTo>
                        <a:pt x="0" y="203"/>
                      </a:lnTo>
                      <a:lnTo>
                        <a:pt x="0" y="203"/>
                      </a:lnTo>
                      <a:cubicBezTo>
                        <a:pt x="0" y="92"/>
                        <a:pt x="92" y="0"/>
                        <a:pt x="204" y="0"/>
                      </a:cubicBezTo>
                      <a:lnTo>
                        <a:pt x="3568" y="0"/>
                      </a:lnTo>
                      <a:lnTo>
                        <a:pt x="3568" y="0"/>
                      </a:lnTo>
                      <a:cubicBezTo>
                        <a:pt x="3680" y="0"/>
                        <a:pt x="3772" y="92"/>
                        <a:pt x="3772" y="203"/>
                      </a:cubicBezTo>
                      <a:lnTo>
                        <a:pt x="3772" y="5146"/>
                      </a:lnTo>
                      <a:lnTo>
                        <a:pt x="3772" y="5146"/>
                      </a:lnTo>
                      <a:cubicBezTo>
                        <a:pt x="3772" y="5258"/>
                        <a:pt x="3680" y="5350"/>
                        <a:pt x="3568" y="5350"/>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nvGrpSpPr>
                <p:cNvPr id="21" name="Group 20">
                  <a:extLst>
                    <a:ext uri="{FF2B5EF4-FFF2-40B4-BE49-F238E27FC236}">
                      <a16:creationId xmlns:a16="http://schemas.microsoft.com/office/drawing/2014/main" id="{B33AB7C1-7188-5034-15AF-07998A814A7A}"/>
                    </a:ext>
                  </a:extLst>
                </p:cNvPr>
                <p:cNvGrpSpPr/>
                <p:nvPr/>
              </p:nvGrpSpPr>
              <p:grpSpPr>
                <a:xfrm>
                  <a:off x="2155816" y="1545999"/>
                  <a:ext cx="826790" cy="826791"/>
                  <a:chOff x="2155816" y="1545999"/>
                  <a:chExt cx="826790" cy="826791"/>
                </a:xfrm>
              </p:grpSpPr>
              <p:sp>
                <p:nvSpPr>
                  <p:cNvPr id="6" name="Freeform 67">
                    <a:extLst>
                      <a:ext uri="{FF2B5EF4-FFF2-40B4-BE49-F238E27FC236}">
                        <a16:creationId xmlns:a16="http://schemas.microsoft.com/office/drawing/2014/main" id="{BC232C26-CABC-8342-A6D3-5A41C82C539D}"/>
                      </a:ext>
                    </a:extLst>
                  </p:cNvPr>
                  <p:cNvSpPr>
                    <a:spLocks noChangeArrowheads="1"/>
                  </p:cNvSpPr>
                  <p:nvPr/>
                </p:nvSpPr>
                <p:spPr bwMode="auto">
                  <a:xfrm>
                    <a:off x="2172297" y="1559736"/>
                    <a:ext cx="793829" cy="793827"/>
                  </a:xfrm>
                  <a:custGeom>
                    <a:avLst/>
                    <a:gdLst>
                      <a:gd name="T0" fmla="*/ 637 w 1274"/>
                      <a:gd name="T1" fmla="*/ 0 h 1275"/>
                      <a:gd name="T2" fmla="*/ 637 w 1274"/>
                      <a:gd name="T3" fmla="*/ 0 h 1275"/>
                      <a:gd name="T4" fmla="*/ 1273 w 1274"/>
                      <a:gd name="T5" fmla="*/ 637 h 1275"/>
                      <a:gd name="T6" fmla="*/ 1273 w 1274"/>
                      <a:gd name="T7" fmla="*/ 637 h 1275"/>
                      <a:gd name="T8" fmla="*/ 637 w 1274"/>
                      <a:gd name="T9" fmla="*/ 1274 h 1275"/>
                      <a:gd name="T10" fmla="*/ 637 w 1274"/>
                      <a:gd name="T11" fmla="*/ 1274 h 1275"/>
                      <a:gd name="T12" fmla="*/ 0 w 1274"/>
                      <a:gd name="T13" fmla="*/ 637 h 1275"/>
                      <a:gd name="T14" fmla="*/ 0 w 1274"/>
                      <a:gd name="T15" fmla="*/ 637 h 1275"/>
                      <a:gd name="T16" fmla="*/ 637 w 1274"/>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4" h="1275">
                        <a:moveTo>
                          <a:pt x="637" y="0"/>
                        </a:moveTo>
                        <a:lnTo>
                          <a:pt x="637" y="0"/>
                        </a:lnTo>
                        <a:cubicBezTo>
                          <a:pt x="988" y="0"/>
                          <a:pt x="1273" y="285"/>
                          <a:pt x="1273" y="637"/>
                        </a:cubicBezTo>
                        <a:lnTo>
                          <a:pt x="1273" y="637"/>
                        </a:lnTo>
                        <a:cubicBezTo>
                          <a:pt x="1273" y="988"/>
                          <a:pt x="988" y="1274"/>
                          <a:pt x="637" y="1274"/>
                        </a:cubicBezTo>
                        <a:lnTo>
                          <a:pt x="637" y="1274"/>
                        </a:lnTo>
                        <a:cubicBezTo>
                          <a:pt x="284" y="1274"/>
                          <a:pt x="0" y="988"/>
                          <a:pt x="0" y="637"/>
                        </a:cubicBezTo>
                        <a:lnTo>
                          <a:pt x="0" y="637"/>
                        </a:lnTo>
                        <a:cubicBezTo>
                          <a:pt x="0" y="285"/>
                          <a:pt x="284" y="0"/>
                          <a:pt x="637" y="0"/>
                        </a:cubicBezTo>
                      </a:path>
                    </a:pathLst>
                  </a:custGeom>
                  <a:solidFill>
                    <a:schemeClr val="bg1"/>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sp>
                <p:nvSpPr>
                  <p:cNvPr id="7" name="Freeform 68">
                    <a:extLst>
                      <a:ext uri="{FF2B5EF4-FFF2-40B4-BE49-F238E27FC236}">
                        <a16:creationId xmlns:a16="http://schemas.microsoft.com/office/drawing/2014/main" id="{1BECC434-52C5-5246-B138-E48E309CC8F9}"/>
                      </a:ext>
                    </a:extLst>
                  </p:cNvPr>
                  <p:cNvSpPr>
                    <a:spLocks noChangeArrowheads="1"/>
                  </p:cNvSpPr>
                  <p:nvPr/>
                </p:nvSpPr>
                <p:spPr bwMode="auto">
                  <a:xfrm>
                    <a:off x="2155816" y="1545999"/>
                    <a:ext cx="826790" cy="826791"/>
                  </a:xfrm>
                  <a:custGeom>
                    <a:avLst/>
                    <a:gdLst>
                      <a:gd name="T0" fmla="*/ 663 w 1326"/>
                      <a:gd name="T1" fmla="*/ 51 h 1326"/>
                      <a:gd name="T2" fmla="*/ 663 w 1326"/>
                      <a:gd name="T3" fmla="*/ 51 h 1326"/>
                      <a:gd name="T4" fmla="*/ 51 w 1326"/>
                      <a:gd name="T5" fmla="*/ 663 h 1326"/>
                      <a:gd name="T6" fmla="*/ 51 w 1326"/>
                      <a:gd name="T7" fmla="*/ 663 h 1326"/>
                      <a:gd name="T8" fmla="*/ 663 w 1326"/>
                      <a:gd name="T9" fmla="*/ 1274 h 1326"/>
                      <a:gd name="T10" fmla="*/ 663 w 1326"/>
                      <a:gd name="T11" fmla="*/ 1274 h 1326"/>
                      <a:gd name="T12" fmla="*/ 1274 w 1326"/>
                      <a:gd name="T13" fmla="*/ 663 h 1326"/>
                      <a:gd name="T14" fmla="*/ 1274 w 1326"/>
                      <a:gd name="T15" fmla="*/ 663 h 1326"/>
                      <a:gd name="T16" fmla="*/ 663 w 1326"/>
                      <a:gd name="T17" fmla="*/ 51 h 1326"/>
                      <a:gd name="T18" fmla="*/ 663 w 1326"/>
                      <a:gd name="T19" fmla="*/ 1325 h 1326"/>
                      <a:gd name="T20" fmla="*/ 663 w 1326"/>
                      <a:gd name="T21" fmla="*/ 1325 h 1326"/>
                      <a:gd name="T22" fmla="*/ 0 w 1326"/>
                      <a:gd name="T23" fmla="*/ 663 h 1326"/>
                      <a:gd name="T24" fmla="*/ 0 w 1326"/>
                      <a:gd name="T25" fmla="*/ 663 h 1326"/>
                      <a:gd name="T26" fmla="*/ 663 w 1326"/>
                      <a:gd name="T27" fmla="*/ 0 h 1326"/>
                      <a:gd name="T28" fmla="*/ 663 w 1326"/>
                      <a:gd name="T29" fmla="*/ 0 h 1326"/>
                      <a:gd name="T30" fmla="*/ 1325 w 1326"/>
                      <a:gd name="T31" fmla="*/ 663 h 1326"/>
                      <a:gd name="T32" fmla="*/ 1325 w 1326"/>
                      <a:gd name="T33" fmla="*/ 663 h 1326"/>
                      <a:gd name="T34" fmla="*/ 663 w 1326"/>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6" h="1326">
                        <a:moveTo>
                          <a:pt x="663" y="51"/>
                        </a:moveTo>
                        <a:lnTo>
                          <a:pt x="663" y="51"/>
                        </a:lnTo>
                        <a:cubicBezTo>
                          <a:pt x="325" y="51"/>
                          <a:pt x="51" y="326"/>
                          <a:pt x="51" y="663"/>
                        </a:cubicBezTo>
                        <a:lnTo>
                          <a:pt x="51" y="663"/>
                        </a:lnTo>
                        <a:cubicBezTo>
                          <a:pt x="51" y="1000"/>
                          <a:pt x="325"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7" y="1325"/>
                          <a:pt x="0" y="1028"/>
                          <a:pt x="0" y="663"/>
                        </a:cubicBezTo>
                        <a:lnTo>
                          <a:pt x="0" y="663"/>
                        </a:lnTo>
                        <a:cubicBezTo>
                          <a:pt x="0" y="297"/>
                          <a:pt x="297" y="0"/>
                          <a:pt x="663" y="0"/>
                        </a:cubicBezTo>
                        <a:lnTo>
                          <a:pt x="663" y="0"/>
                        </a:lnTo>
                        <a:cubicBezTo>
                          <a:pt x="1028" y="0"/>
                          <a:pt x="1325" y="297"/>
                          <a:pt x="1325" y="663"/>
                        </a:cubicBezTo>
                        <a:lnTo>
                          <a:pt x="1325" y="663"/>
                        </a:lnTo>
                        <a:cubicBezTo>
                          <a:pt x="1325" y="1028"/>
                          <a:pt x="1028" y="1325"/>
                          <a:pt x="663" y="1325"/>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grpSp>
          <p:sp>
            <p:nvSpPr>
              <p:cNvPr id="50" name="Subtitle 2">
                <a:extLst>
                  <a:ext uri="{FF2B5EF4-FFF2-40B4-BE49-F238E27FC236}">
                    <a16:creationId xmlns:a16="http://schemas.microsoft.com/office/drawing/2014/main" id="{0C8AF0EB-7FA8-1E4E-A18E-22CA4759F45D}"/>
                  </a:ext>
                </a:extLst>
              </p:cNvPr>
              <p:cNvSpPr txBox="1">
                <a:spLocks/>
              </p:cNvSpPr>
              <p:nvPr/>
            </p:nvSpPr>
            <p:spPr>
              <a:xfrm>
                <a:off x="1149058" y="3011426"/>
                <a:ext cx="1990802" cy="1503553"/>
              </a:xfrm>
              <a:prstGeom prst="rect">
                <a:avLst/>
              </a:prstGeom>
              <a:ln>
                <a:solidFill>
                  <a:schemeClr val="bg1"/>
                </a:solidFill>
              </a:ln>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buFont typeface="Arial" panose="020B0604020202020204" pitchFamily="34" charset="0"/>
                  <a:buChar char="•"/>
                </a:pPr>
                <a:r>
                  <a:rPr lang="fr-FR"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Maintenance facile.</a:t>
                </a:r>
              </a:p>
              <a:p>
                <a:pPr algn="l">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fr-FR" sz="1600" dirty="0">
                    <a:solidFill>
                      <a:schemeClr val="tx1"/>
                    </a:solidFill>
                    <a:latin typeface="Times New Roman" panose="02020603050405020304" pitchFamily="18" charset="0"/>
                    <a:cs typeface="Times New Roman" panose="02020603050405020304" pitchFamily="18" charset="0"/>
                  </a:rPr>
                  <a:t>Évolution</a:t>
                </a: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 Gestion des erreurs.</a:t>
                </a:r>
              </a:p>
              <a:p>
                <a:pPr algn="l">
                  <a:buFont typeface="Arial" panose="020B0604020202020204" pitchFamily="34" charset="0"/>
                  <a:buChar char="•"/>
                </a:pP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F6E0BCE7-1163-844C-B314-1A2032AA0881}"/>
                  </a:ext>
                </a:extLst>
              </p:cNvPr>
              <p:cNvSpPr txBox="1"/>
              <p:nvPr/>
            </p:nvSpPr>
            <p:spPr>
              <a:xfrm>
                <a:off x="1374037" y="2455482"/>
                <a:ext cx="1467068" cy="369332"/>
              </a:xfrm>
              <a:prstGeom prst="rect">
                <a:avLst/>
              </a:prstGeom>
              <a:noFill/>
              <a:ln>
                <a:solidFill>
                  <a:schemeClr val="bg1"/>
                </a:solidFill>
              </a:ln>
            </p:spPr>
            <p:txBody>
              <a:bodyPr wrap="none" rtlCol="0" anchor="b" anchorCtr="0">
                <a:spAutoFit/>
              </a:bodyPr>
              <a:lstStyle/>
              <a:p>
                <a:pPr algn="ctr"/>
                <a:r>
                  <a:rPr lang="en-US" b="1" u="sng" dirty="0">
                    <a:latin typeface="Times New Roman" panose="02020603050405020304" pitchFamily="18" charset="0"/>
                    <a:cs typeface="Times New Roman" panose="02020603050405020304" pitchFamily="18" charset="0"/>
                  </a:rPr>
                  <a:t>Maintenance</a:t>
                </a:r>
                <a:endParaRPr lang="en-US" b="1" u="sng" dirty="0">
                  <a:solidFill>
                    <a:schemeClr val="tx2"/>
                  </a:solidFill>
                  <a:latin typeface="Times New Roman" panose="02020603050405020304" pitchFamily="18" charset="0"/>
                  <a:ea typeface="League Spartan" charset="0"/>
                  <a:cs typeface="Times New Roman" panose="02020603050405020304" pitchFamily="18" charset="0"/>
                </a:endParaRPr>
              </a:p>
            </p:txBody>
          </p:sp>
        </p:grpSp>
        <p:pic>
          <p:nvPicPr>
            <p:cNvPr id="5" name="Image 4" descr="Une image contenant symbole, Graphique, clipart, conception&#10;&#10;Description générée automatiquement">
              <a:extLst>
                <a:ext uri="{FF2B5EF4-FFF2-40B4-BE49-F238E27FC236}">
                  <a16:creationId xmlns:a16="http://schemas.microsoft.com/office/drawing/2014/main" id="{2B656301-6C7C-437D-8A22-F44334AD5B8F}"/>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3222863" y="1950386"/>
              <a:ext cx="600209" cy="600209"/>
            </a:xfrm>
            <a:prstGeom prst="rect">
              <a:avLst/>
            </a:prstGeom>
          </p:spPr>
        </p:pic>
      </p:grpSp>
      <p:grpSp>
        <p:nvGrpSpPr>
          <p:cNvPr id="3" name="Group 2"/>
          <p:cNvGrpSpPr/>
          <p:nvPr/>
        </p:nvGrpSpPr>
        <p:grpSpPr>
          <a:xfrm>
            <a:off x="4913967" y="1841436"/>
            <a:ext cx="2348521" cy="4618826"/>
            <a:chOff x="4913967" y="1841436"/>
            <a:chExt cx="2348521" cy="4618826"/>
          </a:xfrm>
        </p:grpSpPr>
        <p:grpSp>
          <p:nvGrpSpPr>
            <p:cNvPr id="66" name="Group 65">
              <a:extLst>
                <a:ext uri="{FF2B5EF4-FFF2-40B4-BE49-F238E27FC236}">
                  <a16:creationId xmlns:a16="http://schemas.microsoft.com/office/drawing/2014/main" id="{3554A652-6DAA-3FB9-B252-80D6DF39C5D3}"/>
                </a:ext>
              </a:extLst>
            </p:cNvPr>
            <p:cNvGrpSpPr/>
            <p:nvPr/>
          </p:nvGrpSpPr>
          <p:grpSpPr>
            <a:xfrm>
              <a:off x="4913967" y="1841436"/>
              <a:ext cx="2348521" cy="4618826"/>
              <a:chOff x="3597816" y="1545999"/>
              <a:chExt cx="2348521" cy="4618826"/>
            </a:xfrm>
          </p:grpSpPr>
          <p:sp>
            <p:nvSpPr>
              <p:cNvPr id="55" name="TextBox 54">
                <a:extLst>
                  <a:ext uri="{FF2B5EF4-FFF2-40B4-BE49-F238E27FC236}">
                    <a16:creationId xmlns:a16="http://schemas.microsoft.com/office/drawing/2014/main" id="{B1D6F178-885B-D94B-BB62-1861A6B23DD9}"/>
                  </a:ext>
                </a:extLst>
              </p:cNvPr>
              <p:cNvSpPr txBox="1"/>
              <p:nvPr/>
            </p:nvSpPr>
            <p:spPr>
              <a:xfrm>
                <a:off x="3700789" y="2507995"/>
                <a:ext cx="2158119" cy="369332"/>
              </a:xfrm>
              <a:prstGeom prst="rect">
                <a:avLst/>
              </a:prstGeom>
              <a:noFill/>
              <a:ln>
                <a:solidFill>
                  <a:schemeClr val="bg1"/>
                </a:solidFill>
              </a:ln>
            </p:spPr>
            <p:txBody>
              <a:bodyPr wrap="square" rtlCol="0" anchor="b" anchorCtr="0">
                <a:spAutoFit/>
              </a:bodyPr>
              <a:lstStyle/>
              <a:p>
                <a:pPr algn="ctr"/>
                <a:r>
                  <a:rPr lang="fr-FR" b="1" u="sng" dirty="0">
                    <a:latin typeface="Times New Roman" panose="02020603050405020304" pitchFamily="18" charset="0"/>
                    <a:cs typeface="Times New Roman" panose="02020603050405020304" pitchFamily="18" charset="0"/>
                  </a:rPr>
                  <a:t>Facilité d’utilisation</a:t>
                </a:r>
                <a:endParaRPr lang="en-US" b="1" u="sng" dirty="0">
                  <a:solidFill>
                    <a:schemeClr val="tx2"/>
                  </a:solidFill>
                  <a:latin typeface="Times New Roman" panose="02020603050405020304" pitchFamily="18" charset="0"/>
                  <a:ea typeface="League Spartan" charset="0"/>
                  <a:cs typeface="Times New Roman" panose="02020603050405020304" pitchFamily="18" charset="0"/>
                </a:endParaRPr>
              </a:p>
            </p:txBody>
          </p:sp>
          <p:grpSp>
            <p:nvGrpSpPr>
              <p:cNvPr id="52" name="Group 51">
                <a:extLst>
                  <a:ext uri="{FF2B5EF4-FFF2-40B4-BE49-F238E27FC236}">
                    <a16:creationId xmlns:a16="http://schemas.microsoft.com/office/drawing/2014/main" id="{B11D988F-3BB6-B90D-3926-4638189E75FF}"/>
                  </a:ext>
                </a:extLst>
              </p:cNvPr>
              <p:cNvGrpSpPr/>
              <p:nvPr/>
            </p:nvGrpSpPr>
            <p:grpSpPr>
              <a:xfrm>
                <a:off x="3597816" y="1545999"/>
                <a:ext cx="2348521" cy="4618826"/>
                <a:chOff x="3597816" y="1545999"/>
                <a:chExt cx="2348521" cy="4618826"/>
              </a:xfrm>
            </p:grpSpPr>
            <p:sp>
              <p:nvSpPr>
                <p:cNvPr id="9" name="Freeform 70">
                  <a:extLst>
                    <a:ext uri="{FF2B5EF4-FFF2-40B4-BE49-F238E27FC236}">
                      <a16:creationId xmlns:a16="http://schemas.microsoft.com/office/drawing/2014/main" id="{9965BF6C-7476-9747-88EF-67257F916568}"/>
                    </a:ext>
                  </a:extLst>
                </p:cNvPr>
                <p:cNvSpPr>
                  <a:spLocks noChangeArrowheads="1"/>
                </p:cNvSpPr>
                <p:nvPr/>
              </p:nvSpPr>
              <p:spPr bwMode="auto">
                <a:xfrm>
                  <a:off x="3597816" y="1958020"/>
                  <a:ext cx="2348521" cy="4206805"/>
                </a:xfrm>
                <a:custGeom>
                  <a:avLst/>
                  <a:gdLst>
                    <a:gd name="T0" fmla="*/ 203 w 3770"/>
                    <a:gd name="T1" fmla="*/ 51 h 5351"/>
                    <a:gd name="T2" fmla="*/ 203 w 3770"/>
                    <a:gd name="T3" fmla="*/ 51 h 5351"/>
                    <a:gd name="T4" fmla="*/ 50 w 3770"/>
                    <a:gd name="T5" fmla="*/ 203 h 5351"/>
                    <a:gd name="T6" fmla="*/ 50 w 3770"/>
                    <a:gd name="T7" fmla="*/ 5146 h 5351"/>
                    <a:gd name="T8" fmla="*/ 50 w 3770"/>
                    <a:gd name="T9" fmla="*/ 5146 h 5351"/>
                    <a:gd name="T10" fmla="*/ 203 w 3770"/>
                    <a:gd name="T11" fmla="*/ 5299 h 5351"/>
                    <a:gd name="T12" fmla="*/ 3566 w 3770"/>
                    <a:gd name="T13" fmla="*/ 5299 h 5351"/>
                    <a:gd name="T14" fmla="*/ 3566 w 3770"/>
                    <a:gd name="T15" fmla="*/ 5299 h 5351"/>
                    <a:gd name="T16" fmla="*/ 3719 w 3770"/>
                    <a:gd name="T17" fmla="*/ 5146 h 5351"/>
                    <a:gd name="T18" fmla="*/ 3719 w 3770"/>
                    <a:gd name="T19" fmla="*/ 203 h 5351"/>
                    <a:gd name="T20" fmla="*/ 3719 w 3770"/>
                    <a:gd name="T21" fmla="*/ 203 h 5351"/>
                    <a:gd name="T22" fmla="*/ 3566 w 3770"/>
                    <a:gd name="T23" fmla="*/ 51 h 5351"/>
                    <a:gd name="T24" fmla="*/ 203 w 3770"/>
                    <a:gd name="T25" fmla="*/ 51 h 5351"/>
                    <a:gd name="T26" fmla="*/ 3566 w 3770"/>
                    <a:gd name="T27" fmla="*/ 5350 h 5351"/>
                    <a:gd name="T28" fmla="*/ 203 w 3770"/>
                    <a:gd name="T29" fmla="*/ 5350 h 5351"/>
                    <a:gd name="T30" fmla="*/ 203 w 3770"/>
                    <a:gd name="T31" fmla="*/ 5350 h 5351"/>
                    <a:gd name="T32" fmla="*/ 0 w 3770"/>
                    <a:gd name="T33" fmla="*/ 5146 h 5351"/>
                    <a:gd name="T34" fmla="*/ 0 w 3770"/>
                    <a:gd name="T35" fmla="*/ 203 h 5351"/>
                    <a:gd name="T36" fmla="*/ 0 w 3770"/>
                    <a:gd name="T37" fmla="*/ 203 h 5351"/>
                    <a:gd name="T38" fmla="*/ 203 w 3770"/>
                    <a:gd name="T39" fmla="*/ 0 h 5351"/>
                    <a:gd name="T40" fmla="*/ 3566 w 3770"/>
                    <a:gd name="T41" fmla="*/ 0 h 5351"/>
                    <a:gd name="T42" fmla="*/ 3566 w 3770"/>
                    <a:gd name="T43" fmla="*/ 0 h 5351"/>
                    <a:gd name="T44" fmla="*/ 3769 w 3770"/>
                    <a:gd name="T45" fmla="*/ 203 h 5351"/>
                    <a:gd name="T46" fmla="*/ 3769 w 3770"/>
                    <a:gd name="T47" fmla="*/ 5146 h 5351"/>
                    <a:gd name="T48" fmla="*/ 3769 w 3770"/>
                    <a:gd name="T49" fmla="*/ 5146 h 5351"/>
                    <a:gd name="T50" fmla="*/ 3566 w 3770"/>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0" h="5351">
                      <a:moveTo>
                        <a:pt x="203" y="51"/>
                      </a:moveTo>
                      <a:lnTo>
                        <a:pt x="203" y="51"/>
                      </a:lnTo>
                      <a:cubicBezTo>
                        <a:pt x="119" y="51"/>
                        <a:pt x="50" y="119"/>
                        <a:pt x="50" y="203"/>
                      </a:cubicBezTo>
                      <a:lnTo>
                        <a:pt x="50" y="5146"/>
                      </a:lnTo>
                      <a:lnTo>
                        <a:pt x="50" y="5146"/>
                      </a:lnTo>
                      <a:cubicBezTo>
                        <a:pt x="50" y="5231"/>
                        <a:pt x="119" y="5299"/>
                        <a:pt x="203" y="5299"/>
                      </a:cubicBezTo>
                      <a:lnTo>
                        <a:pt x="3566" y="5299"/>
                      </a:lnTo>
                      <a:lnTo>
                        <a:pt x="3566" y="5299"/>
                      </a:lnTo>
                      <a:cubicBezTo>
                        <a:pt x="3650" y="5299"/>
                        <a:pt x="3719" y="5231"/>
                        <a:pt x="3719" y="5146"/>
                      </a:cubicBezTo>
                      <a:lnTo>
                        <a:pt x="3719" y="203"/>
                      </a:lnTo>
                      <a:lnTo>
                        <a:pt x="3719" y="203"/>
                      </a:lnTo>
                      <a:cubicBezTo>
                        <a:pt x="3719" y="119"/>
                        <a:pt x="3650" y="51"/>
                        <a:pt x="3566" y="51"/>
                      </a:cubicBezTo>
                      <a:lnTo>
                        <a:pt x="203" y="51"/>
                      </a:lnTo>
                      <a:close/>
                      <a:moveTo>
                        <a:pt x="3566" y="5350"/>
                      </a:moveTo>
                      <a:lnTo>
                        <a:pt x="203" y="5350"/>
                      </a:lnTo>
                      <a:lnTo>
                        <a:pt x="203" y="5350"/>
                      </a:lnTo>
                      <a:cubicBezTo>
                        <a:pt x="91" y="5350"/>
                        <a:pt x="0" y="5258"/>
                        <a:pt x="0" y="5146"/>
                      </a:cubicBezTo>
                      <a:lnTo>
                        <a:pt x="0" y="203"/>
                      </a:lnTo>
                      <a:lnTo>
                        <a:pt x="0" y="203"/>
                      </a:lnTo>
                      <a:cubicBezTo>
                        <a:pt x="0" y="92"/>
                        <a:pt x="91" y="0"/>
                        <a:pt x="203" y="0"/>
                      </a:cubicBezTo>
                      <a:lnTo>
                        <a:pt x="3566" y="0"/>
                      </a:lnTo>
                      <a:lnTo>
                        <a:pt x="3566" y="0"/>
                      </a:lnTo>
                      <a:cubicBezTo>
                        <a:pt x="3678" y="0"/>
                        <a:pt x="3769" y="92"/>
                        <a:pt x="3769" y="203"/>
                      </a:cubicBezTo>
                      <a:lnTo>
                        <a:pt x="3769" y="5146"/>
                      </a:lnTo>
                      <a:lnTo>
                        <a:pt x="3769" y="5146"/>
                      </a:lnTo>
                      <a:cubicBezTo>
                        <a:pt x="3769" y="5258"/>
                        <a:pt x="3678" y="5350"/>
                        <a:pt x="3566" y="5350"/>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nvGrpSpPr>
                <p:cNvPr id="45" name="Group 44">
                  <a:extLst>
                    <a:ext uri="{FF2B5EF4-FFF2-40B4-BE49-F238E27FC236}">
                      <a16:creationId xmlns:a16="http://schemas.microsoft.com/office/drawing/2014/main" id="{63209129-42A1-6657-DB66-E11A5B88C977}"/>
                    </a:ext>
                  </a:extLst>
                </p:cNvPr>
                <p:cNvGrpSpPr/>
                <p:nvPr/>
              </p:nvGrpSpPr>
              <p:grpSpPr>
                <a:xfrm>
                  <a:off x="4768970" y="1545999"/>
                  <a:ext cx="825775" cy="826791"/>
                  <a:chOff x="4768970" y="1545999"/>
                  <a:chExt cx="825775" cy="826791"/>
                </a:xfrm>
              </p:grpSpPr>
              <p:sp>
                <p:nvSpPr>
                  <p:cNvPr id="11" name="Freeform 138">
                    <a:extLst>
                      <a:ext uri="{FF2B5EF4-FFF2-40B4-BE49-F238E27FC236}">
                        <a16:creationId xmlns:a16="http://schemas.microsoft.com/office/drawing/2014/main" id="{7F40EE18-8596-6542-8D5F-476F586A38A8}"/>
                      </a:ext>
                    </a:extLst>
                  </p:cNvPr>
                  <p:cNvSpPr>
                    <a:spLocks noChangeArrowheads="1"/>
                  </p:cNvSpPr>
                  <p:nvPr/>
                </p:nvSpPr>
                <p:spPr bwMode="auto">
                  <a:xfrm>
                    <a:off x="4768970" y="1572386"/>
                    <a:ext cx="793829" cy="793827"/>
                  </a:xfrm>
                  <a:custGeom>
                    <a:avLst/>
                    <a:gdLst>
                      <a:gd name="T0" fmla="*/ 636 w 1275"/>
                      <a:gd name="T1" fmla="*/ 0 h 1275"/>
                      <a:gd name="T2" fmla="*/ 636 w 1275"/>
                      <a:gd name="T3" fmla="*/ 0 h 1275"/>
                      <a:gd name="T4" fmla="*/ 1274 w 1275"/>
                      <a:gd name="T5" fmla="*/ 637 h 1275"/>
                      <a:gd name="T6" fmla="*/ 1274 w 1275"/>
                      <a:gd name="T7" fmla="*/ 637 h 1275"/>
                      <a:gd name="T8" fmla="*/ 636 w 1275"/>
                      <a:gd name="T9" fmla="*/ 1274 h 1275"/>
                      <a:gd name="T10" fmla="*/ 636 w 1275"/>
                      <a:gd name="T11" fmla="*/ 1274 h 1275"/>
                      <a:gd name="T12" fmla="*/ 0 w 1275"/>
                      <a:gd name="T13" fmla="*/ 637 h 1275"/>
                      <a:gd name="T14" fmla="*/ 0 w 1275"/>
                      <a:gd name="T15" fmla="*/ 637 h 1275"/>
                      <a:gd name="T16" fmla="*/ 636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6" y="0"/>
                        </a:moveTo>
                        <a:lnTo>
                          <a:pt x="636" y="0"/>
                        </a:lnTo>
                        <a:cubicBezTo>
                          <a:pt x="989" y="0"/>
                          <a:pt x="1274" y="285"/>
                          <a:pt x="1274" y="637"/>
                        </a:cubicBezTo>
                        <a:lnTo>
                          <a:pt x="1274" y="637"/>
                        </a:lnTo>
                        <a:cubicBezTo>
                          <a:pt x="1274" y="988"/>
                          <a:pt x="989" y="1274"/>
                          <a:pt x="636" y="1274"/>
                        </a:cubicBezTo>
                        <a:lnTo>
                          <a:pt x="636" y="1274"/>
                        </a:lnTo>
                        <a:cubicBezTo>
                          <a:pt x="285" y="1274"/>
                          <a:pt x="0" y="988"/>
                          <a:pt x="0" y="637"/>
                        </a:cubicBezTo>
                        <a:lnTo>
                          <a:pt x="0" y="637"/>
                        </a:lnTo>
                        <a:cubicBezTo>
                          <a:pt x="0" y="285"/>
                          <a:pt x="285" y="0"/>
                          <a:pt x="636" y="0"/>
                        </a:cubicBezTo>
                      </a:path>
                    </a:pathLst>
                  </a:custGeom>
                  <a:solidFill>
                    <a:schemeClr val="bg1"/>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sp>
                <p:nvSpPr>
                  <p:cNvPr id="12" name="Freeform 139">
                    <a:extLst>
                      <a:ext uri="{FF2B5EF4-FFF2-40B4-BE49-F238E27FC236}">
                        <a16:creationId xmlns:a16="http://schemas.microsoft.com/office/drawing/2014/main" id="{C8E1927A-A538-6B48-9ED0-4BFA6E66B394}"/>
                      </a:ext>
                    </a:extLst>
                  </p:cNvPr>
                  <p:cNvSpPr>
                    <a:spLocks noChangeArrowheads="1"/>
                  </p:cNvSpPr>
                  <p:nvPr/>
                </p:nvSpPr>
                <p:spPr bwMode="auto">
                  <a:xfrm>
                    <a:off x="4770702" y="1545999"/>
                    <a:ext cx="824043" cy="826791"/>
                  </a:xfrm>
                  <a:custGeom>
                    <a:avLst/>
                    <a:gdLst>
                      <a:gd name="T0" fmla="*/ 661 w 1325"/>
                      <a:gd name="T1" fmla="*/ 51 h 1326"/>
                      <a:gd name="T2" fmla="*/ 661 w 1325"/>
                      <a:gd name="T3" fmla="*/ 51 h 1326"/>
                      <a:gd name="T4" fmla="*/ 50 w 1325"/>
                      <a:gd name="T5" fmla="*/ 663 h 1326"/>
                      <a:gd name="T6" fmla="*/ 50 w 1325"/>
                      <a:gd name="T7" fmla="*/ 663 h 1326"/>
                      <a:gd name="T8" fmla="*/ 661 w 1325"/>
                      <a:gd name="T9" fmla="*/ 1274 h 1326"/>
                      <a:gd name="T10" fmla="*/ 661 w 1325"/>
                      <a:gd name="T11" fmla="*/ 1274 h 1326"/>
                      <a:gd name="T12" fmla="*/ 1273 w 1325"/>
                      <a:gd name="T13" fmla="*/ 663 h 1326"/>
                      <a:gd name="T14" fmla="*/ 1273 w 1325"/>
                      <a:gd name="T15" fmla="*/ 663 h 1326"/>
                      <a:gd name="T16" fmla="*/ 661 w 1325"/>
                      <a:gd name="T17" fmla="*/ 51 h 1326"/>
                      <a:gd name="T18" fmla="*/ 661 w 1325"/>
                      <a:gd name="T19" fmla="*/ 1325 h 1326"/>
                      <a:gd name="T20" fmla="*/ 661 w 1325"/>
                      <a:gd name="T21" fmla="*/ 1325 h 1326"/>
                      <a:gd name="T22" fmla="*/ 0 w 1325"/>
                      <a:gd name="T23" fmla="*/ 663 h 1326"/>
                      <a:gd name="T24" fmla="*/ 0 w 1325"/>
                      <a:gd name="T25" fmla="*/ 663 h 1326"/>
                      <a:gd name="T26" fmla="*/ 661 w 1325"/>
                      <a:gd name="T27" fmla="*/ 0 h 1326"/>
                      <a:gd name="T28" fmla="*/ 661 w 1325"/>
                      <a:gd name="T29" fmla="*/ 0 h 1326"/>
                      <a:gd name="T30" fmla="*/ 1324 w 1325"/>
                      <a:gd name="T31" fmla="*/ 663 h 1326"/>
                      <a:gd name="T32" fmla="*/ 1324 w 1325"/>
                      <a:gd name="T33" fmla="*/ 663 h 1326"/>
                      <a:gd name="T34" fmla="*/ 661 w 1325"/>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5" h="1326">
                        <a:moveTo>
                          <a:pt x="661" y="51"/>
                        </a:moveTo>
                        <a:lnTo>
                          <a:pt x="661" y="51"/>
                        </a:lnTo>
                        <a:cubicBezTo>
                          <a:pt x="325" y="51"/>
                          <a:pt x="50" y="326"/>
                          <a:pt x="50" y="663"/>
                        </a:cubicBezTo>
                        <a:lnTo>
                          <a:pt x="50" y="663"/>
                        </a:lnTo>
                        <a:cubicBezTo>
                          <a:pt x="50" y="1000"/>
                          <a:pt x="325" y="1274"/>
                          <a:pt x="661" y="1274"/>
                        </a:cubicBezTo>
                        <a:lnTo>
                          <a:pt x="661" y="1274"/>
                        </a:lnTo>
                        <a:cubicBezTo>
                          <a:pt x="999" y="1274"/>
                          <a:pt x="1273" y="1000"/>
                          <a:pt x="1273" y="663"/>
                        </a:cubicBezTo>
                        <a:lnTo>
                          <a:pt x="1273" y="663"/>
                        </a:lnTo>
                        <a:cubicBezTo>
                          <a:pt x="1273" y="326"/>
                          <a:pt x="999" y="51"/>
                          <a:pt x="661" y="51"/>
                        </a:cubicBezTo>
                        <a:close/>
                        <a:moveTo>
                          <a:pt x="661" y="1325"/>
                        </a:moveTo>
                        <a:lnTo>
                          <a:pt x="661" y="1325"/>
                        </a:lnTo>
                        <a:cubicBezTo>
                          <a:pt x="296" y="1325"/>
                          <a:pt x="0" y="1028"/>
                          <a:pt x="0" y="663"/>
                        </a:cubicBezTo>
                        <a:lnTo>
                          <a:pt x="0" y="663"/>
                        </a:lnTo>
                        <a:cubicBezTo>
                          <a:pt x="0" y="297"/>
                          <a:pt x="296" y="0"/>
                          <a:pt x="661" y="0"/>
                        </a:cubicBezTo>
                        <a:lnTo>
                          <a:pt x="661" y="0"/>
                        </a:lnTo>
                        <a:cubicBezTo>
                          <a:pt x="1027" y="0"/>
                          <a:pt x="1324" y="297"/>
                          <a:pt x="1324" y="663"/>
                        </a:cubicBezTo>
                        <a:lnTo>
                          <a:pt x="1324" y="663"/>
                        </a:lnTo>
                        <a:cubicBezTo>
                          <a:pt x="1324" y="1028"/>
                          <a:pt x="1027" y="1325"/>
                          <a:pt x="661" y="1325"/>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grpSp>
        </p:grpSp>
        <p:sp>
          <p:nvSpPr>
            <p:cNvPr id="64" name="Subtitle 2">
              <a:extLst>
                <a:ext uri="{FF2B5EF4-FFF2-40B4-BE49-F238E27FC236}">
                  <a16:creationId xmlns:a16="http://schemas.microsoft.com/office/drawing/2014/main" id="{A67823D2-4822-4E29-A66E-0C242C976B97}"/>
                </a:ext>
              </a:extLst>
            </p:cNvPr>
            <p:cNvSpPr txBox="1">
              <a:spLocks/>
            </p:cNvSpPr>
            <p:nvPr/>
          </p:nvSpPr>
          <p:spPr>
            <a:xfrm>
              <a:off x="5104369" y="3460555"/>
              <a:ext cx="2158119" cy="1497141"/>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buFont typeface="Arial" panose="020B0604020202020204" pitchFamily="34" charset="0"/>
                <a:buChar char="•"/>
              </a:pPr>
              <a:r>
                <a:rPr lang="fr-FR"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Interfaces intuitives et responsives.</a:t>
              </a:r>
              <a:endParaRPr lang="fr-FR"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fr-FR" sz="1600" dirty="0">
                  <a:solidFill>
                    <a:schemeClr val="tx1"/>
                  </a:solidFill>
                  <a:latin typeface="Times New Roman" panose="02020603050405020304" pitchFamily="18" charset="0"/>
                  <a:cs typeface="Times New Roman" panose="02020603050405020304" pitchFamily="18" charset="0"/>
                </a:rPr>
                <a:t> Navigation aisée.</a:t>
              </a:r>
            </a:p>
            <a:p>
              <a:pPr algn="l"/>
              <a:endParaRPr lang="fr-FR"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10" name="Image 9" descr="Une image contenant clipart, symbole, Graphique, conception&#10;&#10;Description générée automatiquement">
              <a:extLst>
                <a:ext uri="{FF2B5EF4-FFF2-40B4-BE49-F238E27FC236}">
                  <a16:creationId xmlns:a16="http://schemas.microsoft.com/office/drawing/2014/main" id="{C1209E91-EDA4-48C2-B6D4-700D595D3359}"/>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6185732" y="1957989"/>
              <a:ext cx="592606" cy="592606"/>
            </a:xfrm>
            <a:prstGeom prst="rect">
              <a:avLst/>
            </a:prstGeom>
          </p:spPr>
        </p:pic>
      </p:grpSp>
      <p:grpSp>
        <p:nvGrpSpPr>
          <p:cNvPr id="8" name="Group 7"/>
          <p:cNvGrpSpPr/>
          <p:nvPr/>
        </p:nvGrpSpPr>
        <p:grpSpPr>
          <a:xfrm>
            <a:off x="7836971" y="1774942"/>
            <a:ext cx="2348521" cy="4663920"/>
            <a:chOff x="7836971" y="1774942"/>
            <a:chExt cx="2348521" cy="4663920"/>
          </a:xfrm>
        </p:grpSpPr>
        <p:grpSp>
          <p:nvGrpSpPr>
            <p:cNvPr id="67" name="Group 66">
              <a:extLst>
                <a:ext uri="{FF2B5EF4-FFF2-40B4-BE49-F238E27FC236}">
                  <a16:creationId xmlns:a16="http://schemas.microsoft.com/office/drawing/2014/main" id="{B49AC0BE-EBAD-247A-DB52-2CC1469CFA6E}"/>
                </a:ext>
              </a:extLst>
            </p:cNvPr>
            <p:cNvGrpSpPr/>
            <p:nvPr/>
          </p:nvGrpSpPr>
          <p:grpSpPr>
            <a:xfrm>
              <a:off x="7836971" y="1774942"/>
              <a:ext cx="2348521" cy="4663920"/>
              <a:chOff x="6258631" y="1545999"/>
              <a:chExt cx="2348521" cy="4663920"/>
            </a:xfrm>
          </p:grpSpPr>
          <p:sp>
            <p:nvSpPr>
              <p:cNvPr id="57" name="Subtitle 2">
                <a:extLst>
                  <a:ext uri="{FF2B5EF4-FFF2-40B4-BE49-F238E27FC236}">
                    <a16:creationId xmlns:a16="http://schemas.microsoft.com/office/drawing/2014/main" id="{FE53D68E-A901-FE40-8429-D7E03AB09491}"/>
                  </a:ext>
                </a:extLst>
              </p:cNvPr>
              <p:cNvSpPr txBox="1">
                <a:spLocks/>
              </p:cNvSpPr>
              <p:nvPr/>
            </p:nvSpPr>
            <p:spPr>
              <a:xfrm>
                <a:off x="6413080" y="3123934"/>
                <a:ext cx="2194072" cy="1947071"/>
              </a:xfrm>
              <a:prstGeom prst="rect">
                <a:avLst/>
              </a:prstGeom>
              <a:ln>
                <a:solidFill>
                  <a:schemeClr val="bg1"/>
                </a:solidFill>
              </a:ln>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171450" indent="-171450" algn="l">
                  <a:lnSpc>
                    <a:spcPct val="150000"/>
                  </a:lnSpc>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Vitesse d’exécution élevée.</a:t>
                </a:r>
              </a:p>
              <a:p>
                <a:pPr marL="171450" indent="-171450" algn="l">
                  <a:lnSpc>
                    <a:spcPct val="150000"/>
                  </a:lnSpc>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Interactions aisées.</a:t>
                </a:r>
              </a:p>
              <a:p>
                <a:pPr marL="171450" indent="-171450" algn="l">
                  <a:lnSpc>
                    <a:spcPct val="150000"/>
                  </a:lnSpc>
                  <a:buFont typeface="Arial" panose="020B0604020202020204" pitchFamily="34" charset="0"/>
                  <a:buChar char="•"/>
                </a:pPr>
                <a:r>
                  <a:rPr lang="fr-FR" sz="1600" dirty="0">
                    <a:solidFill>
                      <a:schemeClr val="tx1">
                        <a:lumMod val="95000"/>
                        <a:lumOff val="5000"/>
                      </a:schemeClr>
                    </a:solidFill>
                    <a:latin typeface="Times New Roman" panose="02020603050405020304" pitchFamily="18" charset="0"/>
                    <a:cs typeface="Times New Roman" panose="02020603050405020304" pitchFamily="18" charset="0"/>
                  </a:rPr>
                  <a:t>Délais de chargement minimisés.</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F6BF3A96-2379-5D44-B997-566C49CCF8BE}"/>
                  </a:ext>
                </a:extLst>
              </p:cNvPr>
              <p:cNvSpPr txBox="1"/>
              <p:nvPr/>
            </p:nvSpPr>
            <p:spPr>
              <a:xfrm>
                <a:off x="6732595" y="2521976"/>
                <a:ext cx="1467069" cy="369332"/>
              </a:xfrm>
              <a:prstGeom prst="rect">
                <a:avLst/>
              </a:prstGeom>
              <a:noFill/>
              <a:ln>
                <a:solidFill>
                  <a:schemeClr val="bg1"/>
                </a:solidFill>
              </a:ln>
            </p:spPr>
            <p:txBody>
              <a:bodyPr wrap="none" rtlCol="0" anchor="b" anchorCtr="0">
                <a:spAutoFit/>
              </a:bodyPr>
              <a:lstStyle/>
              <a:p>
                <a:pPr algn="ctr"/>
                <a:r>
                  <a:rPr lang="fr-FR" b="1" u="sng" dirty="0">
                    <a:latin typeface="Times New Roman" panose="02020603050405020304" pitchFamily="18" charset="0"/>
                    <a:cs typeface="Times New Roman" panose="02020603050405020304" pitchFamily="18" charset="0"/>
                  </a:rPr>
                  <a:t>Performance</a:t>
                </a:r>
                <a:endParaRPr lang="en-US" b="1" u="sng" dirty="0">
                  <a:latin typeface="Times New Roman" panose="02020603050405020304" pitchFamily="18" charset="0"/>
                  <a:ea typeface="League Spartan" charset="0"/>
                  <a:cs typeface="Times New Roman" panose="02020603050405020304" pitchFamily="18" charset="0"/>
                </a:endParaRPr>
              </a:p>
            </p:txBody>
          </p:sp>
          <p:grpSp>
            <p:nvGrpSpPr>
              <p:cNvPr id="34" name="Group 33">
                <a:extLst>
                  <a:ext uri="{FF2B5EF4-FFF2-40B4-BE49-F238E27FC236}">
                    <a16:creationId xmlns:a16="http://schemas.microsoft.com/office/drawing/2014/main" id="{C5E6220C-889C-707A-4195-95B6EA52EBF3}"/>
                  </a:ext>
                </a:extLst>
              </p:cNvPr>
              <p:cNvGrpSpPr/>
              <p:nvPr/>
            </p:nvGrpSpPr>
            <p:grpSpPr>
              <a:xfrm>
                <a:off x="6258631" y="1545999"/>
                <a:ext cx="2348521" cy="4663920"/>
                <a:chOff x="6258631" y="1545999"/>
                <a:chExt cx="2348521" cy="4663920"/>
              </a:xfrm>
            </p:grpSpPr>
            <p:sp>
              <p:nvSpPr>
                <p:cNvPr id="14" name="Freeform 141">
                  <a:extLst>
                    <a:ext uri="{FF2B5EF4-FFF2-40B4-BE49-F238E27FC236}">
                      <a16:creationId xmlns:a16="http://schemas.microsoft.com/office/drawing/2014/main" id="{F441F9B5-2980-EB49-834F-EBAF5140C4AB}"/>
                    </a:ext>
                  </a:extLst>
                </p:cNvPr>
                <p:cNvSpPr>
                  <a:spLocks noChangeArrowheads="1"/>
                </p:cNvSpPr>
                <p:nvPr/>
              </p:nvSpPr>
              <p:spPr bwMode="auto">
                <a:xfrm>
                  <a:off x="6258631" y="2003114"/>
                  <a:ext cx="2348521" cy="4206805"/>
                </a:xfrm>
                <a:custGeom>
                  <a:avLst/>
                  <a:gdLst>
                    <a:gd name="T0" fmla="*/ 204 w 3772"/>
                    <a:gd name="T1" fmla="*/ 51 h 5351"/>
                    <a:gd name="T2" fmla="*/ 204 w 3772"/>
                    <a:gd name="T3" fmla="*/ 51 h 5351"/>
                    <a:gd name="T4" fmla="*/ 51 w 3772"/>
                    <a:gd name="T5" fmla="*/ 203 h 5351"/>
                    <a:gd name="T6" fmla="*/ 51 w 3772"/>
                    <a:gd name="T7" fmla="*/ 5146 h 5351"/>
                    <a:gd name="T8" fmla="*/ 51 w 3772"/>
                    <a:gd name="T9" fmla="*/ 5146 h 5351"/>
                    <a:gd name="T10" fmla="*/ 204 w 3772"/>
                    <a:gd name="T11" fmla="*/ 5299 h 5351"/>
                    <a:gd name="T12" fmla="*/ 3567 w 3772"/>
                    <a:gd name="T13" fmla="*/ 5299 h 5351"/>
                    <a:gd name="T14" fmla="*/ 3567 w 3772"/>
                    <a:gd name="T15" fmla="*/ 5299 h 5351"/>
                    <a:gd name="T16" fmla="*/ 3720 w 3772"/>
                    <a:gd name="T17" fmla="*/ 5146 h 5351"/>
                    <a:gd name="T18" fmla="*/ 3720 w 3772"/>
                    <a:gd name="T19" fmla="*/ 203 h 5351"/>
                    <a:gd name="T20" fmla="*/ 3720 w 3772"/>
                    <a:gd name="T21" fmla="*/ 203 h 5351"/>
                    <a:gd name="T22" fmla="*/ 3567 w 3772"/>
                    <a:gd name="T23" fmla="*/ 51 h 5351"/>
                    <a:gd name="T24" fmla="*/ 204 w 3772"/>
                    <a:gd name="T25" fmla="*/ 51 h 5351"/>
                    <a:gd name="T26" fmla="*/ 3567 w 3772"/>
                    <a:gd name="T27" fmla="*/ 5350 h 5351"/>
                    <a:gd name="T28" fmla="*/ 204 w 3772"/>
                    <a:gd name="T29" fmla="*/ 5350 h 5351"/>
                    <a:gd name="T30" fmla="*/ 204 w 3772"/>
                    <a:gd name="T31" fmla="*/ 5350 h 5351"/>
                    <a:gd name="T32" fmla="*/ 0 w 3772"/>
                    <a:gd name="T33" fmla="*/ 5146 h 5351"/>
                    <a:gd name="T34" fmla="*/ 0 w 3772"/>
                    <a:gd name="T35" fmla="*/ 203 h 5351"/>
                    <a:gd name="T36" fmla="*/ 0 w 3772"/>
                    <a:gd name="T37" fmla="*/ 203 h 5351"/>
                    <a:gd name="T38" fmla="*/ 204 w 3772"/>
                    <a:gd name="T39" fmla="*/ 0 h 5351"/>
                    <a:gd name="T40" fmla="*/ 3567 w 3772"/>
                    <a:gd name="T41" fmla="*/ 0 h 5351"/>
                    <a:gd name="T42" fmla="*/ 3567 w 3772"/>
                    <a:gd name="T43" fmla="*/ 0 h 5351"/>
                    <a:gd name="T44" fmla="*/ 3771 w 3772"/>
                    <a:gd name="T45" fmla="*/ 203 h 5351"/>
                    <a:gd name="T46" fmla="*/ 3771 w 3772"/>
                    <a:gd name="T47" fmla="*/ 5146 h 5351"/>
                    <a:gd name="T48" fmla="*/ 3771 w 3772"/>
                    <a:gd name="T49" fmla="*/ 5146 h 5351"/>
                    <a:gd name="T50" fmla="*/ 3567 w 3772"/>
                    <a:gd name="T51" fmla="*/ 5350 h 5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72" h="5351">
                      <a:moveTo>
                        <a:pt x="204" y="51"/>
                      </a:moveTo>
                      <a:lnTo>
                        <a:pt x="204" y="51"/>
                      </a:lnTo>
                      <a:cubicBezTo>
                        <a:pt x="119" y="51"/>
                        <a:pt x="51" y="119"/>
                        <a:pt x="51" y="203"/>
                      </a:cubicBezTo>
                      <a:lnTo>
                        <a:pt x="51" y="5146"/>
                      </a:lnTo>
                      <a:lnTo>
                        <a:pt x="51" y="5146"/>
                      </a:lnTo>
                      <a:cubicBezTo>
                        <a:pt x="51" y="5231"/>
                        <a:pt x="119" y="5299"/>
                        <a:pt x="204" y="5299"/>
                      </a:cubicBezTo>
                      <a:lnTo>
                        <a:pt x="3567" y="5299"/>
                      </a:lnTo>
                      <a:lnTo>
                        <a:pt x="3567" y="5299"/>
                      </a:lnTo>
                      <a:cubicBezTo>
                        <a:pt x="3652" y="5299"/>
                        <a:pt x="3720" y="5231"/>
                        <a:pt x="3720" y="5146"/>
                      </a:cubicBezTo>
                      <a:lnTo>
                        <a:pt x="3720" y="203"/>
                      </a:lnTo>
                      <a:lnTo>
                        <a:pt x="3720" y="203"/>
                      </a:lnTo>
                      <a:cubicBezTo>
                        <a:pt x="3720" y="119"/>
                        <a:pt x="3652" y="51"/>
                        <a:pt x="3567" y="51"/>
                      </a:cubicBezTo>
                      <a:lnTo>
                        <a:pt x="204" y="51"/>
                      </a:lnTo>
                      <a:close/>
                      <a:moveTo>
                        <a:pt x="3567" y="5350"/>
                      </a:moveTo>
                      <a:lnTo>
                        <a:pt x="204" y="5350"/>
                      </a:lnTo>
                      <a:lnTo>
                        <a:pt x="204" y="5350"/>
                      </a:lnTo>
                      <a:cubicBezTo>
                        <a:pt x="91" y="5350"/>
                        <a:pt x="0" y="5258"/>
                        <a:pt x="0" y="5146"/>
                      </a:cubicBezTo>
                      <a:lnTo>
                        <a:pt x="0" y="203"/>
                      </a:lnTo>
                      <a:lnTo>
                        <a:pt x="0" y="203"/>
                      </a:lnTo>
                      <a:cubicBezTo>
                        <a:pt x="0" y="92"/>
                        <a:pt x="91" y="0"/>
                        <a:pt x="204" y="0"/>
                      </a:cubicBezTo>
                      <a:lnTo>
                        <a:pt x="3567" y="0"/>
                      </a:lnTo>
                      <a:lnTo>
                        <a:pt x="3567" y="0"/>
                      </a:lnTo>
                      <a:cubicBezTo>
                        <a:pt x="3680" y="0"/>
                        <a:pt x="3771" y="92"/>
                        <a:pt x="3771" y="203"/>
                      </a:cubicBezTo>
                      <a:lnTo>
                        <a:pt x="3771" y="5146"/>
                      </a:lnTo>
                      <a:lnTo>
                        <a:pt x="3771" y="5146"/>
                      </a:lnTo>
                      <a:cubicBezTo>
                        <a:pt x="3771" y="5258"/>
                        <a:pt x="3680" y="5350"/>
                        <a:pt x="3567" y="5350"/>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nvGrpSpPr>
                <p:cNvPr id="28" name="Group 27">
                  <a:extLst>
                    <a:ext uri="{FF2B5EF4-FFF2-40B4-BE49-F238E27FC236}">
                      <a16:creationId xmlns:a16="http://schemas.microsoft.com/office/drawing/2014/main" id="{26286213-7337-F823-2BB9-A0608E580D1C}"/>
                    </a:ext>
                  </a:extLst>
                </p:cNvPr>
                <p:cNvGrpSpPr/>
                <p:nvPr/>
              </p:nvGrpSpPr>
              <p:grpSpPr>
                <a:xfrm>
                  <a:off x="7393830" y="1545999"/>
                  <a:ext cx="826790" cy="826791"/>
                  <a:chOff x="7393830" y="1545999"/>
                  <a:chExt cx="826790" cy="826791"/>
                </a:xfrm>
              </p:grpSpPr>
              <p:sp>
                <p:nvSpPr>
                  <p:cNvPr id="16" name="Freeform 208">
                    <a:extLst>
                      <a:ext uri="{FF2B5EF4-FFF2-40B4-BE49-F238E27FC236}">
                        <a16:creationId xmlns:a16="http://schemas.microsoft.com/office/drawing/2014/main" id="{1E89D3C6-E428-AE4D-BB63-84D7BA9F1596}"/>
                      </a:ext>
                    </a:extLst>
                  </p:cNvPr>
                  <p:cNvSpPr>
                    <a:spLocks noChangeArrowheads="1"/>
                  </p:cNvSpPr>
                  <p:nvPr/>
                </p:nvSpPr>
                <p:spPr bwMode="auto">
                  <a:xfrm>
                    <a:off x="7410311" y="1559736"/>
                    <a:ext cx="793829" cy="793827"/>
                  </a:xfrm>
                  <a:custGeom>
                    <a:avLst/>
                    <a:gdLst>
                      <a:gd name="T0" fmla="*/ 637 w 1275"/>
                      <a:gd name="T1" fmla="*/ 0 h 1275"/>
                      <a:gd name="T2" fmla="*/ 637 w 1275"/>
                      <a:gd name="T3" fmla="*/ 0 h 1275"/>
                      <a:gd name="T4" fmla="*/ 1274 w 1275"/>
                      <a:gd name="T5" fmla="*/ 637 h 1275"/>
                      <a:gd name="T6" fmla="*/ 1274 w 1275"/>
                      <a:gd name="T7" fmla="*/ 637 h 1275"/>
                      <a:gd name="T8" fmla="*/ 637 w 1275"/>
                      <a:gd name="T9" fmla="*/ 1274 h 1275"/>
                      <a:gd name="T10" fmla="*/ 637 w 1275"/>
                      <a:gd name="T11" fmla="*/ 1274 h 1275"/>
                      <a:gd name="T12" fmla="*/ 0 w 1275"/>
                      <a:gd name="T13" fmla="*/ 637 h 1275"/>
                      <a:gd name="T14" fmla="*/ 0 w 1275"/>
                      <a:gd name="T15" fmla="*/ 637 h 1275"/>
                      <a:gd name="T16" fmla="*/ 637 w 1275"/>
                      <a:gd name="T17" fmla="*/ 0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1275">
                        <a:moveTo>
                          <a:pt x="637" y="0"/>
                        </a:moveTo>
                        <a:lnTo>
                          <a:pt x="637" y="0"/>
                        </a:lnTo>
                        <a:cubicBezTo>
                          <a:pt x="989" y="0"/>
                          <a:pt x="1274" y="285"/>
                          <a:pt x="1274" y="637"/>
                        </a:cubicBezTo>
                        <a:lnTo>
                          <a:pt x="1274" y="637"/>
                        </a:lnTo>
                        <a:cubicBezTo>
                          <a:pt x="1274" y="988"/>
                          <a:pt x="989" y="1274"/>
                          <a:pt x="637" y="1274"/>
                        </a:cubicBezTo>
                        <a:lnTo>
                          <a:pt x="637" y="1274"/>
                        </a:lnTo>
                        <a:cubicBezTo>
                          <a:pt x="285" y="1274"/>
                          <a:pt x="0" y="988"/>
                          <a:pt x="0" y="637"/>
                        </a:cubicBezTo>
                        <a:lnTo>
                          <a:pt x="0" y="637"/>
                        </a:lnTo>
                        <a:cubicBezTo>
                          <a:pt x="0" y="285"/>
                          <a:pt x="285" y="0"/>
                          <a:pt x="637" y="0"/>
                        </a:cubicBezTo>
                      </a:path>
                    </a:pathLst>
                  </a:custGeom>
                  <a:solidFill>
                    <a:schemeClr val="bg1"/>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sp>
                <p:nvSpPr>
                  <p:cNvPr id="17" name="Freeform 209">
                    <a:extLst>
                      <a:ext uri="{FF2B5EF4-FFF2-40B4-BE49-F238E27FC236}">
                        <a16:creationId xmlns:a16="http://schemas.microsoft.com/office/drawing/2014/main" id="{B26F1467-8AC6-7F49-89CA-247EFAA524D8}"/>
                      </a:ext>
                    </a:extLst>
                  </p:cNvPr>
                  <p:cNvSpPr>
                    <a:spLocks noChangeArrowheads="1"/>
                  </p:cNvSpPr>
                  <p:nvPr/>
                </p:nvSpPr>
                <p:spPr bwMode="auto">
                  <a:xfrm>
                    <a:off x="7393830" y="1545999"/>
                    <a:ext cx="826790" cy="826791"/>
                  </a:xfrm>
                  <a:custGeom>
                    <a:avLst/>
                    <a:gdLst>
                      <a:gd name="T0" fmla="*/ 663 w 1327"/>
                      <a:gd name="T1" fmla="*/ 51 h 1326"/>
                      <a:gd name="T2" fmla="*/ 663 w 1327"/>
                      <a:gd name="T3" fmla="*/ 51 h 1326"/>
                      <a:gd name="T4" fmla="*/ 51 w 1327"/>
                      <a:gd name="T5" fmla="*/ 663 h 1326"/>
                      <a:gd name="T6" fmla="*/ 51 w 1327"/>
                      <a:gd name="T7" fmla="*/ 663 h 1326"/>
                      <a:gd name="T8" fmla="*/ 663 w 1327"/>
                      <a:gd name="T9" fmla="*/ 1274 h 1326"/>
                      <a:gd name="T10" fmla="*/ 663 w 1327"/>
                      <a:gd name="T11" fmla="*/ 1274 h 1326"/>
                      <a:gd name="T12" fmla="*/ 1274 w 1327"/>
                      <a:gd name="T13" fmla="*/ 663 h 1326"/>
                      <a:gd name="T14" fmla="*/ 1274 w 1327"/>
                      <a:gd name="T15" fmla="*/ 663 h 1326"/>
                      <a:gd name="T16" fmla="*/ 663 w 1327"/>
                      <a:gd name="T17" fmla="*/ 51 h 1326"/>
                      <a:gd name="T18" fmla="*/ 663 w 1327"/>
                      <a:gd name="T19" fmla="*/ 1325 h 1326"/>
                      <a:gd name="T20" fmla="*/ 663 w 1327"/>
                      <a:gd name="T21" fmla="*/ 1325 h 1326"/>
                      <a:gd name="T22" fmla="*/ 0 w 1327"/>
                      <a:gd name="T23" fmla="*/ 663 h 1326"/>
                      <a:gd name="T24" fmla="*/ 0 w 1327"/>
                      <a:gd name="T25" fmla="*/ 663 h 1326"/>
                      <a:gd name="T26" fmla="*/ 663 w 1327"/>
                      <a:gd name="T27" fmla="*/ 0 h 1326"/>
                      <a:gd name="T28" fmla="*/ 663 w 1327"/>
                      <a:gd name="T29" fmla="*/ 0 h 1326"/>
                      <a:gd name="T30" fmla="*/ 1326 w 1327"/>
                      <a:gd name="T31" fmla="*/ 663 h 1326"/>
                      <a:gd name="T32" fmla="*/ 1326 w 1327"/>
                      <a:gd name="T33" fmla="*/ 663 h 1326"/>
                      <a:gd name="T34" fmla="*/ 663 w 1327"/>
                      <a:gd name="T35" fmla="*/ 1325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7" h="1326">
                        <a:moveTo>
                          <a:pt x="663" y="51"/>
                        </a:moveTo>
                        <a:lnTo>
                          <a:pt x="663" y="51"/>
                        </a:lnTo>
                        <a:cubicBezTo>
                          <a:pt x="326" y="51"/>
                          <a:pt x="51" y="326"/>
                          <a:pt x="51" y="663"/>
                        </a:cubicBezTo>
                        <a:lnTo>
                          <a:pt x="51" y="663"/>
                        </a:lnTo>
                        <a:cubicBezTo>
                          <a:pt x="51" y="1000"/>
                          <a:pt x="326" y="1274"/>
                          <a:pt x="663" y="1274"/>
                        </a:cubicBezTo>
                        <a:lnTo>
                          <a:pt x="663" y="1274"/>
                        </a:lnTo>
                        <a:cubicBezTo>
                          <a:pt x="1000" y="1274"/>
                          <a:pt x="1274" y="1000"/>
                          <a:pt x="1274" y="663"/>
                        </a:cubicBezTo>
                        <a:lnTo>
                          <a:pt x="1274" y="663"/>
                        </a:lnTo>
                        <a:cubicBezTo>
                          <a:pt x="1274" y="326"/>
                          <a:pt x="1000" y="51"/>
                          <a:pt x="663" y="51"/>
                        </a:cubicBezTo>
                        <a:close/>
                        <a:moveTo>
                          <a:pt x="663" y="1325"/>
                        </a:moveTo>
                        <a:lnTo>
                          <a:pt x="663" y="1325"/>
                        </a:lnTo>
                        <a:cubicBezTo>
                          <a:pt x="298" y="1325"/>
                          <a:pt x="0" y="1028"/>
                          <a:pt x="0" y="663"/>
                        </a:cubicBezTo>
                        <a:lnTo>
                          <a:pt x="0" y="663"/>
                        </a:lnTo>
                        <a:cubicBezTo>
                          <a:pt x="0" y="297"/>
                          <a:pt x="298" y="0"/>
                          <a:pt x="663" y="0"/>
                        </a:cubicBezTo>
                        <a:lnTo>
                          <a:pt x="663" y="0"/>
                        </a:lnTo>
                        <a:cubicBezTo>
                          <a:pt x="1029" y="0"/>
                          <a:pt x="1326" y="297"/>
                          <a:pt x="1326" y="663"/>
                        </a:cubicBezTo>
                        <a:lnTo>
                          <a:pt x="1326" y="663"/>
                        </a:lnTo>
                        <a:cubicBezTo>
                          <a:pt x="1326" y="1028"/>
                          <a:pt x="1029" y="1325"/>
                          <a:pt x="663" y="1325"/>
                        </a:cubicBezTo>
                        <a:close/>
                      </a:path>
                    </a:pathLst>
                  </a:custGeom>
                  <a:solidFill>
                    <a:schemeClr val="bg1">
                      <a:lumMod val="85000"/>
                    </a:schemeClr>
                  </a:solidFill>
                  <a:ln>
                    <a:solidFill>
                      <a:schemeClr val="accent1">
                        <a:lumMod val="60000"/>
                        <a:lumOff val="40000"/>
                      </a:schemeClr>
                    </a:solidFill>
                  </a:ln>
                  <a:effectLst/>
                </p:spPr>
                <p:txBody>
                  <a:bodyPr wrap="none" anchor="ctr"/>
                  <a:lstStyle/>
                  <a:p>
                    <a:endParaRPr lang="en-US" sz="3265" dirty="0">
                      <a:latin typeface="Times New Roman" panose="02020603050405020304" pitchFamily="18" charset="0"/>
                      <a:cs typeface="Times New Roman" panose="02020603050405020304" pitchFamily="18" charset="0"/>
                    </a:endParaRPr>
                  </a:p>
                </p:txBody>
              </p:sp>
            </p:grpSp>
          </p:grpSp>
        </p:grpSp>
        <p:pic>
          <p:nvPicPr>
            <p:cNvPr id="15" name="Image 14" descr="Une image contenant cercle, clipart, Graphique&#10;&#10;Description générée automatiquement">
              <a:extLst>
                <a:ext uri="{FF2B5EF4-FFF2-40B4-BE49-F238E27FC236}">
                  <a16:creationId xmlns:a16="http://schemas.microsoft.com/office/drawing/2014/main" id="{6ECCD763-21CC-46A6-ACB1-A76336CCDDDA}"/>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9066107" y="1841436"/>
              <a:ext cx="643300" cy="643300"/>
            </a:xfrm>
            <a:prstGeom prst="rect">
              <a:avLst/>
            </a:prstGeom>
          </p:spPr>
        </p:pic>
      </p:grpSp>
      <p:sp>
        <p:nvSpPr>
          <p:cNvPr id="47" name="TextBox 27">
            <a:extLst>
              <a:ext uri="{FF2B5EF4-FFF2-40B4-BE49-F238E27FC236}">
                <a16:creationId xmlns:a16="http://schemas.microsoft.com/office/drawing/2014/main" id="{730828FC-89D1-4EFF-96C9-09C5CA99F7E2}"/>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11</a:t>
            </a:r>
          </a:p>
        </p:txBody>
      </p:sp>
      <p:pic>
        <p:nvPicPr>
          <p:cNvPr id="35" name="Image 6" descr="Une image contenant texte, capture d’écran, conception&#10;&#10;Description générée automatiquement">
            <a:extLst>
              <a:ext uri="{FF2B5EF4-FFF2-40B4-BE49-F238E27FC236}">
                <a16:creationId xmlns:a16="http://schemas.microsoft.com/office/drawing/2014/main" id="{0BB71013-217F-48D9-A4B9-02DA2A3D0B5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5300" y="7759270"/>
            <a:ext cx="11201400" cy="6300788"/>
          </a:xfrm>
          <a:prstGeom prst="rect">
            <a:avLst/>
          </a:prstGeom>
        </p:spPr>
      </p:pic>
    </p:spTree>
    <p:extLst>
      <p:ext uri="{BB962C8B-B14F-4D97-AF65-F5344CB8AC3E}">
        <p14:creationId xmlns:p14="http://schemas.microsoft.com/office/powerpoint/2010/main" val="2566687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Diagramme 30">
            <a:extLst>
              <a:ext uri="{FF2B5EF4-FFF2-40B4-BE49-F238E27FC236}">
                <a16:creationId xmlns:a16="http://schemas.microsoft.com/office/drawing/2014/main" id="{24A42253-60B0-E8AB-DDFC-676E1A3AF952}"/>
              </a:ext>
            </a:extLst>
          </p:cNvPr>
          <p:cNvGraphicFramePr/>
          <p:nvPr>
            <p:extLst>
              <p:ext uri="{D42A27DB-BD31-4B8C-83A1-F6EECF244321}">
                <p14:modId xmlns:p14="http://schemas.microsoft.com/office/powerpoint/2010/main" val="2462278479"/>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8" name="TextBox 27">
            <a:extLst>
              <a:ext uri="{FF2B5EF4-FFF2-40B4-BE49-F238E27FC236}">
                <a16:creationId xmlns:a16="http://schemas.microsoft.com/office/drawing/2014/main" id="{965F3B2F-5196-27B6-9C16-AD6C0A8F025B}"/>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11</a:t>
            </a:r>
          </a:p>
        </p:txBody>
      </p:sp>
      <p:sp>
        <p:nvSpPr>
          <p:cNvPr id="73" name="TextBox 3">
            <a:extLst>
              <a:ext uri="{FF2B5EF4-FFF2-40B4-BE49-F238E27FC236}">
                <a16:creationId xmlns:a16="http://schemas.microsoft.com/office/drawing/2014/main" id="{8D2BECD0-905A-964A-8CA5-008BDD6A76F4}"/>
              </a:ext>
            </a:extLst>
          </p:cNvPr>
          <p:cNvSpPr txBox="1"/>
          <p:nvPr/>
        </p:nvSpPr>
        <p:spPr>
          <a:xfrm>
            <a:off x="2623947" y="1038699"/>
            <a:ext cx="7162604" cy="584775"/>
          </a:xfrm>
          <a:prstGeom prst="rect">
            <a:avLst/>
          </a:prstGeom>
          <a:noFill/>
        </p:spPr>
        <p:txBody>
          <a:bodyPr wrap="square">
            <a:spAutoFit/>
          </a:bodyPr>
          <a:lstStyle/>
          <a:p>
            <a:pPr algn="ctr"/>
            <a:r>
              <a:rPr lang="fr-FR" sz="3200" b="1" dirty="0"/>
              <a:t>Qualité logicielle &amp; Types de tests</a:t>
            </a:r>
            <a:endParaRPr lang="en-US" sz="3200" b="1" dirty="0">
              <a:latin typeface="Times New Roman" panose="02020603050405020304" pitchFamily="18" charset="0"/>
              <a:cs typeface="Times New Roman" panose="02020603050405020304" pitchFamily="18" charset="0"/>
            </a:endParaRPr>
          </a:p>
        </p:txBody>
      </p:sp>
      <p:sp>
        <p:nvSpPr>
          <p:cNvPr id="75" name="ZoneTexte 74">
            <a:extLst>
              <a:ext uri="{FF2B5EF4-FFF2-40B4-BE49-F238E27FC236}">
                <a16:creationId xmlns:a16="http://schemas.microsoft.com/office/drawing/2014/main" id="{2DF03E1E-3D65-552A-2640-2D9DAD886D29}"/>
              </a:ext>
            </a:extLst>
          </p:cNvPr>
          <p:cNvSpPr txBox="1"/>
          <p:nvPr/>
        </p:nvSpPr>
        <p:spPr>
          <a:xfrm>
            <a:off x="392327" y="1981780"/>
            <a:ext cx="7037172" cy="369332"/>
          </a:xfrm>
          <a:prstGeom prst="rect">
            <a:avLst/>
          </a:prstGeom>
          <a:noFill/>
        </p:spPr>
        <p:txBody>
          <a:bodyPr wrap="square">
            <a:spAutoFit/>
          </a:bodyPr>
          <a:lstStyle/>
          <a:p>
            <a:r>
              <a:rPr lang="fr-FR" b="1" dirty="0"/>
              <a:t>La norme </a:t>
            </a:r>
            <a:r>
              <a:rPr lang="fr-FR" b="1" dirty="0">
                <a:solidFill>
                  <a:srgbClr val="3B6D11"/>
                </a:solidFill>
              </a:rPr>
              <a:t>ISO/IEC 25010:2023 </a:t>
            </a:r>
            <a:r>
              <a:rPr lang="fr-FR" b="1" dirty="0"/>
              <a:t>définit 9 caractéristiques de qualité : </a:t>
            </a:r>
          </a:p>
        </p:txBody>
      </p:sp>
      <p:graphicFrame>
        <p:nvGraphicFramePr>
          <p:cNvPr id="78" name="Tableau 77">
            <a:extLst>
              <a:ext uri="{FF2B5EF4-FFF2-40B4-BE49-F238E27FC236}">
                <a16:creationId xmlns:a16="http://schemas.microsoft.com/office/drawing/2014/main" id="{87029FEF-B1DE-EE5D-4D73-E48889850D1B}"/>
              </a:ext>
            </a:extLst>
          </p:cNvPr>
          <p:cNvGraphicFramePr>
            <a:graphicFrameLocks noGrp="1"/>
          </p:cNvGraphicFramePr>
          <p:nvPr>
            <p:extLst>
              <p:ext uri="{D42A27DB-BD31-4B8C-83A1-F6EECF244321}">
                <p14:modId xmlns:p14="http://schemas.microsoft.com/office/powerpoint/2010/main" val="909838063"/>
              </p:ext>
            </p:extLst>
          </p:nvPr>
        </p:nvGraphicFramePr>
        <p:xfrm>
          <a:off x="1846648" y="2706130"/>
          <a:ext cx="8879016" cy="1960023"/>
        </p:xfrm>
        <a:graphic>
          <a:graphicData uri="http://schemas.openxmlformats.org/drawingml/2006/table">
            <a:tbl>
              <a:tblPr firstRow="1" bandRow="1">
                <a:tableStyleId>{5C22544A-7EE6-4342-B048-85BDC9FD1C3A}</a:tableStyleId>
              </a:tblPr>
              <a:tblGrid>
                <a:gridCol w="2959672">
                  <a:extLst>
                    <a:ext uri="{9D8B030D-6E8A-4147-A177-3AD203B41FA5}">
                      <a16:colId xmlns:a16="http://schemas.microsoft.com/office/drawing/2014/main" val="4267624649"/>
                    </a:ext>
                  </a:extLst>
                </a:gridCol>
                <a:gridCol w="2959672">
                  <a:extLst>
                    <a:ext uri="{9D8B030D-6E8A-4147-A177-3AD203B41FA5}">
                      <a16:colId xmlns:a16="http://schemas.microsoft.com/office/drawing/2014/main" val="2196166131"/>
                    </a:ext>
                  </a:extLst>
                </a:gridCol>
                <a:gridCol w="2959672">
                  <a:extLst>
                    <a:ext uri="{9D8B030D-6E8A-4147-A177-3AD203B41FA5}">
                      <a16:colId xmlns:a16="http://schemas.microsoft.com/office/drawing/2014/main" val="2557905943"/>
                    </a:ext>
                  </a:extLst>
                </a:gridCol>
              </a:tblGrid>
              <a:tr h="640801">
                <a:tc>
                  <a:txBody>
                    <a:bodyPr/>
                    <a:lstStyle/>
                    <a:p>
                      <a:r>
                        <a:rPr lang="fr-FR" dirty="0"/>
                        <a:t>Adéquation fonctionnelle</a:t>
                      </a:r>
                    </a:p>
                  </a:txBody>
                  <a:tcPr/>
                </a:tc>
                <a:tc>
                  <a:txBody>
                    <a:bodyPr/>
                    <a:lstStyle/>
                    <a:p>
                      <a:r>
                        <a:rPr lang="fr-FR" dirty="0"/>
                        <a:t>Efficacité des performances</a:t>
                      </a:r>
                    </a:p>
                  </a:txBody>
                  <a:tcPr/>
                </a:tc>
                <a:tc>
                  <a:txBody>
                    <a:bodyPr/>
                    <a:lstStyle/>
                    <a:p>
                      <a:r>
                        <a:rPr lang="fr-FR" dirty="0"/>
                        <a:t>Compatibilité</a:t>
                      </a:r>
                    </a:p>
                  </a:txBody>
                  <a:tcPr/>
                </a:tc>
                <a:extLst>
                  <a:ext uri="{0D108BD9-81ED-4DB2-BD59-A6C34878D82A}">
                    <a16:rowId xmlns:a16="http://schemas.microsoft.com/office/drawing/2014/main" val="2238067350"/>
                  </a:ext>
                </a:extLst>
              </a:tr>
              <a:tr h="659611">
                <a:tc>
                  <a:txBody>
                    <a:bodyPr/>
                    <a:lstStyle/>
                    <a:p>
                      <a:r>
                        <a:rPr lang="fr-FR" dirty="0"/>
                        <a:t>Capacité d'interaction</a:t>
                      </a:r>
                    </a:p>
                  </a:txBody>
                  <a:tcPr/>
                </a:tc>
                <a:tc>
                  <a:txBody>
                    <a:bodyPr/>
                    <a:lstStyle/>
                    <a:p>
                      <a:r>
                        <a:rPr lang="fr-FR" dirty="0"/>
                        <a:t>Fiabilité</a:t>
                      </a:r>
                    </a:p>
                  </a:txBody>
                  <a:tcPr/>
                </a:tc>
                <a:tc>
                  <a:txBody>
                    <a:bodyPr/>
                    <a:lstStyle/>
                    <a:p>
                      <a:r>
                        <a:rPr lang="fr-FR" dirty="0"/>
                        <a:t>Sécurité</a:t>
                      </a:r>
                    </a:p>
                  </a:txBody>
                  <a:tcPr/>
                </a:tc>
                <a:extLst>
                  <a:ext uri="{0D108BD9-81ED-4DB2-BD59-A6C34878D82A}">
                    <a16:rowId xmlns:a16="http://schemas.microsoft.com/office/drawing/2014/main" val="2054884550"/>
                  </a:ext>
                </a:extLst>
              </a:tr>
              <a:tr h="659611">
                <a:tc>
                  <a:txBody>
                    <a:bodyPr/>
                    <a:lstStyle/>
                    <a:p>
                      <a:r>
                        <a:rPr lang="fr-FR" dirty="0"/>
                        <a:t>Maintenabilité</a:t>
                      </a:r>
                    </a:p>
                  </a:txBody>
                  <a:tcPr/>
                </a:tc>
                <a:tc>
                  <a:txBody>
                    <a:bodyPr/>
                    <a:lstStyle/>
                    <a:p>
                      <a:r>
                        <a:rPr lang="fr-FR" dirty="0"/>
                        <a:t>Flexibilité</a:t>
                      </a:r>
                    </a:p>
                  </a:txBody>
                  <a:tcPr/>
                </a:tc>
                <a:tc>
                  <a:txBody>
                    <a:bodyPr/>
                    <a:lstStyle/>
                    <a:p>
                      <a:r>
                        <a:rPr lang="fr-FR" dirty="0"/>
                        <a:t>Sûreté</a:t>
                      </a:r>
                    </a:p>
                  </a:txBody>
                  <a:tcPr/>
                </a:tc>
                <a:extLst>
                  <a:ext uri="{0D108BD9-81ED-4DB2-BD59-A6C34878D82A}">
                    <a16:rowId xmlns:a16="http://schemas.microsoft.com/office/drawing/2014/main" val="3141951411"/>
                  </a:ext>
                </a:extLst>
              </a:tr>
            </a:tbl>
          </a:graphicData>
        </a:graphic>
      </p:graphicFrame>
    </p:spTree>
    <p:extLst>
      <p:ext uri="{BB962C8B-B14F-4D97-AF65-F5344CB8AC3E}">
        <p14:creationId xmlns:p14="http://schemas.microsoft.com/office/powerpoint/2010/main" val="795692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DC32C-C8C0-DC9C-65FB-B866D0E08B4F}"/>
            </a:ext>
          </a:extLst>
        </p:cNvPr>
        <p:cNvGrpSpPr/>
        <p:nvPr/>
      </p:nvGrpSpPr>
      <p:grpSpPr>
        <a:xfrm>
          <a:off x="0" y="0"/>
          <a:ext cx="0" cy="0"/>
          <a:chOff x="0" y="0"/>
          <a:chExt cx="0" cy="0"/>
        </a:xfrm>
      </p:grpSpPr>
      <p:graphicFrame>
        <p:nvGraphicFramePr>
          <p:cNvPr id="37" name="Diagramme 30">
            <a:extLst>
              <a:ext uri="{FF2B5EF4-FFF2-40B4-BE49-F238E27FC236}">
                <a16:creationId xmlns:a16="http://schemas.microsoft.com/office/drawing/2014/main" id="{1B3F2E30-A7AA-5BF4-8FF1-1ABD805CD401}"/>
              </a:ext>
            </a:extLst>
          </p:cNvPr>
          <p:cNvGraphicFramePr/>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8" name="TextBox 27">
            <a:extLst>
              <a:ext uri="{FF2B5EF4-FFF2-40B4-BE49-F238E27FC236}">
                <a16:creationId xmlns:a16="http://schemas.microsoft.com/office/drawing/2014/main" id="{EB5CBACC-8153-FC0C-DEC1-DE8531F9647F}"/>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11</a:t>
            </a:r>
          </a:p>
        </p:txBody>
      </p:sp>
      <p:sp>
        <p:nvSpPr>
          <p:cNvPr id="73" name="TextBox 3">
            <a:extLst>
              <a:ext uri="{FF2B5EF4-FFF2-40B4-BE49-F238E27FC236}">
                <a16:creationId xmlns:a16="http://schemas.microsoft.com/office/drawing/2014/main" id="{832ED472-942E-D5B9-C42F-EB3BDA68FF9C}"/>
              </a:ext>
            </a:extLst>
          </p:cNvPr>
          <p:cNvSpPr txBox="1"/>
          <p:nvPr/>
        </p:nvSpPr>
        <p:spPr>
          <a:xfrm>
            <a:off x="2623947" y="1038699"/>
            <a:ext cx="7162604" cy="584775"/>
          </a:xfrm>
          <a:prstGeom prst="rect">
            <a:avLst/>
          </a:prstGeom>
          <a:noFill/>
        </p:spPr>
        <p:txBody>
          <a:bodyPr wrap="square">
            <a:spAutoFit/>
          </a:bodyPr>
          <a:lstStyle/>
          <a:p>
            <a:pPr algn="ctr"/>
            <a:r>
              <a:rPr lang="fr-FR" sz="3200" b="1" dirty="0"/>
              <a:t>Qualité logicielle &amp; Types de tests</a:t>
            </a:r>
            <a:endParaRPr lang="en-US" sz="3200" b="1" dirty="0">
              <a:latin typeface="Times New Roman" panose="02020603050405020304" pitchFamily="18" charset="0"/>
              <a:cs typeface="Times New Roman" panose="02020603050405020304" pitchFamily="18" charset="0"/>
            </a:endParaRPr>
          </a:p>
        </p:txBody>
      </p:sp>
      <p:sp>
        <p:nvSpPr>
          <p:cNvPr id="75" name="ZoneTexte 74">
            <a:extLst>
              <a:ext uri="{FF2B5EF4-FFF2-40B4-BE49-F238E27FC236}">
                <a16:creationId xmlns:a16="http://schemas.microsoft.com/office/drawing/2014/main" id="{E9FBFBFD-17B1-80E4-1B7F-1A39E8BAA6C7}"/>
              </a:ext>
            </a:extLst>
          </p:cNvPr>
          <p:cNvSpPr txBox="1"/>
          <p:nvPr/>
        </p:nvSpPr>
        <p:spPr>
          <a:xfrm>
            <a:off x="355257" y="1980136"/>
            <a:ext cx="7037172" cy="369332"/>
          </a:xfrm>
          <a:prstGeom prst="rect">
            <a:avLst/>
          </a:prstGeom>
          <a:noFill/>
        </p:spPr>
        <p:txBody>
          <a:bodyPr wrap="square">
            <a:spAutoFit/>
          </a:bodyPr>
          <a:lstStyle/>
          <a:p>
            <a:r>
              <a:rPr lang="fr-FR" b="1" dirty="0"/>
              <a:t>Niveaux de tests (ISTQB) &amp; Types retenus</a:t>
            </a:r>
          </a:p>
        </p:txBody>
      </p:sp>
      <p:graphicFrame>
        <p:nvGraphicFramePr>
          <p:cNvPr id="5" name="Tableau 4">
            <a:extLst>
              <a:ext uri="{FF2B5EF4-FFF2-40B4-BE49-F238E27FC236}">
                <a16:creationId xmlns:a16="http://schemas.microsoft.com/office/drawing/2014/main" id="{3B0A2A66-2ABC-926F-F6C1-53FB485C0154}"/>
              </a:ext>
            </a:extLst>
          </p:cNvPr>
          <p:cNvGraphicFramePr>
            <a:graphicFrameLocks noGrp="1"/>
          </p:cNvGraphicFramePr>
          <p:nvPr>
            <p:extLst>
              <p:ext uri="{D42A27DB-BD31-4B8C-83A1-F6EECF244321}">
                <p14:modId xmlns:p14="http://schemas.microsoft.com/office/powerpoint/2010/main" val="3723779056"/>
              </p:ext>
            </p:extLst>
          </p:nvPr>
        </p:nvGraphicFramePr>
        <p:xfrm>
          <a:off x="1066799" y="2865673"/>
          <a:ext cx="9719733" cy="2738539"/>
        </p:xfrm>
        <a:graphic>
          <a:graphicData uri="http://schemas.openxmlformats.org/drawingml/2006/table">
            <a:tbl>
              <a:tblPr firstRow="1" bandRow="1">
                <a:tableStyleId>{5C22544A-7EE6-4342-B048-85BDC9FD1C3A}</a:tableStyleId>
              </a:tblPr>
              <a:tblGrid>
                <a:gridCol w="2922929">
                  <a:extLst>
                    <a:ext uri="{9D8B030D-6E8A-4147-A177-3AD203B41FA5}">
                      <a16:colId xmlns:a16="http://schemas.microsoft.com/office/drawing/2014/main" val="4170696499"/>
                    </a:ext>
                  </a:extLst>
                </a:gridCol>
                <a:gridCol w="3153864">
                  <a:extLst>
                    <a:ext uri="{9D8B030D-6E8A-4147-A177-3AD203B41FA5}">
                      <a16:colId xmlns:a16="http://schemas.microsoft.com/office/drawing/2014/main" val="2599277980"/>
                    </a:ext>
                  </a:extLst>
                </a:gridCol>
                <a:gridCol w="3642940">
                  <a:extLst>
                    <a:ext uri="{9D8B030D-6E8A-4147-A177-3AD203B41FA5}">
                      <a16:colId xmlns:a16="http://schemas.microsoft.com/office/drawing/2014/main" val="3182425554"/>
                    </a:ext>
                  </a:extLst>
                </a:gridCol>
              </a:tblGrid>
              <a:tr h="485957">
                <a:tc>
                  <a:txBody>
                    <a:bodyPr/>
                    <a:lstStyle/>
                    <a:p>
                      <a:r>
                        <a:rPr lang="fr-FR" dirty="0"/>
                        <a:t>Niveau</a:t>
                      </a:r>
                    </a:p>
                  </a:txBody>
                  <a:tcPr/>
                </a:tc>
                <a:tc>
                  <a:txBody>
                    <a:bodyPr/>
                    <a:lstStyle/>
                    <a:p>
                      <a:r>
                        <a:rPr lang="fr-FR" dirty="0"/>
                        <a:t>Description</a:t>
                      </a:r>
                    </a:p>
                  </a:txBody>
                  <a:tcPr/>
                </a:tc>
                <a:tc>
                  <a:txBody>
                    <a:bodyPr/>
                    <a:lstStyle/>
                    <a:p>
                      <a:r>
                        <a:rPr lang="fr-FR" dirty="0"/>
                        <a:t>Approche retenue</a:t>
                      </a:r>
                    </a:p>
                  </a:txBody>
                  <a:tcPr/>
                </a:tc>
                <a:extLst>
                  <a:ext uri="{0D108BD9-81ED-4DB2-BD59-A6C34878D82A}">
                    <a16:rowId xmlns:a16="http://schemas.microsoft.com/office/drawing/2014/main" val="3417531577"/>
                  </a:ext>
                </a:extLst>
              </a:tr>
              <a:tr h="582792">
                <a:tc>
                  <a:txBody>
                    <a:bodyPr/>
                    <a:lstStyle/>
                    <a:p>
                      <a:r>
                        <a:rPr lang="fr-FR" dirty="0"/>
                        <a:t>Tests système</a:t>
                      </a:r>
                    </a:p>
                  </a:txBody>
                  <a:tcPr/>
                </a:tc>
                <a:tc>
                  <a:txBody>
                    <a:bodyPr/>
                    <a:lstStyle/>
                    <a:p>
                      <a:r>
                        <a:rPr lang="fr-FR" dirty="0"/>
                        <a:t>Validation globale de la plateforme </a:t>
                      </a:r>
                    </a:p>
                  </a:txBody>
                  <a:tcPr/>
                </a:tc>
                <a:tc>
                  <a:txBody>
                    <a:bodyPr/>
                    <a:lstStyle/>
                    <a:p>
                      <a:r>
                        <a:rPr lang="fr-FR" dirty="0"/>
                        <a:t>Tests fonctionnels </a:t>
                      </a:r>
                    </a:p>
                  </a:txBody>
                  <a:tcPr/>
                </a:tc>
                <a:extLst>
                  <a:ext uri="{0D108BD9-81ED-4DB2-BD59-A6C34878D82A}">
                    <a16:rowId xmlns:a16="http://schemas.microsoft.com/office/drawing/2014/main" val="3838154431"/>
                  </a:ext>
                </a:extLst>
              </a:tr>
              <a:tr h="485957">
                <a:tc>
                  <a:txBody>
                    <a:bodyPr/>
                    <a:lstStyle/>
                    <a:p>
                      <a:r>
                        <a:rPr lang="fr-FR" dirty="0"/>
                        <a:t>Tests fonctionnels</a:t>
                      </a:r>
                    </a:p>
                  </a:txBody>
                  <a:tcPr/>
                </a:tc>
                <a:tc>
                  <a:txBody>
                    <a:bodyPr/>
                    <a:lstStyle/>
                    <a:p>
                      <a:r>
                        <a:rPr lang="fr-FR" dirty="0"/>
                        <a:t>Conformité aux exigences</a:t>
                      </a:r>
                    </a:p>
                  </a:txBody>
                  <a:tcPr/>
                </a:tc>
                <a:tc>
                  <a:txBody>
                    <a:bodyPr/>
                    <a:lstStyle/>
                    <a:p>
                      <a:r>
                        <a:rPr lang="fr-FR" dirty="0"/>
                        <a:t>Boîte noire (Black-box)</a:t>
                      </a:r>
                    </a:p>
                  </a:txBody>
                  <a:tcPr/>
                </a:tc>
                <a:extLst>
                  <a:ext uri="{0D108BD9-81ED-4DB2-BD59-A6C34878D82A}">
                    <a16:rowId xmlns:a16="http://schemas.microsoft.com/office/drawing/2014/main" val="4001730867"/>
                  </a:ext>
                </a:extLst>
              </a:tr>
              <a:tr h="485957">
                <a:tc>
                  <a:txBody>
                    <a:bodyPr/>
                    <a:lstStyle/>
                    <a:p>
                      <a:r>
                        <a:rPr lang="fr-FR" dirty="0"/>
                        <a:t>Tests non fonctionnels</a:t>
                      </a:r>
                    </a:p>
                  </a:txBody>
                  <a:tcPr/>
                </a:tc>
                <a:tc>
                  <a:txBody>
                    <a:bodyPr/>
                    <a:lstStyle/>
                    <a:p>
                      <a:r>
                        <a:rPr lang="fr-FR" dirty="0"/>
                        <a:t>Performance &amp; Sécurité</a:t>
                      </a:r>
                    </a:p>
                  </a:txBody>
                  <a:tcPr/>
                </a:tc>
                <a:tc>
                  <a:txBody>
                    <a:bodyPr/>
                    <a:lstStyle/>
                    <a:p>
                      <a:r>
                        <a:rPr lang="fr-FR" dirty="0"/>
                        <a:t>Charge &amp; OWASP</a:t>
                      </a:r>
                    </a:p>
                  </a:txBody>
                  <a:tcPr/>
                </a:tc>
                <a:extLst>
                  <a:ext uri="{0D108BD9-81ED-4DB2-BD59-A6C34878D82A}">
                    <a16:rowId xmlns:a16="http://schemas.microsoft.com/office/drawing/2014/main" val="3010190555"/>
                  </a:ext>
                </a:extLst>
              </a:tr>
              <a:tr h="582792">
                <a:tc>
                  <a:txBody>
                    <a:bodyPr/>
                    <a:lstStyle/>
                    <a:p>
                      <a:r>
                        <a:rPr lang="fr-FR" dirty="0"/>
                        <a:t>Tests de régression</a:t>
                      </a:r>
                    </a:p>
                  </a:txBody>
                  <a:tcPr/>
                </a:tc>
                <a:tc>
                  <a:txBody>
                    <a:bodyPr/>
                    <a:lstStyle/>
                    <a:p>
                      <a:r>
                        <a:rPr lang="fr-FR" dirty="0"/>
                        <a:t>Non-régression après modifications</a:t>
                      </a:r>
                    </a:p>
                  </a:txBody>
                  <a:tcPr/>
                </a:tc>
                <a:tc>
                  <a:txBody>
                    <a:bodyPr/>
                    <a:lstStyle/>
                    <a:p>
                      <a:r>
                        <a:rPr lang="fr-FR" dirty="0"/>
                        <a:t>Suites </a:t>
                      </a:r>
                      <a:r>
                        <a:rPr lang="fr-FR" dirty="0" err="1"/>
                        <a:t>Katalon</a:t>
                      </a:r>
                      <a:endParaRPr lang="fr-FR" dirty="0"/>
                    </a:p>
                  </a:txBody>
                  <a:tcPr/>
                </a:tc>
                <a:extLst>
                  <a:ext uri="{0D108BD9-81ED-4DB2-BD59-A6C34878D82A}">
                    <a16:rowId xmlns:a16="http://schemas.microsoft.com/office/drawing/2014/main" val="2427939175"/>
                  </a:ext>
                </a:extLst>
              </a:tr>
            </a:tbl>
          </a:graphicData>
        </a:graphic>
      </p:graphicFrame>
    </p:spTree>
    <p:extLst>
      <p:ext uri="{BB962C8B-B14F-4D97-AF65-F5344CB8AC3E}">
        <p14:creationId xmlns:p14="http://schemas.microsoft.com/office/powerpoint/2010/main" val="24058108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3">
            <a:extLst>
              <a:ext uri="{FF2B5EF4-FFF2-40B4-BE49-F238E27FC236}">
                <a16:creationId xmlns:a16="http://schemas.microsoft.com/office/drawing/2014/main" id="{421FCE5F-7285-42A3-AA75-1E67ACF7B011}"/>
              </a:ext>
            </a:extLst>
          </p:cNvPr>
          <p:cNvSpPr txBox="1"/>
          <p:nvPr/>
        </p:nvSpPr>
        <p:spPr>
          <a:xfrm>
            <a:off x="153774" y="906340"/>
            <a:ext cx="7293923" cy="584775"/>
          </a:xfrm>
          <a:prstGeom prst="rect">
            <a:avLst/>
          </a:prstGeom>
          <a:noFill/>
        </p:spPr>
        <p:txBody>
          <a:bodyPr wrap="square">
            <a:spAutoFit/>
          </a:bodyPr>
          <a:lstStyle/>
          <a:p>
            <a:pPr algn="ctr"/>
            <a:r>
              <a:rPr lang="en-US" sz="3200" b="1" dirty="0">
                <a:latin typeface="Times New Roman" panose="02020603050405020304" pitchFamily="18" charset="0"/>
                <a:ea typeface="HK Grotesk Medium"/>
                <a:cs typeface="Times New Roman" panose="02020603050405020304" pitchFamily="18" charset="0"/>
                <a:sym typeface="HK Grotesk Medium"/>
              </a:rPr>
              <a:t>Architecture de la solution de test</a:t>
            </a:r>
            <a:endParaRPr lang="en-US" sz="3200" b="1" dirty="0">
              <a:latin typeface="Times New Roman" panose="02020603050405020304" pitchFamily="18" charset="0"/>
              <a:cs typeface="Times New Roman" panose="02020603050405020304" pitchFamily="18" charset="0"/>
            </a:endParaRPr>
          </a:p>
        </p:txBody>
      </p:sp>
      <p:graphicFrame>
        <p:nvGraphicFramePr>
          <p:cNvPr id="5" name="Diagramme 30">
            <a:extLst>
              <a:ext uri="{FF2B5EF4-FFF2-40B4-BE49-F238E27FC236}">
                <a16:creationId xmlns:a16="http://schemas.microsoft.com/office/drawing/2014/main" id="{A7B259CF-06B2-4441-A4EC-81EF7D205484}"/>
              </a:ext>
            </a:extLst>
          </p:cNvPr>
          <p:cNvGraphicFramePr/>
          <p:nvPr>
            <p:extLst>
              <p:ext uri="{D42A27DB-BD31-4B8C-83A1-F6EECF244321}">
                <p14:modId xmlns:p14="http://schemas.microsoft.com/office/powerpoint/2010/main" val="2969089131"/>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27">
            <a:extLst>
              <a:ext uri="{FF2B5EF4-FFF2-40B4-BE49-F238E27FC236}">
                <a16:creationId xmlns:a16="http://schemas.microsoft.com/office/drawing/2014/main" id="{1D6B6F59-981A-4215-8D6A-0AE552E46CF9}"/>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12</a:t>
            </a:r>
          </a:p>
        </p:txBody>
      </p:sp>
      <p:pic>
        <p:nvPicPr>
          <p:cNvPr id="8" name="Image 2" descr="Une image contenant texte, capture d’écran, Police, nombre&#10;&#10;Description générée automatiquement">
            <a:extLst>
              <a:ext uri="{FF2B5EF4-FFF2-40B4-BE49-F238E27FC236}">
                <a16:creationId xmlns:a16="http://schemas.microsoft.com/office/drawing/2014/main" id="{A72BB70E-29C8-4F9B-A176-630B2C1526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0040" y="7648326"/>
            <a:ext cx="11490960" cy="5516930"/>
          </a:xfrm>
          <a:prstGeom prst="rect">
            <a:avLst/>
          </a:prstGeom>
        </p:spPr>
      </p:pic>
      <p:pic>
        <p:nvPicPr>
          <p:cNvPr id="9" name="Image 8">
            <a:extLst>
              <a:ext uri="{FF2B5EF4-FFF2-40B4-BE49-F238E27FC236}">
                <a16:creationId xmlns:a16="http://schemas.microsoft.com/office/drawing/2014/main" id="{AFA74375-FD86-2A74-EED3-28AE8C6CD68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37883" y="1491115"/>
            <a:ext cx="7554383" cy="5255223"/>
          </a:xfrm>
          <a:prstGeom prst="rect">
            <a:avLst/>
          </a:prstGeom>
        </p:spPr>
      </p:pic>
    </p:spTree>
    <p:extLst>
      <p:ext uri="{BB962C8B-B14F-4D97-AF65-F5344CB8AC3E}">
        <p14:creationId xmlns:p14="http://schemas.microsoft.com/office/powerpoint/2010/main" val="949103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3">
            <a:extLst>
              <a:ext uri="{FF2B5EF4-FFF2-40B4-BE49-F238E27FC236}">
                <a16:creationId xmlns:a16="http://schemas.microsoft.com/office/drawing/2014/main" id="{421FCE5F-7285-42A3-AA75-1E67ACF7B011}"/>
              </a:ext>
            </a:extLst>
          </p:cNvPr>
          <p:cNvSpPr txBox="1"/>
          <p:nvPr/>
        </p:nvSpPr>
        <p:spPr>
          <a:xfrm>
            <a:off x="-687276" y="3210675"/>
            <a:ext cx="4773501" cy="1077218"/>
          </a:xfrm>
          <a:prstGeom prst="rect">
            <a:avLst/>
          </a:prstGeom>
          <a:noFill/>
        </p:spPr>
        <p:txBody>
          <a:bodyPr wrap="square">
            <a:spAutoFit/>
          </a:bodyPr>
          <a:lstStyle/>
          <a:p>
            <a:pPr algn="ctr"/>
            <a:r>
              <a:rPr lang="en-US" sz="3200" b="1" dirty="0" err="1">
                <a:latin typeface="Times New Roman" panose="02020603050405020304" pitchFamily="18" charset="0"/>
                <a:ea typeface="HK Grotesk Medium"/>
                <a:cs typeface="Times New Roman" panose="02020603050405020304" pitchFamily="18" charset="0"/>
                <a:sym typeface="HK Grotesk Medium"/>
              </a:rPr>
              <a:t>Diagramme</a:t>
            </a:r>
            <a:r>
              <a:rPr lang="en-US" sz="3200" b="1" dirty="0">
                <a:latin typeface="Times New Roman" panose="02020603050405020304" pitchFamily="18" charset="0"/>
                <a:ea typeface="HK Grotesk Medium"/>
                <a:cs typeface="Times New Roman" panose="02020603050405020304" pitchFamily="18" charset="0"/>
                <a:sym typeface="HK Grotesk Medium"/>
              </a:rPr>
              <a:t> de </a:t>
            </a:r>
            <a:r>
              <a:rPr lang="en-US" sz="3200" b="1" dirty="0" err="1">
                <a:latin typeface="Times New Roman" panose="02020603050405020304" pitchFamily="18" charset="0"/>
                <a:ea typeface="HK Grotesk Medium"/>
                <a:cs typeface="Times New Roman" panose="02020603050405020304" pitchFamily="18" charset="0"/>
                <a:sym typeface="HK Grotesk Medium"/>
              </a:rPr>
              <a:t>déploiement</a:t>
            </a:r>
            <a:endParaRPr lang="en-US" sz="3200" b="1" dirty="0">
              <a:latin typeface="Times New Roman" panose="02020603050405020304" pitchFamily="18" charset="0"/>
              <a:cs typeface="Times New Roman" panose="02020603050405020304" pitchFamily="18" charset="0"/>
            </a:endParaRPr>
          </a:p>
        </p:txBody>
      </p:sp>
      <p:graphicFrame>
        <p:nvGraphicFramePr>
          <p:cNvPr id="5" name="Diagramme 30">
            <a:extLst>
              <a:ext uri="{FF2B5EF4-FFF2-40B4-BE49-F238E27FC236}">
                <a16:creationId xmlns:a16="http://schemas.microsoft.com/office/drawing/2014/main" id="{A7B259CF-06B2-4441-A4EC-81EF7D205484}"/>
              </a:ext>
            </a:extLst>
          </p:cNvPr>
          <p:cNvGraphicFramePr/>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27">
            <a:extLst>
              <a:ext uri="{FF2B5EF4-FFF2-40B4-BE49-F238E27FC236}">
                <a16:creationId xmlns:a16="http://schemas.microsoft.com/office/drawing/2014/main" id="{1D6B6F59-981A-4215-8D6A-0AE552E46CF9}"/>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13</a:t>
            </a:r>
          </a:p>
        </p:txBody>
      </p:sp>
      <p:pic>
        <p:nvPicPr>
          <p:cNvPr id="8" name="Image 2" descr="Une image contenant texte, capture d’écran, Police, nombre&#10;&#10;Description générée automatiquement">
            <a:extLst>
              <a:ext uri="{FF2B5EF4-FFF2-40B4-BE49-F238E27FC236}">
                <a16:creationId xmlns:a16="http://schemas.microsoft.com/office/drawing/2014/main" id="{A72BB70E-29C8-4F9B-A176-630B2C1526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0040" y="7648326"/>
            <a:ext cx="11490960" cy="5516930"/>
          </a:xfrm>
          <a:prstGeom prst="rect">
            <a:avLst/>
          </a:prstGeom>
        </p:spPr>
      </p:pic>
      <p:pic>
        <p:nvPicPr>
          <p:cNvPr id="4" name="Image 3">
            <a:extLst>
              <a:ext uri="{FF2B5EF4-FFF2-40B4-BE49-F238E27FC236}">
                <a16:creationId xmlns:a16="http://schemas.microsoft.com/office/drawing/2014/main" id="{F1FF3501-992A-49C3-03BB-B06DF489DA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86225" y="812624"/>
            <a:ext cx="6312228" cy="5516930"/>
          </a:xfrm>
          <a:prstGeom prst="rect">
            <a:avLst/>
          </a:prstGeom>
        </p:spPr>
      </p:pic>
    </p:spTree>
    <p:extLst>
      <p:ext uri="{BB962C8B-B14F-4D97-AF65-F5344CB8AC3E}">
        <p14:creationId xmlns:p14="http://schemas.microsoft.com/office/powerpoint/2010/main" val="2966637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Forma libre: forma 75">
            <a:extLst>
              <a:ext uri="{FF2B5EF4-FFF2-40B4-BE49-F238E27FC236}">
                <a16:creationId xmlns:a16="http://schemas.microsoft.com/office/drawing/2014/main" id="{B920755C-6FB3-4B89-5D24-5A024BA9DA71}"/>
              </a:ext>
            </a:extLst>
          </p:cNvPr>
          <p:cNvSpPr/>
          <p:nvPr/>
        </p:nvSpPr>
        <p:spPr>
          <a:xfrm rot="12220945">
            <a:off x="-212008" y="1572594"/>
            <a:ext cx="1722567" cy="1576854"/>
          </a:xfrm>
          <a:custGeom>
            <a:avLst/>
            <a:gdLst>
              <a:gd name="connsiteX0" fmla="*/ 1722567 w 1722567"/>
              <a:gd name="connsiteY0" fmla="*/ 1406690 h 1576854"/>
              <a:gd name="connsiteX1" fmla="*/ 1577884 w 1722567"/>
              <a:gd name="connsiteY1" fmla="*/ 1461626 h 1576854"/>
              <a:gd name="connsiteX2" fmla="*/ 192698 w 1722567"/>
              <a:gd name="connsiteY2" fmla="*/ 1485656 h 1576854"/>
              <a:gd name="connsiteX3" fmla="*/ 0 w 1722567"/>
              <a:gd name="connsiteY3" fmla="*/ 1420865 h 1576854"/>
              <a:gd name="connsiteX4" fmla="*/ 393289 w 1722567"/>
              <a:gd name="connsiteY4" fmla="*/ 413045 h 1576854"/>
              <a:gd name="connsiteX5" fmla="*/ 487585 w 1722567"/>
              <a:gd name="connsiteY5" fmla="*/ 444750 h 1576854"/>
              <a:gd name="connsiteX6" fmla="*/ 608971 w 1722567"/>
              <a:gd name="connsiteY6" fmla="*/ 469952 h 1576854"/>
              <a:gd name="connsiteX7" fmla="*/ 881543 w 1722567"/>
              <a:gd name="connsiteY7" fmla="*/ 0 h 1576854"/>
              <a:gd name="connsiteX8" fmla="*/ 1145989 w 1722567"/>
              <a:gd name="connsiteY8" fmla="*/ 455943 h 1576854"/>
              <a:gd name="connsiteX9" fmla="*/ 1246885 w 1722567"/>
              <a:gd name="connsiteY9" fmla="*/ 431578 h 1576854"/>
              <a:gd name="connsiteX10" fmla="*/ 1288028 w 1722567"/>
              <a:gd name="connsiteY10" fmla="*/ 415956 h 157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67" h="1576854">
                <a:moveTo>
                  <a:pt x="1722567" y="1406690"/>
                </a:moveTo>
                <a:lnTo>
                  <a:pt x="1577884" y="1461626"/>
                </a:lnTo>
                <a:cubicBezTo>
                  <a:pt x="1115921" y="1610690"/>
                  <a:pt x="635166" y="1611275"/>
                  <a:pt x="192698" y="1485656"/>
                </a:cubicBezTo>
                <a:lnTo>
                  <a:pt x="0" y="1420865"/>
                </a:lnTo>
                <a:lnTo>
                  <a:pt x="393289" y="413045"/>
                </a:lnTo>
                <a:lnTo>
                  <a:pt x="487585" y="444750"/>
                </a:lnTo>
                <a:lnTo>
                  <a:pt x="608971" y="469952"/>
                </a:lnTo>
                <a:lnTo>
                  <a:pt x="881543" y="0"/>
                </a:lnTo>
                <a:lnTo>
                  <a:pt x="1145989" y="455943"/>
                </a:lnTo>
                <a:lnTo>
                  <a:pt x="1246885" y="431578"/>
                </a:lnTo>
                <a:lnTo>
                  <a:pt x="1288028" y="415956"/>
                </a:lnTo>
                <a:close/>
              </a:path>
            </a:pathLst>
          </a:custGeom>
          <a:noFill/>
          <a:ln w="571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dirty="0">
              <a:solidFill>
                <a:srgbClr val="0E2841"/>
              </a:solidFill>
            </a:endParaRPr>
          </a:p>
        </p:txBody>
      </p:sp>
      <p:sp>
        <p:nvSpPr>
          <p:cNvPr id="75" name="Forma libre: forma 74">
            <a:extLst>
              <a:ext uri="{FF2B5EF4-FFF2-40B4-BE49-F238E27FC236}">
                <a16:creationId xmlns:a16="http://schemas.microsoft.com/office/drawing/2014/main" id="{17CBFB39-9B1A-E984-B33B-2704106041FB}"/>
              </a:ext>
            </a:extLst>
          </p:cNvPr>
          <p:cNvSpPr/>
          <p:nvPr/>
        </p:nvSpPr>
        <p:spPr>
          <a:xfrm rot="9441101">
            <a:off x="-1484176" y="1577039"/>
            <a:ext cx="1722543" cy="1574453"/>
          </a:xfrm>
          <a:custGeom>
            <a:avLst/>
            <a:gdLst>
              <a:gd name="connsiteX0" fmla="*/ 0 w 1722543"/>
              <a:gd name="connsiteY0" fmla="*/ 1419740 h 1574453"/>
              <a:gd name="connsiteX1" fmla="*/ 416589 w 1722543"/>
              <a:gd name="connsiteY1" fmla="*/ 421324 h 1574453"/>
              <a:gd name="connsiteX2" fmla="*/ 458006 w 1722543"/>
              <a:gd name="connsiteY2" fmla="*/ 436200 h 1574453"/>
              <a:gd name="connsiteX3" fmla="*/ 563850 w 1722543"/>
              <a:gd name="connsiteY3" fmla="*/ 459748 h 1574453"/>
              <a:gd name="connsiteX4" fmla="*/ 830504 w 1722543"/>
              <a:gd name="connsiteY4" fmla="*/ 0 h 1574453"/>
              <a:gd name="connsiteX5" fmla="*/ 1098777 w 1722543"/>
              <a:gd name="connsiteY5" fmla="*/ 462542 h 1574453"/>
              <a:gd name="connsiteX6" fmla="*/ 1217420 w 1722543"/>
              <a:gd name="connsiteY6" fmla="*/ 435667 h 1574453"/>
              <a:gd name="connsiteX7" fmla="*/ 1311131 w 1722543"/>
              <a:gd name="connsiteY7" fmla="*/ 402266 h 1574453"/>
              <a:gd name="connsiteX8" fmla="*/ 1722543 w 1722543"/>
              <a:gd name="connsiteY8" fmla="*/ 1402823 h 1574453"/>
              <a:gd name="connsiteX9" fmla="*/ 1531045 w 1722543"/>
              <a:gd name="connsiteY9" fmla="*/ 1471082 h 1574453"/>
              <a:gd name="connsiteX10" fmla="*/ 145650 w 1722543"/>
              <a:gd name="connsiteY10" fmla="*/ 1472055 h 15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43" h="1574453">
                <a:moveTo>
                  <a:pt x="0" y="1419740"/>
                </a:moveTo>
                <a:lnTo>
                  <a:pt x="416589" y="421324"/>
                </a:lnTo>
                <a:lnTo>
                  <a:pt x="458006" y="436200"/>
                </a:lnTo>
                <a:lnTo>
                  <a:pt x="563850" y="459748"/>
                </a:lnTo>
                <a:lnTo>
                  <a:pt x="830504" y="0"/>
                </a:lnTo>
                <a:lnTo>
                  <a:pt x="1098777" y="462542"/>
                </a:lnTo>
                <a:lnTo>
                  <a:pt x="1217420" y="435667"/>
                </a:lnTo>
                <a:lnTo>
                  <a:pt x="1311131" y="402266"/>
                </a:lnTo>
                <a:lnTo>
                  <a:pt x="1722543" y="1402823"/>
                </a:lnTo>
                <a:lnTo>
                  <a:pt x="1531045" y="1471082"/>
                </a:lnTo>
                <a:cubicBezTo>
                  <a:pt x="1090915" y="1604665"/>
                  <a:pt x="610229" y="1612757"/>
                  <a:pt x="145650" y="1472055"/>
                </a:cubicBezTo>
                <a:close/>
              </a:path>
            </a:pathLst>
          </a:custGeom>
          <a:noFill/>
          <a:ln w="57150">
            <a:solidFill>
              <a:srgbClr val="1C518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2" name="Forma libre: forma 81">
            <a:extLst>
              <a:ext uri="{FF2B5EF4-FFF2-40B4-BE49-F238E27FC236}">
                <a16:creationId xmlns:a16="http://schemas.microsoft.com/office/drawing/2014/main" id="{C633E375-5716-A1F9-0A51-5E0D3D096581}"/>
              </a:ext>
            </a:extLst>
          </p:cNvPr>
          <p:cNvSpPr/>
          <p:nvPr/>
        </p:nvSpPr>
        <p:spPr>
          <a:xfrm rot="6359531">
            <a:off x="-2319134" y="2434755"/>
            <a:ext cx="1682410" cy="1572131"/>
          </a:xfrm>
          <a:custGeom>
            <a:avLst/>
            <a:gdLst>
              <a:gd name="connsiteX0" fmla="*/ 0 w 1682410"/>
              <a:gd name="connsiteY0" fmla="*/ 1339429 h 1572131"/>
              <a:gd name="connsiteX1" fmla="*/ 525938 w 1682410"/>
              <a:gd name="connsiteY1" fmla="*/ 390916 h 1572131"/>
              <a:gd name="connsiteX2" fmla="*/ 617201 w 1682410"/>
              <a:gd name="connsiteY2" fmla="*/ 425577 h 1572131"/>
              <a:gd name="connsiteX3" fmla="*/ 688037 w 1682410"/>
              <a:gd name="connsiteY3" fmla="*/ 443104 h 1572131"/>
              <a:gd name="connsiteX4" fmla="*/ 945037 w 1682410"/>
              <a:gd name="connsiteY4" fmla="*/ 0 h 1572131"/>
              <a:gd name="connsiteX5" fmla="*/ 1220002 w 1682410"/>
              <a:gd name="connsiteY5" fmla="*/ 474078 h 1572131"/>
              <a:gd name="connsiteX6" fmla="*/ 1286231 w 1682410"/>
              <a:gd name="connsiteY6" fmla="*/ 463023 h 1572131"/>
              <a:gd name="connsiteX7" fmla="*/ 1384357 w 1682410"/>
              <a:gd name="connsiteY7" fmla="*/ 438882 h 1572131"/>
              <a:gd name="connsiteX8" fmla="*/ 1682410 w 1682410"/>
              <a:gd name="connsiteY8" fmla="*/ 1478854 h 1572131"/>
              <a:gd name="connsiteX9" fmla="*/ 67734 w 1682410"/>
              <a:gd name="connsiteY9" fmla="*/ 1372867 h 157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2410" h="1572131">
                <a:moveTo>
                  <a:pt x="0" y="1339429"/>
                </a:moveTo>
                <a:lnTo>
                  <a:pt x="525938" y="390916"/>
                </a:lnTo>
                <a:lnTo>
                  <a:pt x="617201" y="425577"/>
                </a:lnTo>
                <a:lnTo>
                  <a:pt x="688037" y="443104"/>
                </a:lnTo>
                <a:lnTo>
                  <a:pt x="945037" y="0"/>
                </a:lnTo>
                <a:lnTo>
                  <a:pt x="1220002" y="474078"/>
                </a:lnTo>
                <a:lnTo>
                  <a:pt x="1286231" y="463023"/>
                </a:lnTo>
                <a:cubicBezTo>
                  <a:pt x="1318967" y="456279"/>
                  <a:pt x="1351695" y="448243"/>
                  <a:pt x="1384357" y="438882"/>
                </a:cubicBezTo>
                <a:lnTo>
                  <a:pt x="1682410" y="1478854"/>
                </a:lnTo>
                <a:cubicBezTo>
                  <a:pt x="1126281" y="1638239"/>
                  <a:pt x="559691" y="1587183"/>
                  <a:pt x="67734" y="1372867"/>
                </a:cubicBezTo>
                <a:close/>
              </a:path>
            </a:pathLst>
          </a:custGeom>
          <a:noFill/>
          <a:ln w="57150">
            <a:solidFill>
              <a:srgbClr val="46B1E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dirty="0"/>
          </a:p>
        </p:txBody>
      </p:sp>
      <p:sp>
        <p:nvSpPr>
          <p:cNvPr id="81" name="Forma libre: forma 80">
            <a:extLst>
              <a:ext uri="{FF2B5EF4-FFF2-40B4-BE49-F238E27FC236}">
                <a16:creationId xmlns:a16="http://schemas.microsoft.com/office/drawing/2014/main" id="{D99731E8-9A2D-CFE3-DA25-F3CA9B443657}"/>
              </a:ext>
            </a:extLst>
          </p:cNvPr>
          <p:cNvSpPr/>
          <p:nvPr/>
        </p:nvSpPr>
        <p:spPr>
          <a:xfrm rot="3837329">
            <a:off x="-2258411" y="3673252"/>
            <a:ext cx="1637445" cy="1608262"/>
          </a:xfrm>
          <a:custGeom>
            <a:avLst/>
            <a:gdLst>
              <a:gd name="connsiteX0" fmla="*/ 0 w 1637445"/>
              <a:gd name="connsiteY0" fmla="*/ 1435643 h 1608262"/>
              <a:gd name="connsiteX1" fmla="*/ 477079 w 1637445"/>
              <a:gd name="connsiteY1" fmla="*/ 459413 h 1608262"/>
              <a:gd name="connsiteX2" fmla="*/ 558205 w 1637445"/>
              <a:gd name="connsiteY2" fmla="*/ 484786 h 1608262"/>
              <a:gd name="connsiteX3" fmla="*/ 587557 w 1637445"/>
              <a:gd name="connsiteY3" fmla="*/ 490446 h 1608262"/>
              <a:gd name="connsiteX4" fmla="*/ 872016 w 1637445"/>
              <a:gd name="connsiteY4" fmla="*/ 0 h 1608262"/>
              <a:gd name="connsiteX5" fmla="*/ 1159357 w 1637445"/>
              <a:gd name="connsiteY5" fmla="*/ 495416 h 1608262"/>
              <a:gd name="connsiteX6" fmla="*/ 1190505 w 1637445"/>
              <a:gd name="connsiteY6" fmla="*/ 489893 h 1608262"/>
              <a:gd name="connsiteX7" fmla="*/ 1286027 w 1637445"/>
              <a:gd name="connsiteY7" fmla="*/ 462102 h 1608262"/>
              <a:gd name="connsiteX8" fmla="*/ 1637445 w 1637445"/>
              <a:gd name="connsiteY8" fmla="*/ 1485275 h 1608262"/>
              <a:gd name="connsiteX9" fmla="*/ 1442241 w 1637445"/>
              <a:gd name="connsiteY9" fmla="*/ 1542069 h 1608262"/>
              <a:gd name="connsiteX10" fmla="*/ 59222 w 1637445"/>
              <a:gd name="connsiteY10" fmla="*/ 1460970 h 160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7445" h="1608262">
                <a:moveTo>
                  <a:pt x="0" y="1435643"/>
                </a:moveTo>
                <a:lnTo>
                  <a:pt x="477079" y="459413"/>
                </a:lnTo>
                <a:lnTo>
                  <a:pt x="558205" y="484786"/>
                </a:lnTo>
                <a:lnTo>
                  <a:pt x="587557" y="490446"/>
                </a:lnTo>
                <a:lnTo>
                  <a:pt x="872016" y="0"/>
                </a:lnTo>
                <a:lnTo>
                  <a:pt x="1159357" y="495416"/>
                </a:lnTo>
                <a:lnTo>
                  <a:pt x="1190505" y="489893"/>
                </a:lnTo>
                <a:lnTo>
                  <a:pt x="1286027" y="462102"/>
                </a:lnTo>
                <a:lnTo>
                  <a:pt x="1637445" y="1485275"/>
                </a:lnTo>
                <a:lnTo>
                  <a:pt x="1442241" y="1542069"/>
                </a:lnTo>
                <a:cubicBezTo>
                  <a:pt x="994971" y="1649344"/>
                  <a:pt x="514648" y="1628945"/>
                  <a:pt x="59222" y="1460970"/>
                </a:cubicBezTo>
                <a:close/>
              </a:path>
            </a:pathLst>
          </a:custGeom>
          <a:no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dirty="0"/>
          </a:p>
        </p:txBody>
      </p:sp>
      <p:sp>
        <p:nvSpPr>
          <p:cNvPr id="80" name="Forma libre: forma 79">
            <a:extLst>
              <a:ext uri="{FF2B5EF4-FFF2-40B4-BE49-F238E27FC236}">
                <a16:creationId xmlns:a16="http://schemas.microsoft.com/office/drawing/2014/main" id="{5034DF3A-9F2A-0C91-27E5-DA20D1664A39}"/>
              </a:ext>
            </a:extLst>
          </p:cNvPr>
          <p:cNvSpPr/>
          <p:nvPr/>
        </p:nvSpPr>
        <p:spPr>
          <a:xfrm rot="1527400">
            <a:off x="-1348114" y="4602220"/>
            <a:ext cx="1599002" cy="1536123"/>
          </a:xfrm>
          <a:custGeom>
            <a:avLst/>
            <a:gdLst>
              <a:gd name="connsiteX0" fmla="*/ 740284 w 1599002"/>
              <a:gd name="connsiteY0" fmla="*/ 0 h 1536123"/>
              <a:gd name="connsiteX1" fmla="*/ 978608 w 1599002"/>
              <a:gd name="connsiteY1" fmla="*/ 410904 h 1536123"/>
              <a:gd name="connsiteX2" fmla="*/ 1093357 w 1599002"/>
              <a:gd name="connsiteY2" fmla="*/ 377861 h 1536123"/>
              <a:gd name="connsiteX3" fmla="*/ 1133997 w 1599002"/>
              <a:gd name="connsiteY3" fmla="*/ 360973 h 1536123"/>
              <a:gd name="connsiteX4" fmla="*/ 1599002 w 1599002"/>
              <a:gd name="connsiteY4" fmla="*/ 1337778 h 1536123"/>
              <a:gd name="connsiteX5" fmla="*/ 1456090 w 1599002"/>
              <a:gd name="connsiteY5" fmla="*/ 1397168 h 1536123"/>
              <a:gd name="connsiteX6" fmla="*/ 72312 w 1599002"/>
              <a:gd name="connsiteY6" fmla="*/ 1464073 h 1536123"/>
              <a:gd name="connsiteX7" fmla="*/ 0 w 1599002"/>
              <a:gd name="connsiteY7" fmla="*/ 1442227 h 1536123"/>
              <a:gd name="connsiteX8" fmla="*/ 362809 w 1599002"/>
              <a:gd name="connsiteY8" fmla="*/ 420142 h 1536123"/>
              <a:gd name="connsiteX9" fmla="*/ 458532 w 1599002"/>
              <a:gd name="connsiteY9" fmla="*/ 439325 h 1536123"/>
              <a:gd name="connsiteX10" fmla="*/ 484142 w 1599002"/>
              <a:gd name="connsiteY10" fmla="*/ 441624 h 153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002" h="1536123">
                <a:moveTo>
                  <a:pt x="740284" y="0"/>
                </a:moveTo>
                <a:lnTo>
                  <a:pt x="978608" y="410904"/>
                </a:lnTo>
                <a:lnTo>
                  <a:pt x="1093357" y="377861"/>
                </a:lnTo>
                <a:lnTo>
                  <a:pt x="1133997" y="360973"/>
                </a:lnTo>
                <a:lnTo>
                  <a:pt x="1599002" y="1337778"/>
                </a:lnTo>
                <a:lnTo>
                  <a:pt x="1456090" y="1397168"/>
                </a:lnTo>
                <a:cubicBezTo>
                  <a:pt x="998963" y="1560463"/>
                  <a:pt x="518457" y="1575932"/>
                  <a:pt x="72312" y="1464073"/>
                </a:cubicBezTo>
                <a:lnTo>
                  <a:pt x="0" y="1442227"/>
                </a:lnTo>
                <a:lnTo>
                  <a:pt x="362809" y="420142"/>
                </a:lnTo>
                <a:lnTo>
                  <a:pt x="458532" y="439325"/>
                </a:lnTo>
                <a:lnTo>
                  <a:pt x="484142" y="441624"/>
                </a:lnTo>
                <a:close/>
              </a:path>
            </a:pathLst>
          </a:custGeom>
          <a:noFill/>
          <a:ln w="57150">
            <a:solidFill>
              <a:srgbClr val="F58C1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79" name="Forma libre: forma 78">
            <a:extLst>
              <a:ext uri="{FF2B5EF4-FFF2-40B4-BE49-F238E27FC236}">
                <a16:creationId xmlns:a16="http://schemas.microsoft.com/office/drawing/2014/main" id="{74C148B6-C785-A189-E6BB-CBA5AB81C06B}"/>
              </a:ext>
            </a:extLst>
          </p:cNvPr>
          <p:cNvSpPr/>
          <p:nvPr/>
        </p:nvSpPr>
        <p:spPr>
          <a:xfrm rot="20595973">
            <a:off x="-127540" y="4540612"/>
            <a:ext cx="1596347" cy="1568107"/>
          </a:xfrm>
          <a:custGeom>
            <a:avLst/>
            <a:gdLst>
              <a:gd name="connsiteX0" fmla="*/ 696318 w 1596347"/>
              <a:gd name="connsiteY0" fmla="*/ 0 h 1568107"/>
              <a:gd name="connsiteX1" fmla="*/ 949704 w 1596347"/>
              <a:gd name="connsiteY1" fmla="*/ 436874 h 1568107"/>
              <a:gd name="connsiteX2" fmla="*/ 991025 w 1596347"/>
              <a:gd name="connsiteY2" fmla="*/ 426685 h 1568107"/>
              <a:gd name="connsiteX3" fmla="*/ 1082729 w 1596347"/>
              <a:gd name="connsiteY3" fmla="*/ 393208 h 1568107"/>
              <a:gd name="connsiteX4" fmla="*/ 1596347 w 1596347"/>
              <a:gd name="connsiteY4" fmla="*/ 1348448 h 1568107"/>
              <a:gd name="connsiteX5" fmla="*/ 1528186 w 1596347"/>
              <a:gd name="connsiteY5" fmla="*/ 1381008 h 1568107"/>
              <a:gd name="connsiteX6" fmla="*/ 150267 w 1596347"/>
              <a:gd name="connsiteY6" fmla="*/ 1524732 h 1568107"/>
              <a:gd name="connsiteX7" fmla="*/ 0 w 1596347"/>
              <a:gd name="connsiteY7" fmla="*/ 1487704 h 1568107"/>
              <a:gd name="connsiteX8" fmla="*/ 311490 w 1596347"/>
              <a:gd name="connsiteY8" fmla="*/ 451677 h 1568107"/>
              <a:gd name="connsiteX9" fmla="*/ 354221 w 1596347"/>
              <a:gd name="connsiteY9" fmla="*/ 462206 h 1568107"/>
              <a:gd name="connsiteX10" fmla="*/ 423092 w 1596347"/>
              <a:gd name="connsiteY10" fmla="*/ 471079 h 156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6347" h="1568107">
                <a:moveTo>
                  <a:pt x="696318" y="0"/>
                </a:moveTo>
                <a:lnTo>
                  <a:pt x="949704" y="436874"/>
                </a:lnTo>
                <a:lnTo>
                  <a:pt x="991025" y="426685"/>
                </a:lnTo>
                <a:lnTo>
                  <a:pt x="1082729" y="393208"/>
                </a:lnTo>
                <a:lnTo>
                  <a:pt x="1596347" y="1348448"/>
                </a:lnTo>
                <a:lnTo>
                  <a:pt x="1528186" y="1381008"/>
                </a:lnTo>
                <a:cubicBezTo>
                  <a:pt x="1104165" y="1559233"/>
                  <a:pt x="626871" y="1616814"/>
                  <a:pt x="150267" y="1524732"/>
                </a:cubicBezTo>
                <a:lnTo>
                  <a:pt x="0" y="1487704"/>
                </a:lnTo>
                <a:lnTo>
                  <a:pt x="311490" y="451677"/>
                </a:lnTo>
                <a:lnTo>
                  <a:pt x="354221" y="462206"/>
                </a:lnTo>
                <a:lnTo>
                  <a:pt x="423092" y="471079"/>
                </a:lnTo>
                <a:close/>
              </a:path>
            </a:pathLst>
          </a:custGeom>
          <a:noFill/>
          <a:ln w="57150">
            <a:solidFill>
              <a:srgbClr val="FFB93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pic>
        <p:nvPicPr>
          <p:cNvPr id="107" name="Gráfico 106" descr="Diana con relleno sólido">
            <a:extLst>
              <a:ext uri="{FF2B5EF4-FFF2-40B4-BE49-F238E27FC236}">
                <a16:creationId xmlns:a16="http://schemas.microsoft.com/office/drawing/2014/main" id="{D444A858-02E6-68BD-84E2-2F121E06554E}"/>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7264" y="5149611"/>
            <a:ext cx="657904" cy="657904"/>
          </a:xfrm>
          <a:prstGeom prst="rect">
            <a:avLst/>
          </a:prstGeom>
        </p:spPr>
      </p:pic>
      <p:pic>
        <p:nvPicPr>
          <p:cNvPr id="108" name="Gráfico 107" descr="Calendario con relleno sólido">
            <a:extLst>
              <a:ext uri="{FF2B5EF4-FFF2-40B4-BE49-F238E27FC236}">
                <a16:creationId xmlns:a16="http://schemas.microsoft.com/office/drawing/2014/main" id="{B88861CC-8695-5F04-226A-2A83CA2057C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8673" y="5260894"/>
            <a:ext cx="657904" cy="657904"/>
          </a:xfrm>
          <a:prstGeom prst="rect">
            <a:avLst/>
          </a:prstGeom>
        </p:spPr>
      </p:pic>
      <p:pic>
        <p:nvPicPr>
          <p:cNvPr id="109" name="Gráfico 108" descr="Presentación con gráfico circular con relleno sólido">
            <a:extLst>
              <a:ext uri="{FF2B5EF4-FFF2-40B4-BE49-F238E27FC236}">
                <a16:creationId xmlns:a16="http://schemas.microsoft.com/office/drawing/2014/main" id="{48E7B41F-D1EB-D2A1-7850-D3E581F21195}"/>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03389" y="4309161"/>
            <a:ext cx="657904" cy="657904"/>
          </a:xfrm>
          <a:prstGeom prst="rect">
            <a:avLst/>
          </a:prstGeom>
        </p:spPr>
      </p:pic>
      <p:pic>
        <p:nvPicPr>
          <p:cNvPr id="111" name="Gráfico 110" descr="Edificio con relleno sólido">
            <a:extLst>
              <a:ext uri="{FF2B5EF4-FFF2-40B4-BE49-F238E27FC236}">
                <a16:creationId xmlns:a16="http://schemas.microsoft.com/office/drawing/2014/main" id="{48D484F1-C155-5977-FA59-4E5682298DA3}"/>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5425" y="1906415"/>
            <a:ext cx="657904" cy="657904"/>
          </a:xfrm>
          <a:prstGeom prst="rect">
            <a:avLst/>
          </a:prstGeom>
        </p:spPr>
      </p:pic>
      <p:pic>
        <p:nvPicPr>
          <p:cNvPr id="112" name="Gráfico 111" descr="Dinero volando con relleno sólido">
            <a:extLst>
              <a:ext uri="{FF2B5EF4-FFF2-40B4-BE49-F238E27FC236}">
                <a16:creationId xmlns:a16="http://schemas.microsoft.com/office/drawing/2014/main" id="{5C34FB73-F81E-AE52-3A93-38643326F249}"/>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23299" y="2891868"/>
            <a:ext cx="657904" cy="657904"/>
          </a:xfrm>
          <a:prstGeom prst="rect">
            <a:avLst/>
          </a:prstGeom>
        </p:spPr>
      </p:pic>
      <p:pic>
        <p:nvPicPr>
          <p:cNvPr id="114" name="Gráfico 113" descr="Engranaje único con relleno sólido">
            <a:extLst>
              <a:ext uri="{FF2B5EF4-FFF2-40B4-BE49-F238E27FC236}">
                <a16:creationId xmlns:a16="http://schemas.microsoft.com/office/drawing/2014/main" id="{3949158C-9C0F-E093-B0E1-710D13639C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800000">
            <a:off x="-798694" y="3100887"/>
            <a:ext cx="1615357" cy="1615357"/>
          </a:xfrm>
          <a:prstGeom prst="rect">
            <a:avLst/>
          </a:prstGeom>
        </p:spPr>
      </p:pic>
      <p:pic>
        <p:nvPicPr>
          <p:cNvPr id="45" name="Image 44" descr="Une image contenant dessin humoristique, clipart, capture d’écran, Graphique&#10;&#10;Description générée automatiquement">
            <a:extLst>
              <a:ext uri="{FF2B5EF4-FFF2-40B4-BE49-F238E27FC236}">
                <a16:creationId xmlns:a16="http://schemas.microsoft.com/office/drawing/2014/main" id="{84EDD451-25E0-4B14-A415-04C652EF6A56}"/>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2080799" y="4130429"/>
            <a:ext cx="970270" cy="970270"/>
          </a:xfrm>
          <a:prstGeom prst="rect">
            <a:avLst/>
          </a:prstGeom>
        </p:spPr>
      </p:pic>
      <p:pic>
        <p:nvPicPr>
          <p:cNvPr id="46" name="Image 45" descr="Une image contenant cercle, capture d’écran, conception&#10;&#10;Description générée automatiquement">
            <a:extLst>
              <a:ext uri="{FF2B5EF4-FFF2-40B4-BE49-F238E27FC236}">
                <a16:creationId xmlns:a16="http://schemas.microsoft.com/office/drawing/2014/main" id="{E44EF255-4529-4ED9-867E-D7ADD2E6109C}"/>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2209291" y="2715402"/>
            <a:ext cx="970271" cy="970271"/>
          </a:xfrm>
          <a:prstGeom prst="rect">
            <a:avLst/>
          </a:prstGeom>
        </p:spPr>
      </p:pic>
      <p:pic>
        <p:nvPicPr>
          <p:cNvPr id="47" name="Image 46" descr="Une image contenant capture d’écran, machine à sous, conception&#10;&#10;Description générée automatiquement">
            <a:extLst>
              <a:ext uri="{FF2B5EF4-FFF2-40B4-BE49-F238E27FC236}">
                <a16:creationId xmlns:a16="http://schemas.microsoft.com/office/drawing/2014/main" id="{9D9CFE82-7CC4-449A-BA9F-7DCC2901C997}"/>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201743" y="1701475"/>
            <a:ext cx="946149" cy="946149"/>
          </a:xfrm>
          <a:prstGeom prst="rect">
            <a:avLst/>
          </a:prstGeom>
        </p:spPr>
      </p:pic>
      <p:pic>
        <p:nvPicPr>
          <p:cNvPr id="48" name="Image 47" descr="Une image contenant capture d’écran, dessin humoristique, clipart, conception&#10;&#10;Description générée automatiquement">
            <a:extLst>
              <a:ext uri="{FF2B5EF4-FFF2-40B4-BE49-F238E27FC236}">
                <a16:creationId xmlns:a16="http://schemas.microsoft.com/office/drawing/2014/main" id="{D378EDB8-F940-45D2-AA2C-24C436228009}"/>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025707" y="5057891"/>
            <a:ext cx="961455" cy="961455"/>
          </a:xfrm>
          <a:prstGeom prst="rect">
            <a:avLst/>
          </a:prstGeom>
        </p:spPr>
      </p:pic>
      <p:pic>
        <p:nvPicPr>
          <p:cNvPr id="49" name="Graphic 18" descr="Gears with solid fill">
            <a:extLst>
              <a:ext uri="{FF2B5EF4-FFF2-40B4-BE49-F238E27FC236}">
                <a16:creationId xmlns:a16="http://schemas.microsoft.com/office/drawing/2014/main" id="{E844D330-1F7C-482A-8335-82DFEFFA288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8638" y="5031123"/>
            <a:ext cx="1119261" cy="1119261"/>
          </a:xfrm>
          <a:prstGeom prst="rect">
            <a:avLst/>
          </a:prstGeom>
        </p:spPr>
      </p:pic>
      <p:pic>
        <p:nvPicPr>
          <p:cNvPr id="50" name="Image 49" descr="Une image contenant capture d’écran, cercle, ligne, conception&#10;&#10;Description générée automatiquement">
            <a:extLst>
              <a:ext uri="{FF2B5EF4-FFF2-40B4-BE49-F238E27FC236}">
                <a16:creationId xmlns:a16="http://schemas.microsoft.com/office/drawing/2014/main" id="{07FFFCC6-BE30-47ED-A16D-FF5E76ABE4BC}"/>
              </a:ext>
            </a:extLst>
          </p:cNvPr>
          <p:cNvPicPr>
            <a:picLocks noChangeAspect="1"/>
          </p:cNvPicPr>
          <p:nvPr/>
        </p:nvPicPr>
        <p:blipFill>
          <a:blip r:embed="rId14" cstate="hqprint">
            <a:extLst>
              <a:ext uri="{28A0092B-C50C-407E-A947-70E740481C1C}">
                <a14:useLocalDpi xmlns:a14="http://schemas.microsoft.com/office/drawing/2010/main" val="0"/>
              </a:ext>
            </a:extLst>
          </a:blip>
          <a:stretch>
            <a:fillRect/>
          </a:stretch>
        </p:blipFill>
        <p:spPr>
          <a:xfrm>
            <a:off x="-1178228" y="1749597"/>
            <a:ext cx="902308" cy="818003"/>
          </a:xfrm>
          <a:prstGeom prst="rect">
            <a:avLst/>
          </a:prstGeom>
        </p:spPr>
      </p:pic>
      <p:graphicFrame>
        <p:nvGraphicFramePr>
          <p:cNvPr id="51" name="Diagramme 30">
            <a:extLst>
              <a:ext uri="{FF2B5EF4-FFF2-40B4-BE49-F238E27FC236}">
                <a16:creationId xmlns:a16="http://schemas.microsoft.com/office/drawing/2014/main" id="{ED614FB5-205A-4D56-8B6F-139AA7A5C81A}"/>
              </a:ext>
            </a:extLst>
          </p:cNvPr>
          <p:cNvGraphicFramePr/>
          <p:nvPr>
            <p:extLst>
              <p:ext uri="{D42A27DB-BD31-4B8C-83A1-F6EECF244321}">
                <p14:modId xmlns:p14="http://schemas.microsoft.com/office/powerpoint/2010/main" val="1589815149"/>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52" name="TextBox 3">
            <a:extLst>
              <a:ext uri="{FF2B5EF4-FFF2-40B4-BE49-F238E27FC236}">
                <a16:creationId xmlns:a16="http://schemas.microsoft.com/office/drawing/2014/main" id="{6B5DA146-BA93-4330-A4FD-670EDAFFB9C7}"/>
              </a:ext>
            </a:extLst>
          </p:cNvPr>
          <p:cNvSpPr txBox="1"/>
          <p:nvPr/>
        </p:nvSpPr>
        <p:spPr>
          <a:xfrm>
            <a:off x="2595716" y="1000653"/>
            <a:ext cx="6469626" cy="584775"/>
          </a:xfrm>
          <a:prstGeom prst="rect">
            <a:avLst/>
          </a:prstGeom>
          <a:noFill/>
        </p:spPr>
        <p:txBody>
          <a:bodyPr wrap="square">
            <a:spAutoFit/>
          </a:bodyPr>
          <a:lstStyle/>
          <a:p>
            <a:pPr algn="ctr"/>
            <a:r>
              <a:rPr lang="fr-FR" sz="3200" b="1" dirty="0">
                <a:latin typeface="Times New Roman" panose="02020603050405020304" pitchFamily="18" charset="0"/>
                <a:cs typeface="Times New Roman" panose="02020603050405020304" pitchFamily="18" charset="0"/>
              </a:rPr>
              <a:t>Outils et technologies utilisés</a:t>
            </a:r>
            <a:endParaRPr lang="en-US" sz="3200" b="1" dirty="0">
              <a:latin typeface="Times New Roman" panose="02020603050405020304" pitchFamily="18" charset="0"/>
              <a:cs typeface="Times New Roman" panose="02020603050405020304" pitchFamily="18" charset="0"/>
            </a:endParaRPr>
          </a:p>
        </p:txBody>
      </p:sp>
      <p:sp>
        <p:nvSpPr>
          <p:cNvPr id="22" name="TextBox 27">
            <a:extLst>
              <a:ext uri="{FF2B5EF4-FFF2-40B4-BE49-F238E27FC236}">
                <a16:creationId xmlns:a16="http://schemas.microsoft.com/office/drawing/2014/main" id="{92A8D2AF-BE15-49CD-8CEC-4D39897ADD0E}"/>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28182859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Forma libre: forma 75">
            <a:extLst>
              <a:ext uri="{FF2B5EF4-FFF2-40B4-BE49-F238E27FC236}">
                <a16:creationId xmlns:a16="http://schemas.microsoft.com/office/drawing/2014/main" id="{B920755C-6FB3-4B89-5D24-5A024BA9DA71}"/>
              </a:ext>
            </a:extLst>
          </p:cNvPr>
          <p:cNvSpPr/>
          <p:nvPr/>
        </p:nvSpPr>
        <p:spPr>
          <a:xfrm rot="14920945">
            <a:off x="837592" y="2019708"/>
            <a:ext cx="2489028" cy="2278480"/>
          </a:xfrm>
          <a:custGeom>
            <a:avLst/>
            <a:gdLst>
              <a:gd name="connsiteX0" fmla="*/ 1722567 w 1722567"/>
              <a:gd name="connsiteY0" fmla="*/ 1406690 h 1576854"/>
              <a:gd name="connsiteX1" fmla="*/ 1577884 w 1722567"/>
              <a:gd name="connsiteY1" fmla="*/ 1461626 h 1576854"/>
              <a:gd name="connsiteX2" fmla="*/ 192698 w 1722567"/>
              <a:gd name="connsiteY2" fmla="*/ 1485656 h 1576854"/>
              <a:gd name="connsiteX3" fmla="*/ 0 w 1722567"/>
              <a:gd name="connsiteY3" fmla="*/ 1420865 h 1576854"/>
              <a:gd name="connsiteX4" fmla="*/ 393289 w 1722567"/>
              <a:gd name="connsiteY4" fmla="*/ 413045 h 1576854"/>
              <a:gd name="connsiteX5" fmla="*/ 487585 w 1722567"/>
              <a:gd name="connsiteY5" fmla="*/ 444750 h 1576854"/>
              <a:gd name="connsiteX6" fmla="*/ 608971 w 1722567"/>
              <a:gd name="connsiteY6" fmla="*/ 469952 h 1576854"/>
              <a:gd name="connsiteX7" fmla="*/ 881543 w 1722567"/>
              <a:gd name="connsiteY7" fmla="*/ 0 h 1576854"/>
              <a:gd name="connsiteX8" fmla="*/ 1145989 w 1722567"/>
              <a:gd name="connsiteY8" fmla="*/ 455943 h 1576854"/>
              <a:gd name="connsiteX9" fmla="*/ 1246885 w 1722567"/>
              <a:gd name="connsiteY9" fmla="*/ 431578 h 1576854"/>
              <a:gd name="connsiteX10" fmla="*/ 1288028 w 1722567"/>
              <a:gd name="connsiteY10" fmla="*/ 415956 h 157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67" h="1576854">
                <a:moveTo>
                  <a:pt x="1722567" y="1406690"/>
                </a:moveTo>
                <a:lnTo>
                  <a:pt x="1577884" y="1461626"/>
                </a:lnTo>
                <a:cubicBezTo>
                  <a:pt x="1115921" y="1610690"/>
                  <a:pt x="635166" y="1611275"/>
                  <a:pt x="192698" y="1485656"/>
                </a:cubicBezTo>
                <a:lnTo>
                  <a:pt x="0" y="1420865"/>
                </a:lnTo>
                <a:lnTo>
                  <a:pt x="393289" y="413045"/>
                </a:lnTo>
                <a:lnTo>
                  <a:pt x="487585" y="444750"/>
                </a:lnTo>
                <a:lnTo>
                  <a:pt x="608971" y="469952"/>
                </a:lnTo>
                <a:lnTo>
                  <a:pt x="881543" y="0"/>
                </a:lnTo>
                <a:lnTo>
                  <a:pt x="1145989" y="455943"/>
                </a:lnTo>
                <a:lnTo>
                  <a:pt x="1246885" y="431578"/>
                </a:lnTo>
                <a:lnTo>
                  <a:pt x="1288028" y="415956"/>
                </a:lnTo>
                <a:close/>
              </a:path>
            </a:pathLst>
          </a:custGeom>
          <a:noFill/>
          <a:ln w="57150">
            <a:solidFill>
              <a:schemeClr val="accent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dirty="0">
              <a:solidFill>
                <a:srgbClr val="0E2841"/>
              </a:solidFill>
              <a:effectLst/>
            </a:endParaRPr>
          </a:p>
        </p:txBody>
      </p:sp>
      <p:sp>
        <p:nvSpPr>
          <p:cNvPr id="75" name="Forma libre: forma 74">
            <a:extLst>
              <a:ext uri="{FF2B5EF4-FFF2-40B4-BE49-F238E27FC236}">
                <a16:creationId xmlns:a16="http://schemas.microsoft.com/office/drawing/2014/main" id="{17CBFB39-9B1A-E984-B33B-2704106041FB}"/>
              </a:ext>
            </a:extLst>
          </p:cNvPr>
          <p:cNvSpPr/>
          <p:nvPr/>
        </p:nvSpPr>
        <p:spPr>
          <a:xfrm rot="12141101">
            <a:off x="-265876" y="1741065"/>
            <a:ext cx="1722543" cy="1574453"/>
          </a:xfrm>
          <a:custGeom>
            <a:avLst/>
            <a:gdLst>
              <a:gd name="connsiteX0" fmla="*/ 0 w 1722543"/>
              <a:gd name="connsiteY0" fmla="*/ 1419740 h 1574453"/>
              <a:gd name="connsiteX1" fmla="*/ 416589 w 1722543"/>
              <a:gd name="connsiteY1" fmla="*/ 421324 h 1574453"/>
              <a:gd name="connsiteX2" fmla="*/ 458006 w 1722543"/>
              <a:gd name="connsiteY2" fmla="*/ 436200 h 1574453"/>
              <a:gd name="connsiteX3" fmla="*/ 563850 w 1722543"/>
              <a:gd name="connsiteY3" fmla="*/ 459748 h 1574453"/>
              <a:gd name="connsiteX4" fmla="*/ 830504 w 1722543"/>
              <a:gd name="connsiteY4" fmla="*/ 0 h 1574453"/>
              <a:gd name="connsiteX5" fmla="*/ 1098777 w 1722543"/>
              <a:gd name="connsiteY5" fmla="*/ 462542 h 1574453"/>
              <a:gd name="connsiteX6" fmla="*/ 1217420 w 1722543"/>
              <a:gd name="connsiteY6" fmla="*/ 435667 h 1574453"/>
              <a:gd name="connsiteX7" fmla="*/ 1311131 w 1722543"/>
              <a:gd name="connsiteY7" fmla="*/ 402266 h 1574453"/>
              <a:gd name="connsiteX8" fmla="*/ 1722543 w 1722543"/>
              <a:gd name="connsiteY8" fmla="*/ 1402823 h 1574453"/>
              <a:gd name="connsiteX9" fmla="*/ 1531045 w 1722543"/>
              <a:gd name="connsiteY9" fmla="*/ 1471082 h 1574453"/>
              <a:gd name="connsiteX10" fmla="*/ 145650 w 1722543"/>
              <a:gd name="connsiteY10" fmla="*/ 1472055 h 15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43" h="1574453">
                <a:moveTo>
                  <a:pt x="0" y="1419740"/>
                </a:moveTo>
                <a:lnTo>
                  <a:pt x="416589" y="421324"/>
                </a:lnTo>
                <a:lnTo>
                  <a:pt x="458006" y="436200"/>
                </a:lnTo>
                <a:lnTo>
                  <a:pt x="563850" y="459748"/>
                </a:lnTo>
                <a:lnTo>
                  <a:pt x="830504" y="0"/>
                </a:lnTo>
                <a:lnTo>
                  <a:pt x="1098777" y="462542"/>
                </a:lnTo>
                <a:lnTo>
                  <a:pt x="1217420" y="435667"/>
                </a:lnTo>
                <a:lnTo>
                  <a:pt x="1311131" y="402266"/>
                </a:lnTo>
                <a:lnTo>
                  <a:pt x="1722543" y="1402823"/>
                </a:lnTo>
                <a:lnTo>
                  <a:pt x="1531045" y="1471082"/>
                </a:lnTo>
                <a:cubicBezTo>
                  <a:pt x="1090915" y="1604665"/>
                  <a:pt x="610229" y="1612757"/>
                  <a:pt x="145650" y="1472055"/>
                </a:cubicBezTo>
                <a:close/>
              </a:path>
            </a:pathLst>
          </a:custGeom>
          <a:noFill/>
          <a:ln w="57150">
            <a:solidFill>
              <a:srgbClr val="1C518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2" name="Forma libre: forma 81">
            <a:extLst>
              <a:ext uri="{FF2B5EF4-FFF2-40B4-BE49-F238E27FC236}">
                <a16:creationId xmlns:a16="http://schemas.microsoft.com/office/drawing/2014/main" id="{C633E375-5716-A1F9-0A51-5E0D3D096581}"/>
              </a:ext>
            </a:extLst>
          </p:cNvPr>
          <p:cNvSpPr/>
          <p:nvPr/>
        </p:nvSpPr>
        <p:spPr>
          <a:xfrm rot="9059531">
            <a:off x="-1456079" y="1743308"/>
            <a:ext cx="1682410" cy="1572131"/>
          </a:xfrm>
          <a:custGeom>
            <a:avLst/>
            <a:gdLst>
              <a:gd name="connsiteX0" fmla="*/ 0 w 1682410"/>
              <a:gd name="connsiteY0" fmla="*/ 1339429 h 1572131"/>
              <a:gd name="connsiteX1" fmla="*/ 525938 w 1682410"/>
              <a:gd name="connsiteY1" fmla="*/ 390916 h 1572131"/>
              <a:gd name="connsiteX2" fmla="*/ 617201 w 1682410"/>
              <a:gd name="connsiteY2" fmla="*/ 425577 h 1572131"/>
              <a:gd name="connsiteX3" fmla="*/ 688037 w 1682410"/>
              <a:gd name="connsiteY3" fmla="*/ 443104 h 1572131"/>
              <a:gd name="connsiteX4" fmla="*/ 945037 w 1682410"/>
              <a:gd name="connsiteY4" fmla="*/ 0 h 1572131"/>
              <a:gd name="connsiteX5" fmla="*/ 1220002 w 1682410"/>
              <a:gd name="connsiteY5" fmla="*/ 474078 h 1572131"/>
              <a:gd name="connsiteX6" fmla="*/ 1286231 w 1682410"/>
              <a:gd name="connsiteY6" fmla="*/ 463023 h 1572131"/>
              <a:gd name="connsiteX7" fmla="*/ 1384357 w 1682410"/>
              <a:gd name="connsiteY7" fmla="*/ 438882 h 1572131"/>
              <a:gd name="connsiteX8" fmla="*/ 1682410 w 1682410"/>
              <a:gd name="connsiteY8" fmla="*/ 1478854 h 1572131"/>
              <a:gd name="connsiteX9" fmla="*/ 67734 w 1682410"/>
              <a:gd name="connsiteY9" fmla="*/ 1372867 h 157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2410" h="1572131">
                <a:moveTo>
                  <a:pt x="0" y="1339429"/>
                </a:moveTo>
                <a:lnTo>
                  <a:pt x="525938" y="390916"/>
                </a:lnTo>
                <a:lnTo>
                  <a:pt x="617201" y="425577"/>
                </a:lnTo>
                <a:lnTo>
                  <a:pt x="688037" y="443104"/>
                </a:lnTo>
                <a:lnTo>
                  <a:pt x="945037" y="0"/>
                </a:lnTo>
                <a:lnTo>
                  <a:pt x="1220002" y="474078"/>
                </a:lnTo>
                <a:lnTo>
                  <a:pt x="1286231" y="463023"/>
                </a:lnTo>
                <a:cubicBezTo>
                  <a:pt x="1318967" y="456279"/>
                  <a:pt x="1351695" y="448243"/>
                  <a:pt x="1384357" y="438882"/>
                </a:cubicBezTo>
                <a:lnTo>
                  <a:pt x="1682410" y="1478854"/>
                </a:lnTo>
                <a:cubicBezTo>
                  <a:pt x="1126281" y="1638239"/>
                  <a:pt x="559691" y="1587183"/>
                  <a:pt x="67734" y="1372867"/>
                </a:cubicBezTo>
                <a:close/>
              </a:path>
            </a:pathLst>
          </a:custGeom>
          <a:noFill/>
          <a:ln w="57150">
            <a:solidFill>
              <a:srgbClr val="46B1E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1" name="Forma libre: forma 80">
            <a:extLst>
              <a:ext uri="{FF2B5EF4-FFF2-40B4-BE49-F238E27FC236}">
                <a16:creationId xmlns:a16="http://schemas.microsoft.com/office/drawing/2014/main" id="{D99731E8-9A2D-CFE3-DA25-F3CA9B443657}"/>
              </a:ext>
            </a:extLst>
          </p:cNvPr>
          <p:cNvSpPr/>
          <p:nvPr/>
        </p:nvSpPr>
        <p:spPr>
          <a:xfrm rot="6537329">
            <a:off x="-2295081" y="2640806"/>
            <a:ext cx="1637445" cy="1608262"/>
          </a:xfrm>
          <a:custGeom>
            <a:avLst/>
            <a:gdLst>
              <a:gd name="connsiteX0" fmla="*/ 0 w 1637445"/>
              <a:gd name="connsiteY0" fmla="*/ 1435643 h 1608262"/>
              <a:gd name="connsiteX1" fmla="*/ 477079 w 1637445"/>
              <a:gd name="connsiteY1" fmla="*/ 459413 h 1608262"/>
              <a:gd name="connsiteX2" fmla="*/ 558205 w 1637445"/>
              <a:gd name="connsiteY2" fmla="*/ 484786 h 1608262"/>
              <a:gd name="connsiteX3" fmla="*/ 587557 w 1637445"/>
              <a:gd name="connsiteY3" fmla="*/ 490446 h 1608262"/>
              <a:gd name="connsiteX4" fmla="*/ 872016 w 1637445"/>
              <a:gd name="connsiteY4" fmla="*/ 0 h 1608262"/>
              <a:gd name="connsiteX5" fmla="*/ 1159357 w 1637445"/>
              <a:gd name="connsiteY5" fmla="*/ 495416 h 1608262"/>
              <a:gd name="connsiteX6" fmla="*/ 1190505 w 1637445"/>
              <a:gd name="connsiteY6" fmla="*/ 489893 h 1608262"/>
              <a:gd name="connsiteX7" fmla="*/ 1286027 w 1637445"/>
              <a:gd name="connsiteY7" fmla="*/ 462102 h 1608262"/>
              <a:gd name="connsiteX8" fmla="*/ 1637445 w 1637445"/>
              <a:gd name="connsiteY8" fmla="*/ 1485275 h 1608262"/>
              <a:gd name="connsiteX9" fmla="*/ 1442241 w 1637445"/>
              <a:gd name="connsiteY9" fmla="*/ 1542069 h 1608262"/>
              <a:gd name="connsiteX10" fmla="*/ 59222 w 1637445"/>
              <a:gd name="connsiteY10" fmla="*/ 1460970 h 160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7445" h="1608262">
                <a:moveTo>
                  <a:pt x="0" y="1435643"/>
                </a:moveTo>
                <a:lnTo>
                  <a:pt x="477079" y="459413"/>
                </a:lnTo>
                <a:lnTo>
                  <a:pt x="558205" y="484786"/>
                </a:lnTo>
                <a:lnTo>
                  <a:pt x="587557" y="490446"/>
                </a:lnTo>
                <a:lnTo>
                  <a:pt x="872016" y="0"/>
                </a:lnTo>
                <a:lnTo>
                  <a:pt x="1159357" y="495416"/>
                </a:lnTo>
                <a:lnTo>
                  <a:pt x="1190505" y="489893"/>
                </a:lnTo>
                <a:lnTo>
                  <a:pt x="1286027" y="462102"/>
                </a:lnTo>
                <a:lnTo>
                  <a:pt x="1637445" y="1485275"/>
                </a:lnTo>
                <a:lnTo>
                  <a:pt x="1442241" y="1542069"/>
                </a:lnTo>
                <a:cubicBezTo>
                  <a:pt x="994971" y="1649344"/>
                  <a:pt x="514648" y="1628945"/>
                  <a:pt x="59222" y="1460970"/>
                </a:cubicBezTo>
                <a:close/>
              </a:path>
            </a:pathLst>
          </a:custGeom>
          <a:no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0" name="Forma libre: forma 79">
            <a:extLst>
              <a:ext uri="{FF2B5EF4-FFF2-40B4-BE49-F238E27FC236}">
                <a16:creationId xmlns:a16="http://schemas.microsoft.com/office/drawing/2014/main" id="{5034DF3A-9F2A-0C91-27E5-DA20D1664A39}"/>
              </a:ext>
            </a:extLst>
          </p:cNvPr>
          <p:cNvSpPr/>
          <p:nvPr/>
        </p:nvSpPr>
        <p:spPr>
          <a:xfrm rot="4227400">
            <a:off x="-2277148" y="3938336"/>
            <a:ext cx="1599002" cy="1536123"/>
          </a:xfrm>
          <a:custGeom>
            <a:avLst/>
            <a:gdLst>
              <a:gd name="connsiteX0" fmla="*/ 740284 w 1599002"/>
              <a:gd name="connsiteY0" fmla="*/ 0 h 1536123"/>
              <a:gd name="connsiteX1" fmla="*/ 978608 w 1599002"/>
              <a:gd name="connsiteY1" fmla="*/ 410904 h 1536123"/>
              <a:gd name="connsiteX2" fmla="*/ 1093357 w 1599002"/>
              <a:gd name="connsiteY2" fmla="*/ 377861 h 1536123"/>
              <a:gd name="connsiteX3" fmla="*/ 1133997 w 1599002"/>
              <a:gd name="connsiteY3" fmla="*/ 360973 h 1536123"/>
              <a:gd name="connsiteX4" fmla="*/ 1599002 w 1599002"/>
              <a:gd name="connsiteY4" fmla="*/ 1337778 h 1536123"/>
              <a:gd name="connsiteX5" fmla="*/ 1456090 w 1599002"/>
              <a:gd name="connsiteY5" fmla="*/ 1397168 h 1536123"/>
              <a:gd name="connsiteX6" fmla="*/ 72312 w 1599002"/>
              <a:gd name="connsiteY6" fmla="*/ 1464073 h 1536123"/>
              <a:gd name="connsiteX7" fmla="*/ 0 w 1599002"/>
              <a:gd name="connsiteY7" fmla="*/ 1442227 h 1536123"/>
              <a:gd name="connsiteX8" fmla="*/ 362809 w 1599002"/>
              <a:gd name="connsiteY8" fmla="*/ 420142 h 1536123"/>
              <a:gd name="connsiteX9" fmla="*/ 458532 w 1599002"/>
              <a:gd name="connsiteY9" fmla="*/ 439325 h 1536123"/>
              <a:gd name="connsiteX10" fmla="*/ 484142 w 1599002"/>
              <a:gd name="connsiteY10" fmla="*/ 441624 h 153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002" h="1536123">
                <a:moveTo>
                  <a:pt x="740284" y="0"/>
                </a:moveTo>
                <a:lnTo>
                  <a:pt x="978608" y="410904"/>
                </a:lnTo>
                <a:lnTo>
                  <a:pt x="1093357" y="377861"/>
                </a:lnTo>
                <a:lnTo>
                  <a:pt x="1133997" y="360973"/>
                </a:lnTo>
                <a:lnTo>
                  <a:pt x="1599002" y="1337778"/>
                </a:lnTo>
                <a:lnTo>
                  <a:pt x="1456090" y="1397168"/>
                </a:lnTo>
                <a:cubicBezTo>
                  <a:pt x="998963" y="1560463"/>
                  <a:pt x="518457" y="1575932"/>
                  <a:pt x="72312" y="1464073"/>
                </a:cubicBezTo>
                <a:lnTo>
                  <a:pt x="0" y="1442227"/>
                </a:lnTo>
                <a:lnTo>
                  <a:pt x="362809" y="420142"/>
                </a:lnTo>
                <a:lnTo>
                  <a:pt x="458532" y="439325"/>
                </a:lnTo>
                <a:lnTo>
                  <a:pt x="484142" y="441624"/>
                </a:lnTo>
                <a:close/>
              </a:path>
            </a:pathLst>
          </a:custGeom>
          <a:noFill/>
          <a:ln w="57150">
            <a:solidFill>
              <a:srgbClr val="F58C1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dirty="0"/>
          </a:p>
        </p:txBody>
      </p:sp>
      <p:sp>
        <p:nvSpPr>
          <p:cNvPr id="79" name="Forma libre: forma 78">
            <a:extLst>
              <a:ext uri="{FF2B5EF4-FFF2-40B4-BE49-F238E27FC236}">
                <a16:creationId xmlns:a16="http://schemas.microsoft.com/office/drawing/2014/main" id="{74C148B6-C785-A189-E6BB-CBA5AB81C06B}"/>
              </a:ext>
            </a:extLst>
          </p:cNvPr>
          <p:cNvSpPr/>
          <p:nvPr/>
        </p:nvSpPr>
        <p:spPr>
          <a:xfrm rot="1695973">
            <a:off x="-1381428" y="4752226"/>
            <a:ext cx="1596347" cy="1568107"/>
          </a:xfrm>
          <a:custGeom>
            <a:avLst/>
            <a:gdLst>
              <a:gd name="connsiteX0" fmla="*/ 696318 w 1596347"/>
              <a:gd name="connsiteY0" fmla="*/ 0 h 1568107"/>
              <a:gd name="connsiteX1" fmla="*/ 949704 w 1596347"/>
              <a:gd name="connsiteY1" fmla="*/ 436874 h 1568107"/>
              <a:gd name="connsiteX2" fmla="*/ 991025 w 1596347"/>
              <a:gd name="connsiteY2" fmla="*/ 426685 h 1568107"/>
              <a:gd name="connsiteX3" fmla="*/ 1082729 w 1596347"/>
              <a:gd name="connsiteY3" fmla="*/ 393208 h 1568107"/>
              <a:gd name="connsiteX4" fmla="*/ 1596347 w 1596347"/>
              <a:gd name="connsiteY4" fmla="*/ 1348448 h 1568107"/>
              <a:gd name="connsiteX5" fmla="*/ 1528186 w 1596347"/>
              <a:gd name="connsiteY5" fmla="*/ 1381008 h 1568107"/>
              <a:gd name="connsiteX6" fmla="*/ 150267 w 1596347"/>
              <a:gd name="connsiteY6" fmla="*/ 1524732 h 1568107"/>
              <a:gd name="connsiteX7" fmla="*/ 0 w 1596347"/>
              <a:gd name="connsiteY7" fmla="*/ 1487704 h 1568107"/>
              <a:gd name="connsiteX8" fmla="*/ 311490 w 1596347"/>
              <a:gd name="connsiteY8" fmla="*/ 451677 h 1568107"/>
              <a:gd name="connsiteX9" fmla="*/ 354221 w 1596347"/>
              <a:gd name="connsiteY9" fmla="*/ 462206 h 1568107"/>
              <a:gd name="connsiteX10" fmla="*/ 423092 w 1596347"/>
              <a:gd name="connsiteY10" fmla="*/ 471079 h 156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6347" h="1568107">
                <a:moveTo>
                  <a:pt x="696318" y="0"/>
                </a:moveTo>
                <a:lnTo>
                  <a:pt x="949704" y="436874"/>
                </a:lnTo>
                <a:lnTo>
                  <a:pt x="991025" y="426685"/>
                </a:lnTo>
                <a:lnTo>
                  <a:pt x="1082729" y="393208"/>
                </a:lnTo>
                <a:lnTo>
                  <a:pt x="1596347" y="1348448"/>
                </a:lnTo>
                <a:lnTo>
                  <a:pt x="1528186" y="1381008"/>
                </a:lnTo>
                <a:cubicBezTo>
                  <a:pt x="1104165" y="1559233"/>
                  <a:pt x="626871" y="1616814"/>
                  <a:pt x="150267" y="1524732"/>
                </a:cubicBezTo>
                <a:lnTo>
                  <a:pt x="0" y="1487704"/>
                </a:lnTo>
                <a:lnTo>
                  <a:pt x="311490" y="451677"/>
                </a:lnTo>
                <a:lnTo>
                  <a:pt x="354221" y="462206"/>
                </a:lnTo>
                <a:lnTo>
                  <a:pt x="423092" y="471079"/>
                </a:lnTo>
                <a:close/>
              </a:path>
            </a:pathLst>
          </a:custGeom>
          <a:noFill/>
          <a:ln w="57150">
            <a:solidFill>
              <a:srgbClr val="FFB93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pic>
        <p:nvPicPr>
          <p:cNvPr id="108" name="Gráfico 107" descr="Calendario con relleno sólido">
            <a:extLst>
              <a:ext uri="{FF2B5EF4-FFF2-40B4-BE49-F238E27FC236}">
                <a16:creationId xmlns:a16="http://schemas.microsoft.com/office/drawing/2014/main" id="{B88861CC-8695-5F04-226A-2A83CA2057C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431" y="5443971"/>
            <a:ext cx="657904" cy="657904"/>
          </a:xfrm>
          <a:prstGeom prst="rect">
            <a:avLst/>
          </a:prstGeom>
        </p:spPr>
      </p:pic>
      <p:pic>
        <p:nvPicPr>
          <p:cNvPr id="109" name="Gráfico 108" descr="Presentación con gráfico circular con relleno sólido">
            <a:extLst>
              <a:ext uri="{FF2B5EF4-FFF2-40B4-BE49-F238E27FC236}">
                <a16:creationId xmlns:a16="http://schemas.microsoft.com/office/drawing/2014/main" id="{48E7B41F-D1EB-D2A1-7850-D3E581F21195}"/>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5927" y="5531842"/>
            <a:ext cx="657904" cy="657904"/>
          </a:xfrm>
          <a:prstGeom prst="rect">
            <a:avLst/>
          </a:prstGeom>
        </p:spPr>
      </p:pic>
      <p:pic>
        <p:nvPicPr>
          <p:cNvPr id="110" name="Gráfico 109" descr="Piezas de rompecabezas con relleno sólido">
            <a:extLst>
              <a:ext uri="{FF2B5EF4-FFF2-40B4-BE49-F238E27FC236}">
                <a16:creationId xmlns:a16="http://schemas.microsoft.com/office/drawing/2014/main" id="{42CA8E54-87D4-CF3A-090A-1A427D6CE959}"/>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2953" y="4403517"/>
            <a:ext cx="657904" cy="657904"/>
          </a:xfrm>
          <a:prstGeom prst="rect">
            <a:avLst/>
          </a:prstGeom>
        </p:spPr>
      </p:pic>
      <p:pic>
        <p:nvPicPr>
          <p:cNvPr id="111" name="Gráfico 110" descr="Edificio con relleno sólido">
            <a:extLst>
              <a:ext uri="{FF2B5EF4-FFF2-40B4-BE49-F238E27FC236}">
                <a16:creationId xmlns:a16="http://schemas.microsoft.com/office/drawing/2014/main" id="{48D484F1-C155-5977-FA59-4E5682298DA3}"/>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1206" y="1963508"/>
            <a:ext cx="657904" cy="657904"/>
          </a:xfrm>
          <a:prstGeom prst="rect">
            <a:avLst/>
          </a:prstGeom>
        </p:spPr>
      </p:pic>
      <p:pic>
        <p:nvPicPr>
          <p:cNvPr id="112" name="Gráfico 111" descr="Dinero volando con relleno sólido">
            <a:extLst>
              <a:ext uri="{FF2B5EF4-FFF2-40B4-BE49-F238E27FC236}">
                <a16:creationId xmlns:a16="http://schemas.microsoft.com/office/drawing/2014/main" id="{5C34FB73-F81E-AE52-3A93-38643326F249}"/>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33720" y="2099737"/>
            <a:ext cx="657904" cy="657904"/>
          </a:xfrm>
          <a:prstGeom prst="rect">
            <a:avLst/>
          </a:prstGeom>
        </p:spPr>
      </p:pic>
      <p:pic>
        <p:nvPicPr>
          <p:cNvPr id="113" name="Gráfico 112" descr="Bombilla y lápiz con relleno sólido">
            <a:extLst>
              <a:ext uri="{FF2B5EF4-FFF2-40B4-BE49-F238E27FC236}">
                <a16:creationId xmlns:a16="http://schemas.microsoft.com/office/drawing/2014/main" id="{5BF5576A-396D-F58F-4AA4-E60B5BAB1618}"/>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63599" y="3034051"/>
            <a:ext cx="657904" cy="657904"/>
          </a:xfrm>
          <a:prstGeom prst="rect">
            <a:avLst/>
          </a:prstGeom>
        </p:spPr>
      </p:pic>
      <p:pic>
        <p:nvPicPr>
          <p:cNvPr id="114" name="Gráfico 113" descr="Engranaje único con relleno sólido">
            <a:extLst>
              <a:ext uri="{FF2B5EF4-FFF2-40B4-BE49-F238E27FC236}">
                <a16:creationId xmlns:a16="http://schemas.microsoft.com/office/drawing/2014/main" id="{3949158C-9C0F-E093-B0E1-710D13639C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800000">
            <a:off x="-823417" y="3283429"/>
            <a:ext cx="1615357" cy="1615357"/>
          </a:xfrm>
          <a:prstGeom prst="rect">
            <a:avLst/>
          </a:prstGeom>
        </p:spPr>
      </p:pic>
      <p:sp>
        <p:nvSpPr>
          <p:cNvPr id="4" name="CuadroTexto 3">
            <a:extLst>
              <a:ext uri="{FF2B5EF4-FFF2-40B4-BE49-F238E27FC236}">
                <a16:creationId xmlns:a16="http://schemas.microsoft.com/office/drawing/2014/main" id="{A7578DB1-8B7A-E89F-52C5-B41EBA2493E7}"/>
              </a:ext>
            </a:extLst>
          </p:cNvPr>
          <p:cNvSpPr txBox="1"/>
          <p:nvPr/>
        </p:nvSpPr>
        <p:spPr>
          <a:xfrm>
            <a:off x="3436261" y="2169982"/>
            <a:ext cx="4206240" cy="707886"/>
          </a:xfrm>
          <a:prstGeom prst="rect">
            <a:avLst/>
          </a:prstGeom>
          <a:noFill/>
        </p:spPr>
        <p:txBody>
          <a:bodyPr wrap="square" rtlCol="0">
            <a:spAutoFit/>
          </a:bodyPr>
          <a:lstStyle/>
          <a:p>
            <a:r>
              <a:rPr lang="fr-FR" sz="4000" b="1" dirty="0">
                <a:solidFill>
                  <a:schemeClr val="accent1">
                    <a:lumMod val="50000"/>
                  </a:schemeClr>
                </a:solidFill>
                <a:latin typeface="Times New Roman" panose="02020603050405020304" pitchFamily="18" charset="0"/>
                <a:cs typeface="Times New Roman" panose="02020603050405020304" pitchFamily="18" charset="0"/>
              </a:rPr>
              <a:t>Langage de script</a:t>
            </a:r>
            <a:endParaRPr lang="es-CO" sz="4000" b="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54" name="Image 53" descr="Une image contenant dessin humoristique, clipart, capture d’écran, Graphique&#10;&#10;Description générée automatiquement">
            <a:extLst>
              <a:ext uri="{FF2B5EF4-FFF2-40B4-BE49-F238E27FC236}">
                <a16:creationId xmlns:a16="http://schemas.microsoft.com/office/drawing/2014/main" id="{96BBC367-95A4-4C2E-B9D7-D9A45336040A}"/>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2212443" y="2877868"/>
            <a:ext cx="970270" cy="970270"/>
          </a:xfrm>
          <a:prstGeom prst="rect">
            <a:avLst/>
          </a:prstGeom>
        </p:spPr>
      </p:pic>
      <p:pic>
        <p:nvPicPr>
          <p:cNvPr id="3" name="Image 2" descr="Une image contenant capture d’écran, machine à sous, conception&#10;&#10;Description générée automatiquement">
            <a:extLst>
              <a:ext uri="{FF2B5EF4-FFF2-40B4-BE49-F238E27FC236}">
                <a16:creationId xmlns:a16="http://schemas.microsoft.com/office/drawing/2014/main" id="{FEE06FE5-BA74-4661-B507-B7A7F41785F3}"/>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1719591" y="2439792"/>
            <a:ext cx="1269161" cy="1269161"/>
          </a:xfrm>
          <a:prstGeom prst="rect">
            <a:avLst/>
          </a:prstGeom>
        </p:spPr>
      </p:pic>
      <p:pic>
        <p:nvPicPr>
          <p:cNvPr id="55" name="Image 54" descr="Une image contenant cercle, capture d’écran, conception&#10;&#10;Description générée automatiquement">
            <a:extLst>
              <a:ext uri="{FF2B5EF4-FFF2-40B4-BE49-F238E27FC236}">
                <a16:creationId xmlns:a16="http://schemas.microsoft.com/office/drawing/2014/main" id="{5B930DBF-8309-495F-A52A-7F7E27AD24A2}"/>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182838" y="1870057"/>
            <a:ext cx="970271" cy="970271"/>
          </a:xfrm>
          <a:prstGeom prst="rect">
            <a:avLst/>
          </a:prstGeom>
        </p:spPr>
      </p:pic>
      <p:pic>
        <p:nvPicPr>
          <p:cNvPr id="56" name="Image 55" descr="Une image contenant capture d’écran, dessin humoristique, clipart, conception&#10;&#10;Description générée automatiquement">
            <a:extLst>
              <a:ext uri="{FF2B5EF4-FFF2-40B4-BE49-F238E27FC236}">
                <a16:creationId xmlns:a16="http://schemas.microsoft.com/office/drawing/2014/main" id="{D4E8B7A1-0370-4B99-9D32-DE63487E1793}"/>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2052937" y="4234997"/>
            <a:ext cx="961455" cy="961455"/>
          </a:xfrm>
          <a:prstGeom prst="rect">
            <a:avLst/>
          </a:prstGeom>
        </p:spPr>
      </p:pic>
      <p:pic>
        <p:nvPicPr>
          <p:cNvPr id="57" name="Graphic 18" descr="Gears with solid fill">
            <a:extLst>
              <a:ext uri="{FF2B5EF4-FFF2-40B4-BE49-F238E27FC236}">
                <a16:creationId xmlns:a16="http://schemas.microsoft.com/office/drawing/2014/main" id="{8FC4A4F8-6415-41E1-9089-6DE051B2DD9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283845" y="5113146"/>
            <a:ext cx="1119261" cy="1119261"/>
          </a:xfrm>
          <a:prstGeom prst="rect">
            <a:avLst/>
          </a:prstGeom>
        </p:spPr>
      </p:pic>
      <p:pic>
        <p:nvPicPr>
          <p:cNvPr id="58" name="Image 57" descr="Une image contenant capture d’écran, cercle, ligne, conception&#10;&#10;Description générée automatiquement">
            <a:extLst>
              <a:ext uri="{FF2B5EF4-FFF2-40B4-BE49-F238E27FC236}">
                <a16:creationId xmlns:a16="http://schemas.microsoft.com/office/drawing/2014/main" id="{E70CC2A5-6948-4275-BF03-E78BD1C428DC}"/>
              </a:ext>
            </a:extLst>
          </p:cNvPr>
          <p:cNvPicPr>
            <a:picLocks noChangeAspect="1"/>
          </p:cNvPicPr>
          <p:nvPr/>
        </p:nvPicPr>
        <p:blipFill>
          <a:blip r:embed="rId15" cstate="hqprint">
            <a:extLst>
              <a:ext uri="{28A0092B-C50C-407E-A947-70E740481C1C}">
                <a14:useLocalDpi xmlns:a14="http://schemas.microsoft.com/office/drawing/2010/main" val="0"/>
              </a:ext>
            </a:extLst>
          </a:blip>
          <a:stretch>
            <a:fillRect/>
          </a:stretch>
        </p:blipFill>
        <p:spPr>
          <a:xfrm>
            <a:off x="199793" y="1910115"/>
            <a:ext cx="902308" cy="818003"/>
          </a:xfrm>
          <a:prstGeom prst="rect">
            <a:avLst/>
          </a:prstGeom>
        </p:spPr>
      </p:pic>
      <p:sp>
        <p:nvSpPr>
          <p:cNvPr id="60" name="TextBox 3">
            <a:extLst>
              <a:ext uri="{FF2B5EF4-FFF2-40B4-BE49-F238E27FC236}">
                <a16:creationId xmlns:a16="http://schemas.microsoft.com/office/drawing/2014/main" id="{B249C53F-A4D2-469B-B05F-4FA81283C612}"/>
              </a:ext>
            </a:extLst>
          </p:cNvPr>
          <p:cNvSpPr txBox="1"/>
          <p:nvPr/>
        </p:nvSpPr>
        <p:spPr>
          <a:xfrm>
            <a:off x="2595716" y="1000653"/>
            <a:ext cx="6469626" cy="584775"/>
          </a:xfrm>
          <a:prstGeom prst="rect">
            <a:avLst/>
          </a:prstGeom>
          <a:noFill/>
        </p:spPr>
        <p:txBody>
          <a:bodyPr wrap="square">
            <a:spAutoFit/>
          </a:bodyPr>
          <a:lstStyle/>
          <a:p>
            <a:pPr algn="ctr"/>
            <a:r>
              <a:rPr lang="fr-FR" sz="3200" b="1" dirty="0">
                <a:latin typeface="Times New Roman" panose="02020603050405020304" pitchFamily="18" charset="0"/>
                <a:cs typeface="Times New Roman" panose="02020603050405020304" pitchFamily="18" charset="0"/>
              </a:rPr>
              <a:t>Outils et technologies utilisés</a:t>
            </a:r>
            <a:endParaRPr lang="en-US" sz="3200" b="1" dirty="0">
              <a:latin typeface="Times New Roman" panose="02020603050405020304" pitchFamily="18" charset="0"/>
              <a:cs typeface="Times New Roman" panose="02020603050405020304" pitchFamily="18" charset="0"/>
            </a:endParaRPr>
          </a:p>
        </p:txBody>
      </p:sp>
      <p:graphicFrame>
        <p:nvGraphicFramePr>
          <p:cNvPr id="27" name="Diagramme 30">
            <a:extLst>
              <a:ext uri="{FF2B5EF4-FFF2-40B4-BE49-F238E27FC236}">
                <a16:creationId xmlns:a16="http://schemas.microsoft.com/office/drawing/2014/main" id="{0F4CD9C9-FC0D-44AD-B8AD-790E15615068}"/>
              </a:ext>
            </a:extLst>
          </p:cNvPr>
          <p:cNvGraphicFramePr/>
          <p:nvPr>
            <p:extLst>
              <p:ext uri="{D42A27DB-BD31-4B8C-83A1-F6EECF244321}">
                <p14:modId xmlns:p14="http://schemas.microsoft.com/office/powerpoint/2010/main" val="756056071"/>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
        <p:nvSpPr>
          <p:cNvPr id="29" name="TextBox 27">
            <a:extLst>
              <a:ext uri="{FF2B5EF4-FFF2-40B4-BE49-F238E27FC236}">
                <a16:creationId xmlns:a16="http://schemas.microsoft.com/office/drawing/2014/main" id="{042E2563-C484-4A0A-A854-7C7D5C759704}"/>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17</a:t>
            </a:r>
          </a:p>
        </p:txBody>
      </p:sp>
      <p:sp>
        <p:nvSpPr>
          <p:cNvPr id="5" name="ZoneTexte 4">
            <a:extLst>
              <a:ext uri="{FF2B5EF4-FFF2-40B4-BE49-F238E27FC236}">
                <a16:creationId xmlns:a16="http://schemas.microsoft.com/office/drawing/2014/main" id="{0F43A401-BA97-8170-FBA5-7E2CE9B7C961}"/>
              </a:ext>
            </a:extLst>
          </p:cNvPr>
          <p:cNvSpPr txBox="1"/>
          <p:nvPr/>
        </p:nvSpPr>
        <p:spPr>
          <a:xfrm>
            <a:off x="5174392" y="3610801"/>
            <a:ext cx="8248134" cy="369332"/>
          </a:xfrm>
          <a:prstGeom prst="rect">
            <a:avLst/>
          </a:prstGeom>
          <a:noFill/>
        </p:spPr>
        <p:txBody>
          <a:bodyPr wrap="square">
            <a:spAutoFit/>
          </a:bodyPr>
          <a:lstStyle/>
          <a:p>
            <a:r>
              <a:rPr lang="fr-FR" dirty="0"/>
              <a:t>Apache Groovy</a:t>
            </a:r>
          </a:p>
        </p:txBody>
      </p:sp>
    </p:spTree>
    <p:extLst>
      <p:ext uri="{BB962C8B-B14F-4D97-AF65-F5344CB8AC3E}">
        <p14:creationId xmlns:p14="http://schemas.microsoft.com/office/powerpoint/2010/main" val="1018595909"/>
      </p:ext>
    </p:extLst>
  </p:cSld>
  <p:clrMapOvr>
    <a:masterClrMapping/>
  </p:clrMapOvr>
  <mc:AlternateContent xmlns:mc="http://schemas.openxmlformats.org/markup-compatibility/2006" xmlns:p159="http://schemas.microsoft.com/office/powerpoint/2015/09/main">
    <mc:Choice Requires="p159">
      <p:transition advClick="0">
        <p159:morph option="byObject"/>
      </p:transition>
    </mc:Choice>
    <mc:Fallback xmlns="">
      <p:transition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orma libre: forma 74">
            <a:extLst>
              <a:ext uri="{FF2B5EF4-FFF2-40B4-BE49-F238E27FC236}">
                <a16:creationId xmlns:a16="http://schemas.microsoft.com/office/drawing/2014/main" id="{17CBFB39-9B1A-E984-B33B-2704106041FB}"/>
              </a:ext>
            </a:extLst>
          </p:cNvPr>
          <p:cNvSpPr/>
          <p:nvPr/>
        </p:nvSpPr>
        <p:spPr>
          <a:xfrm rot="14841101">
            <a:off x="963179" y="2102700"/>
            <a:ext cx="2902097" cy="2652599"/>
          </a:xfrm>
          <a:custGeom>
            <a:avLst/>
            <a:gdLst>
              <a:gd name="connsiteX0" fmla="*/ 0 w 1722543"/>
              <a:gd name="connsiteY0" fmla="*/ 1419740 h 1574453"/>
              <a:gd name="connsiteX1" fmla="*/ 416589 w 1722543"/>
              <a:gd name="connsiteY1" fmla="*/ 421324 h 1574453"/>
              <a:gd name="connsiteX2" fmla="*/ 458006 w 1722543"/>
              <a:gd name="connsiteY2" fmla="*/ 436200 h 1574453"/>
              <a:gd name="connsiteX3" fmla="*/ 563850 w 1722543"/>
              <a:gd name="connsiteY3" fmla="*/ 459748 h 1574453"/>
              <a:gd name="connsiteX4" fmla="*/ 830504 w 1722543"/>
              <a:gd name="connsiteY4" fmla="*/ 0 h 1574453"/>
              <a:gd name="connsiteX5" fmla="*/ 1098777 w 1722543"/>
              <a:gd name="connsiteY5" fmla="*/ 462542 h 1574453"/>
              <a:gd name="connsiteX6" fmla="*/ 1217420 w 1722543"/>
              <a:gd name="connsiteY6" fmla="*/ 435667 h 1574453"/>
              <a:gd name="connsiteX7" fmla="*/ 1311131 w 1722543"/>
              <a:gd name="connsiteY7" fmla="*/ 402266 h 1574453"/>
              <a:gd name="connsiteX8" fmla="*/ 1722543 w 1722543"/>
              <a:gd name="connsiteY8" fmla="*/ 1402823 h 1574453"/>
              <a:gd name="connsiteX9" fmla="*/ 1531045 w 1722543"/>
              <a:gd name="connsiteY9" fmla="*/ 1471082 h 1574453"/>
              <a:gd name="connsiteX10" fmla="*/ 145650 w 1722543"/>
              <a:gd name="connsiteY10" fmla="*/ 1472055 h 15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43" h="1574453">
                <a:moveTo>
                  <a:pt x="0" y="1419740"/>
                </a:moveTo>
                <a:lnTo>
                  <a:pt x="416589" y="421324"/>
                </a:lnTo>
                <a:lnTo>
                  <a:pt x="458006" y="436200"/>
                </a:lnTo>
                <a:lnTo>
                  <a:pt x="563850" y="459748"/>
                </a:lnTo>
                <a:lnTo>
                  <a:pt x="830504" y="0"/>
                </a:lnTo>
                <a:lnTo>
                  <a:pt x="1098777" y="462542"/>
                </a:lnTo>
                <a:lnTo>
                  <a:pt x="1217420" y="435667"/>
                </a:lnTo>
                <a:lnTo>
                  <a:pt x="1311131" y="402266"/>
                </a:lnTo>
                <a:lnTo>
                  <a:pt x="1722543" y="1402823"/>
                </a:lnTo>
                <a:lnTo>
                  <a:pt x="1531045" y="1471082"/>
                </a:lnTo>
                <a:cubicBezTo>
                  <a:pt x="1090915" y="1604665"/>
                  <a:pt x="610229" y="1612757"/>
                  <a:pt x="145650" y="1472055"/>
                </a:cubicBezTo>
                <a:close/>
              </a:path>
            </a:pathLst>
          </a:custGeom>
          <a:noFill/>
          <a:ln w="57150">
            <a:solidFill>
              <a:srgbClr val="1C518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2" name="Forma libre: forma 81">
            <a:extLst>
              <a:ext uri="{FF2B5EF4-FFF2-40B4-BE49-F238E27FC236}">
                <a16:creationId xmlns:a16="http://schemas.microsoft.com/office/drawing/2014/main" id="{C633E375-5716-A1F9-0A51-5E0D3D096581}"/>
              </a:ext>
            </a:extLst>
          </p:cNvPr>
          <p:cNvSpPr/>
          <p:nvPr/>
        </p:nvSpPr>
        <p:spPr>
          <a:xfrm rot="11759531">
            <a:off x="-146891" y="2124746"/>
            <a:ext cx="1682410" cy="1572131"/>
          </a:xfrm>
          <a:custGeom>
            <a:avLst/>
            <a:gdLst>
              <a:gd name="connsiteX0" fmla="*/ 0 w 1682410"/>
              <a:gd name="connsiteY0" fmla="*/ 1339429 h 1572131"/>
              <a:gd name="connsiteX1" fmla="*/ 525938 w 1682410"/>
              <a:gd name="connsiteY1" fmla="*/ 390916 h 1572131"/>
              <a:gd name="connsiteX2" fmla="*/ 617201 w 1682410"/>
              <a:gd name="connsiteY2" fmla="*/ 425577 h 1572131"/>
              <a:gd name="connsiteX3" fmla="*/ 688037 w 1682410"/>
              <a:gd name="connsiteY3" fmla="*/ 443104 h 1572131"/>
              <a:gd name="connsiteX4" fmla="*/ 945037 w 1682410"/>
              <a:gd name="connsiteY4" fmla="*/ 0 h 1572131"/>
              <a:gd name="connsiteX5" fmla="*/ 1220002 w 1682410"/>
              <a:gd name="connsiteY5" fmla="*/ 474078 h 1572131"/>
              <a:gd name="connsiteX6" fmla="*/ 1286231 w 1682410"/>
              <a:gd name="connsiteY6" fmla="*/ 463023 h 1572131"/>
              <a:gd name="connsiteX7" fmla="*/ 1384357 w 1682410"/>
              <a:gd name="connsiteY7" fmla="*/ 438882 h 1572131"/>
              <a:gd name="connsiteX8" fmla="*/ 1682410 w 1682410"/>
              <a:gd name="connsiteY8" fmla="*/ 1478854 h 1572131"/>
              <a:gd name="connsiteX9" fmla="*/ 67734 w 1682410"/>
              <a:gd name="connsiteY9" fmla="*/ 1372867 h 157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2410" h="1572131">
                <a:moveTo>
                  <a:pt x="0" y="1339429"/>
                </a:moveTo>
                <a:lnTo>
                  <a:pt x="525938" y="390916"/>
                </a:lnTo>
                <a:lnTo>
                  <a:pt x="617201" y="425577"/>
                </a:lnTo>
                <a:lnTo>
                  <a:pt x="688037" y="443104"/>
                </a:lnTo>
                <a:lnTo>
                  <a:pt x="945037" y="0"/>
                </a:lnTo>
                <a:lnTo>
                  <a:pt x="1220002" y="474078"/>
                </a:lnTo>
                <a:lnTo>
                  <a:pt x="1286231" y="463023"/>
                </a:lnTo>
                <a:cubicBezTo>
                  <a:pt x="1318967" y="456279"/>
                  <a:pt x="1351695" y="448243"/>
                  <a:pt x="1384357" y="438882"/>
                </a:cubicBezTo>
                <a:lnTo>
                  <a:pt x="1682410" y="1478854"/>
                </a:lnTo>
                <a:cubicBezTo>
                  <a:pt x="1126281" y="1638239"/>
                  <a:pt x="559691" y="1587183"/>
                  <a:pt x="67734" y="1372867"/>
                </a:cubicBezTo>
                <a:close/>
              </a:path>
            </a:pathLst>
          </a:custGeom>
          <a:noFill/>
          <a:ln w="57150">
            <a:solidFill>
              <a:srgbClr val="46B1E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1" name="Forma libre: forma 80">
            <a:extLst>
              <a:ext uri="{FF2B5EF4-FFF2-40B4-BE49-F238E27FC236}">
                <a16:creationId xmlns:a16="http://schemas.microsoft.com/office/drawing/2014/main" id="{D99731E8-9A2D-CFE3-DA25-F3CA9B443657}"/>
              </a:ext>
            </a:extLst>
          </p:cNvPr>
          <p:cNvSpPr/>
          <p:nvPr/>
        </p:nvSpPr>
        <p:spPr>
          <a:xfrm rot="9237329">
            <a:off x="-1380971" y="2144921"/>
            <a:ext cx="1637445" cy="1608262"/>
          </a:xfrm>
          <a:custGeom>
            <a:avLst/>
            <a:gdLst>
              <a:gd name="connsiteX0" fmla="*/ 0 w 1637445"/>
              <a:gd name="connsiteY0" fmla="*/ 1435643 h 1608262"/>
              <a:gd name="connsiteX1" fmla="*/ 477079 w 1637445"/>
              <a:gd name="connsiteY1" fmla="*/ 459413 h 1608262"/>
              <a:gd name="connsiteX2" fmla="*/ 558205 w 1637445"/>
              <a:gd name="connsiteY2" fmla="*/ 484786 h 1608262"/>
              <a:gd name="connsiteX3" fmla="*/ 587557 w 1637445"/>
              <a:gd name="connsiteY3" fmla="*/ 490446 h 1608262"/>
              <a:gd name="connsiteX4" fmla="*/ 872016 w 1637445"/>
              <a:gd name="connsiteY4" fmla="*/ 0 h 1608262"/>
              <a:gd name="connsiteX5" fmla="*/ 1159357 w 1637445"/>
              <a:gd name="connsiteY5" fmla="*/ 495416 h 1608262"/>
              <a:gd name="connsiteX6" fmla="*/ 1190505 w 1637445"/>
              <a:gd name="connsiteY6" fmla="*/ 489893 h 1608262"/>
              <a:gd name="connsiteX7" fmla="*/ 1286027 w 1637445"/>
              <a:gd name="connsiteY7" fmla="*/ 462102 h 1608262"/>
              <a:gd name="connsiteX8" fmla="*/ 1637445 w 1637445"/>
              <a:gd name="connsiteY8" fmla="*/ 1485275 h 1608262"/>
              <a:gd name="connsiteX9" fmla="*/ 1442241 w 1637445"/>
              <a:gd name="connsiteY9" fmla="*/ 1542069 h 1608262"/>
              <a:gd name="connsiteX10" fmla="*/ 59222 w 1637445"/>
              <a:gd name="connsiteY10" fmla="*/ 1460970 h 160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7445" h="1608262">
                <a:moveTo>
                  <a:pt x="0" y="1435643"/>
                </a:moveTo>
                <a:lnTo>
                  <a:pt x="477079" y="459413"/>
                </a:lnTo>
                <a:lnTo>
                  <a:pt x="558205" y="484786"/>
                </a:lnTo>
                <a:lnTo>
                  <a:pt x="587557" y="490446"/>
                </a:lnTo>
                <a:lnTo>
                  <a:pt x="872016" y="0"/>
                </a:lnTo>
                <a:lnTo>
                  <a:pt x="1159357" y="495416"/>
                </a:lnTo>
                <a:lnTo>
                  <a:pt x="1190505" y="489893"/>
                </a:lnTo>
                <a:lnTo>
                  <a:pt x="1286027" y="462102"/>
                </a:lnTo>
                <a:lnTo>
                  <a:pt x="1637445" y="1485275"/>
                </a:lnTo>
                <a:lnTo>
                  <a:pt x="1442241" y="1542069"/>
                </a:lnTo>
                <a:cubicBezTo>
                  <a:pt x="994971" y="1649344"/>
                  <a:pt x="514648" y="1628945"/>
                  <a:pt x="59222" y="1460970"/>
                </a:cubicBezTo>
                <a:close/>
              </a:path>
            </a:pathLst>
          </a:custGeom>
          <a:no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0" name="Forma libre: forma 79">
            <a:extLst>
              <a:ext uri="{FF2B5EF4-FFF2-40B4-BE49-F238E27FC236}">
                <a16:creationId xmlns:a16="http://schemas.microsoft.com/office/drawing/2014/main" id="{5034DF3A-9F2A-0C91-27E5-DA20D1664A39}"/>
              </a:ext>
            </a:extLst>
          </p:cNvPr>
          <p:cNvSpPr/>
          <p:nvPr/>
        </p:nvSpPr>
        <p:spPr>
          <a:xfrm rot="6927400">
            <a:off x="-2254648" y="3072066"/>
            <a:ext cx="1599002" cy="1536123"/>
          </a:xfrm>
          <a:custGeom>
            <a:avLst/>
            <a:gdLst>
              <a:gd name="connsiteX0" fmla="*/ 740284 w 1599002"/>
              <a:gd name="connsiteY0" fmla="*/ 0 h 1536123"/>
              <a:gd name="connsiteX1" fmla="*/ 978608 w 1599002"/>
              <a:gd name="connsiteY1" fmla="*/ 410904 h 1536123"/>
              <a:gd name="connsiteX2" fmla="*/ 1093357 w 1599002"/>
              <a:gd name="connsiteY2" fmla="*/ 377861 h 1536123"/>
              <a:gd name="connsiteX3" fmla="*/ 1133997 w 1599002"/>
              <a:gd name="connsiteY3" fmla="*/ 360973 h 1536123"/>
              <a:gd name="connsiteX4" fmla="*/ 1599002 w 1599002"/>
              <a:gd name="connsiteY4" fmla="*/ 1337778 h 1536123"/>
              <a:gd name="connsiteX5" fmla="*/ 1456090 w 1599002"/>
              <a:gd name="connsiteY5" fmla="*/ 1397168 h 1536123"/>
              <a:gd name="connsiteX6" fmla="*/ 72312 w 1599002"/>
              <a:gd name="connsiteY6" fmla="*/ 1464073 h 1536123"/>
              <a:gd name="connsiteX7" fmla="*/ 0 w 1599002"/>
              <a:gd name="connsiteY7" fmla="*/ 1442227 h 1536123"/>
              <a:gd name="connsiteX8" fmla="*/ 362809 w 1599002"/>
              <a:gd name="connsiteY8" fmla="*/ 420142 h 1536123"/>
              <a:gd name="connsiteX9" fmla="*/ 458532 w 1599002"/>
              <a:gd name="connsiteY9" fmla="*/ 439325 h 1536123"/>
              <a:gd name="connsiteX10" fmla="*/ 484142 w 1599002"/>
              <a:gd name="connsiteY10" fmla="*/ 441624 h 153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002" h="1536123">
                <a:moveTo>
                  <a:pt x="740284" y="0"/>
                </a:moveTo>
                <a:lnTo>
                  <a:pt x="978608" y="410904"/>
                </a:lnTo>
                <a:lnTo>
                  <a:pt x="1093357" y="377861"/>
                </a:lnTo>
                <a:lnTo>
                  <a:pt x="1133997" y="360973"/>
                </a:lnTo>
                <a:lnTo>
                  <a:pt x="1599002" y="1337778"/>
                </a:lnTo>
                <a:lnTo>
                  <a:pt x="1456090" y="1397168"/>
                </a:lnTo>
                <a:cubicBezTo>
                  <a:pt x="998963" y="1560463"/>
                  <a:pt x="518457" y="1575932"/>
                  <a:pt x="72312" y="1464073"/>
                </a:cubicBezTo>
                <a:lnTo>
                  <a:pt x="0" y="1442227"/>
                </a:lnTo>
                <a:lnTo>
                  <a:pt x="362809" y="420142"/>
                </a:lnTo>
                <a:lnTo>
                  <a:pt x="458532" y="439325"/>
                </a:lnTo>
                <a:lnTo>
                  <a:pt x="484142" y="441624"/>
                </a:lnTo>
                <a:close/>
              </a:path>
            </a:pathLst>
          </a:custGeom>
          <a:noFill/>
          <a:ln w="57150">
            <a:solidFill>
              <a:srgbClr val="F58C1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79" name="Forma libre: forma 78">
            <a:extLst>
              <a:ext uri="{FF2B5EF4-FFF2-40B4-BE49-F238E27FC236}">
                <a16:creationId xmlns:a16="http://schemas.microsoft.com/office/drawing/2014/main" id="{74C148B6-C785-A189-E6BB-CBA5AB81C06B}"/>
              </a:ext>
            </a:extLst>
          </p:cNvPr>
          <p:cNvSpPr/>
          <p:nvPr/>
        </p:nvSpPr>
        <p:spPr>
          <a:xfrm rot="4395973">
            <a:off x="-2207704" y="4275321"/>
            <a:ext cx="1596347" cy="1568107"/>
          </a:xfrm>
          <a:custGeom>
            <a:avLst/>
            <a:gdLst>
              <a:gd name="connsiteX0" fmla="*/ 696318 w 1596347"/>
              <a:gd name="connsiteY0" fmla="*/ 0 h 1568107"/>
              <a:gd name="connsiteX1" fmla="*/ 949704 w 1596347"/>
              <a:gd name="connsiteY1" fmla="*/ 436874 h 1568107"/>
              <a:gd name="connsiteX2" fmla="*/ 991025 w 1596347"/>
              <a:gd name="connsiteY2" fmla="*/ 426685 h 1568107"/>
              <a:gd name="connsiteX3" fmla="*/ 1082729 w 1596347"/>
              <a:gd name="connsiteY3" fmla="*/ 393208 h 1568107"/>
              <a:gd name="connsiteX4" fmla="*/ 1596347 w 1596347"/>
              <a:gd name="connsiteY4" fmla="*/ 1348448 h 1568107"/>
              <a:gd name="connsiteX5" fmla="*/ 1528186 w 1596347"/>
              <a:gd name="connsiteY5" fmla="*/ 1381008 h 1568107"/>
              <a:gd name="connsiteX6" fmla="*/ 150267 w 1596347"/>
              <a:gd name="connsiteY6" fmla="*/ 1524732 h 1568107"/>
              <a:gd name="connsiteX7" fmla="*/ 0 w 1596347"/>
              <a:gd name="connsiteY7" fmla="*/ 1487704 h 1568107"/>
              <a:gd name="connsiteX8" fmla="*/ 311490 w 1596347"/>
              <a:gd name="connsiteY8" fmla="*/ 451677 h 1568107"/>
              <a:gd name="connsiteX9" fmla="*/ 354221 w 1596347"/>
              <a:gd name="connsiteY9" fmla="*/ 462206 h 1568107"/>
              <a:gd name="connsiteX10" fmla="*/ 423092 w 1596347"/>
              <a:gd name="connsiteY10" fmla="*/ 471079 h 156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6347" h="1568107">
                <a:moveTo>
                  <a:pt x="696318" y="0"/>
                </a:moveTo>
                <a:lnTo>
                  <a:pt x="949704" y="436874"/>
                </a:lnTo>
                <a:lnTo>
                  <a:pt x="991025" y="426685"/>
                </a:lnTo>
                <a:lnTo>
                  <a:pt x="1082729" y="393208"/>
                </a:lnTo>
                <a:lnTo>
                  <a:pt x="1596347" y="1348448"/>
                </a:lnTo>
                <a:lnTo>
                  <a:pt x="1528186" y="1381008"/>
                </a:lnTo>
                <a:cubicBezTo>
                  <a:pt x="1104165" y="1559233"/>
                  <a:pt x="626871" y="1616814"/>
                  <a:pt x="150267" y="1524732"/>
                </a:cubicBezTo>
                <a:lnTo>
                  <a:pt x="0" y="1487704"/>
                </a:lnTo>
                <a:lnTo>
                  <a:pt x="311490" y="451677"/>
                </a:lnTo>
                <a:lnTo>
                  <a:pt x="354221" y="462206"/>
                </a:lnTo>
                <a:lnTo>
                  <a:pt x="423092" y="471079"/>
                </a:lnTo>
                <a:close/>
              </a:path>
            </a:pathLst>
          </a:custGeom>
          <a:noFill/>
          <a:ln w="57150">
            <a:solidFill>
              <a:srgbClr val="FFB93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76" name="Forma libre: forma 75">
            <a:extLst>
              <a:ext uri="{FF2B5EF4-FFF2-40B4-BE49-F238E27FC236}">
                <a16:creationId xmlns:a16="http://schemas.microsoft.com/office/drawing/2014/main" id="{B920755C-6FB3-4B89-5D24-5A024BA9DA71}"/>
              </a:ext>
            </a:extLst>
          </p:cNvPr>
          <p:cNvSpPr/>
          <p:nvPr/>
        </p:nvSpPr>
        <p:spPr>
          <a:xfrm rot="17620945">
            <a:off x="692830" y="4249589"/>
            <a:ext cx="1722567" cy="1576854"/>
          </a:xfrm>
          <a:custGeom>
            <a:avLst/>
            <a:gdLst>
              <a:gd name="connsiteX0" fmla="*/ 1722567 w 1722567"/>
              <a:gd name="connsiteY0" fmla="*/ 1406690 h 1576854"/>
              <a:gd name="connsiteX1" fmla="*/ 1577884 w 1722567"/>
              <a:gd name="connsiteY1" fmla="*/ 1461626 h 1576854"/>
              <a:gd name="connsiteX2" fmla="*/ 192698 w 1722567"/>
              <a:gd name="connsiteY2" fmla="*/ 1485656 h 1576854"/>
              <a:gd name="connsiteX3" fmla="*/ 0 w 1722567"/>
              <a:gd name="connsiteY3" fmla="*/ 1420865 h 1576854"/>
              <a:gd name="connsiteX4" fmla="*/ 393289 w 1722567"/>
              <a:gd name="connsiteY4" fmla="*/ 413045 h 1576854"/>
              <a:gd name="connsiteX5" fmla="*/ 487585 w 1722567"/>
              <a:gd name="connsiteY5" fmla="*/ 444750 h 1576854"/>
              <a:gd name="connsiteX6" fmla="*/ 608971 w 1722567"/>
              <a:gd name="connsiteY6" fmla="*/ 469952 h 1576854"/>
              <a:gd name="connsiteX7" fmla="*/ 881543 w 1722567"/>
              <a:gd name="connsiteY7" fmla="*/ 0 h 1576854"/>
              <a:gd name="connsiteX8" fmla="*/ 1145989 w 1722567"/>
              <a:gd name="connsiteY8" fmla="*/ 455943 h 1576854"/>
              <a:gd name="connsiteX9" fmla="*/ 1246885 w 1722567"/>
              <a:gd name="connsiteY9" fmla="*/ 431578 h 1576854"/>
              <a:gd name="connsiteX10" fmla="*/ 1288028 w 1722567"/>
              <a:gd name="connsiteY10" fmla="*/ 415956 h 157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67" h="1576854">
                <a:moveTo>
                  <a:pt x="1722567" y="1406690"/>
                </a:moveTo>
                <a:lnTo>
                  <a:pt x="1577884" y="1461626"/>
                </a:lnTo>
                <a:cubicBezTo>
                  <a:pt x="1115921" y="1610690"/>
                  <a:pt x="635166" y="1611275"/>
                  <a:pt x="192698" y="1485656"/>
                </a:cubicBezTo>
                <a:lnTo>
                  <a:pt x="0" y="1420865"/>
                </a:lnTo>
                <a:lnTo>
                  <a:pt x="393289" y="413045"/>
                </a:lnTo>
                <a:lnTo>
                  <a:pt x="487585" y="444750"/>
                </a:lnTo>
                <a:lnTo>
                  <a:pt x="608971" y="469952"/>
                </a:lnTo>
                <a:lnTo>
                  <a:pt x="881543" y="0"/>
                </a:lnTo>
                <a:lnTo>
                  <a:pt x="1145989" y="455943"/>
                </a:lnTo>
                <a:lnTo>
                  <a:pt x="1246885" y="431578"/>
                </a:lnTo>
                <a:lnTo>
                  <a:pt x="1288028" y="415956"/>
                </a:lnTo>
                <a:close/>
              </a:path>
            </a:pathLst>
          </a:custGeom>
          <a:noFill/>
          <a:ln w="571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solidFill>
                <a:srgbClr val="0E2841"/>
              </a:solidFill>
            </a:endParaRPr>
          </a:p>
        </p:txBody>
      </p:sp>
      <p:pic>
        <p:nvPicPr>
          <p:cNvPr id="107" name="Gráfico 106" descr="Diana con relleno sólido">
            <a:extLst>
              <a:ext uri="{FF2B5EF4-FFF2-40B4-BE49-F238E27FC236}">
                <a16:creationId xmlns:a16="http://schemas.microsoft.com/office/drawing/2014/main" id="{D444A858-02E6-68BD-84E2-2F121E06554E}"/>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67264" y="3318082"/>
            <a:ext cx="657904" cy="657904"/>
          </a:xfrm>
          <a:prstGeom prst="rect">
            <a:avLst/>
          </a:prstGeom>
        </p:spPr>
      </p:pic>
      <p:pic>
        <p:nvPicPr>
          <p:cNvPr id="108" name="Gráfico 107" descr="Calendario con relleno sólido">
            <a:extLst>
              <a:ext uri="{FF2B5EF4-FFF2-40B4-BE49-F238E27FC236}">
                <a16:creationId xmlns:a16="http://schemas.microsoft.com/office/drawing/2014/main" id="{B88861CC-8695-5F04-226A-2A83CA2057C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84017" y="4804770"/>
            <a:ext cx="657904" cy="657904"/>
          </a:xfrm>
          <a:prstGeom prst="rect">
            <a:avLst/>
          </a:prstGeom>
        </p:spPr>
      </p:pic>
      <p:pic>
        <p:nvPicPr>
          <p:cNvPr id="110" name="Gráfico 109" descr="Piezas de rompecabezas con relleno sólido">
            <a:extLst>
              <a:ext uri="{FF2B5EF4-FFF2-40B4-BE49-F238E27FC236}">
                <a16:creationId xmlns:a16="http://schemas.microsoft.com/office/drawing/2014/main" id="{42CA8E54-87D4-CF3A-090A-1A427D6CE959}"/>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2635" y="5815123"/>
            <a:ext cx="657904" cy="657904"/>
          </a:xfrm>
          <a:prstGeom prst="rect">
            <a:avLst/>
          </a:prstGeom>
        </p:spPr>
      </p:pic>
      <p:pic>
        <p:nvPicPr>
          <p:cNvPr id="111" name="Gráfico 110" descr="Edificio con relleno sólido">
            <a:extLst>
              <a:ext uri="{FF2B5EF4-FFF2-40B4-BE49-F238E27FC236}">
                <a16:creationId xmlns:a16="http://schemas.microsoft.com/office/drawing/2014/main" id="{48D484F1-C155-5977-FA59-4E5682298D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10954" y="2516131"/>
            <a:ext cx="1404727" cy="1404727"/>
          </a:xfrm>
          <a:prstGeom prst="rect">
            <a:avLst/>
          </a:prstGeom>
        </p:spPr>
      </p:pic>
      <p:pic>
        <p:nvPicPr>
          <p:cNvPr id="112" name="Gráfico 111" descr="Dinero volando con relleno sólido">
            <a:extLst>
              <a:ext uri="{FF2B5EF4-FFF2-40B4-BE49-F238E27FC236}">
                <a16:creationId xmlns:a16="http://schemas.microsoft.com/office/drawing/2014/main" id="{5C34FB73-F81E-AE52-3A93-38643326F249}"/>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5723" y="2378677"/>
            <a:ext cx="657904" cy="657904"/>
          </a:xfrm>
          <a:prstGeom prst="rect">
            <a:avLst/>
          </a:prstGeom>
        </p:spPr>
      </p:pic>
      <p:pic>
        <p:nvPicPr>
          <p:cNvPr id="113" name="Gráfico 112" descr="Bombilla y lápiz con relleno sólido">
            <a:extLst>
              <a:ext uri="{FF2B5EF4-FFF2-40B4-BE49-F238E27FC236}">
                <a16:creationId xmlns:a16="http://schemas.microsoft.com/office/drawing/2014/main" id="{5BF5576A-396D-F58F-4AA4-E60B5BAB1618}"/>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2087" y="2560591"/>
            <a:ext cx="657904" cy="657904"/>
          </a:xfrm>
          <a:prstGeom prst="rect">
            <a:avLst/>
          </a:prstGeom>
        </p:spPr>
      </p:pic>
      <p:pic>
        <p:nvPicPr>
          <p:cNvPr id="114" name="Gráfico 113" descr="Engranaje único con relleno sólido">
            <a:extLst>
              <a:ext uri="{FF2B5EF4-FFF2-40B4-BE49-F238E27FC236}">
                <a16:creationId xmlns:a16="http://schemas.microsoft.com/office/drawing/2014/main" id="{3949158C-9C0F-E093-B0E1-710D13639C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800000">
            <a:off x="-759986" y="3655117"/>
            <a:ext cx="1615357" cy="1615357"/>
          </a:xfrm>
          <a:prstGeom prst="rect">
            <a:avLst/>
          </a:prstGeom>
        </p:spPr>
      </p:pic>
      <p:sp>
        <p:nvSpPr>
          <p:cNvPr id="41" name="CuadroTexto 3">
            <a:extLst>
              <a:ext uri="{FF2B5EF4-FFF2-40B4-BE49-F238E27FC236}">
                <a16:creationId xmlns:a16="http://schemas.microsoft.com/office/drawing/2014/main" id="{5BE4B47B-9785-6D4C-22D6-6A91E914B2A3}"/>
              </a:ext>
            </a:extLst>
          </p:cNvPr>
          <p:cNvSpPr txBox="1"/>
          <p:nvPr/>
        </p:nvSpPr>
        <p:spPr>
          <a:xfrm>
            <a:off x="4007913" y="2426616"/>
            <a:ext cx="7748364" cy="707886"/>
          </a:xfrm>
          <a:prstGeom prst="rect">
            <a:avLst/>
          </a:prstGeom>
          <a:noFill/>
        </p:spPr>
        <p:txBody>
          <a:bodyPr wrap="square" rtlCol="0">
            <a:spAutoFit/>
          </a:bodyPr>
          <a:lstStyle/>
          <a:p>
            <a:r>
              <a:rPr lang="fr-FR" sz="4000" b="1" dirty="0" err="1">
                <a:solidFill>
                  <a:schemeClr val="bg2">
                    <a:lumMod val="50000"/>
                  </a:schemeClr>
                </a:solidFill>
                <a:latin typeface="Times New Roman" panose="02020603050405020304" pitchFamily="18" charset="0"/>
                <a:cs typeface="Times New Roman" panose="02020603050405020304" pitchFamily="18" charset="0"/>
              </a:rPr>
              <a:t>Platforme</a:t>
            </a:r>
            <a:r>
              <a:rPr lang="fr-FR" sz="4000" b="1" dirty="0">
                <a:solidFill>
                  <a:schemeClr val="bg2">
                    <a:lumMod val="50000"/>
                  </a:schemeClr>
                </a:solidFill>
                <a:latin typeface="Times New Roman" panose="02020603050405020304" pitchFamily="18" charset="0"/>
                <a:cs typeface="Times New Roman" panose="02020603050405020304" pitchFamily="18" charset="0"/>
              </a:rPr>
              <a:t> de test</a:t>
            </a:r>
            <a:endParaRPr lang="es-CO" sz="4000" b="1"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55" name="Image 54" descr="Une image contenant dessin humoristique, clipart, capture d’écran, Graphique&#10;&#10;Description générée automatiquement">
            <a:extLst>
              <a:ext uri="{FF2B5EF4-FFF2-40B4-BE49-F238E27FC236}">
                <a16:creationId xmlns:a16="http://schemas.microsoft.com/office/drawing/2014/main" id="{77766446-04D1-4568-AE20-B7FFED28A461}"/>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1056754" y="2286906"/>
            <a:ext cx="970270" cy="970270"/>
          </a:xfrm>
          <a:prstGeom prst="rect">
            <a:avLst/>
          </a:prstGeom>
        </p:spPr>
      </p:pic>
      <p:pic>
        <p:nvPicPr>
          <p:cNvPr id="56" name="Image 55" descr="Une image contenant capture d’écran, machine à sous, conception&#10;&#10;Description générée automatiquement">
            <a:extLst>
              <a:ext uri="{FF2B5EF4-FFF2-40B4-BE49-F238E27FC236}">
                <a16:creationId xmlns:a16="http://schemas.microsoft.com/office/drawing/2014/main" id="{5DB14452-D011-4EC8-A43C-3A0FB4E8EB5D}"/>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1197985" y="4627751"/>
            <a:ext cx="1012294" cy="1012294"/>
          </a:xfrm>
          <a:prstGeom prst="rect">
            <a:avLst/>
          </a:prstGeom>
        </p:spPr>
      </p:pic>
      <p:pic>
        <p:nvPicPr>
          <p:cNvPr id="57" name="Image 56" descr="Une image contenant cercle, capture d’écran, conception&#10;&#10;Description générée automatiquement">
            <a:extLst>
              <a:ext uri="{FF2B5EF4-FFF2-40B4-BE49-F238E27FC236}">
                <a16:creationId xmlns:a16="http://schemas.microsoft.com/office/drawing/2014/main" id="{E1945F7F-3665-442F-86A8-F315E918666C}"/>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26542" y="2186793"/>
            <a:ext cx="970271" cy="970271"/>
          </a:xfrm>
          <a:prstGeom prst="rect">
            <a:avLst/>
          </a:prstGeom>
        </p:spPr>
      </p:pic>
      <p:pic>
        <p:nvPicPr>
          <p:cNvPr id="58" name="Image 57" descr="Une image contenant capture d’écran, dessin humoristique, clipart, conception&#10;&#10;Description générée automatiquement">
            <a:extLst>
              <a:ext uri="{FF2B5EF4-FFF2-40B4-BE49-F238E27FC236}">
                <a16:creationId xmlns:a16="http://schemas.microsoft.com/office/drawing/2014/main" id="{47A03172-2359-4331-98AC-452DA5126ADC}"/>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2054616" y="3257929"/>
            <a:ext cx="961455" cy="961455"/>
          </a:xfrm>
          <a:prstGeom prst="rect">
            <a:avLst/>
          </a:prstGeom>
        </p:spPr>
      </p:pic>
      <p:pic>
        <p:nvPicPr>
          <p:cNvPr id="59" name="Graphic 18" descr="Gears with solid fill">
            <a:extLst>
              <a:ext uri="{FF2B5EF4-FFF2-40B4-BE49-F238E27FC236}">
                <a16:creationId xmlns:a16="http://schemas.microsoft.com/office/drawing/2014/main" id="{41BA6A8A-34A6-4BC1-A676-3058EC6B9E4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156132" y="4584203"/>
            <a:ext cx="1119261" cy="1119261"/>
          </a:xfrm>
          <a:prstGeom prst="rect">
            <a:avLst/>
          </a:prstGeom>
        </p:spPr>
      </p:pic>
      <p:pic>
        <p:nvPicPr>
          <p:cNvPr id="9" name="Image 8" descr="Une image contenant capture d’écran, cercle, ligne, conception&#10;&#10;Description générée automatiquement">
            <a:extLst>
              <a:ext uri="{FF2B5EF4-FFF2-40B4-BE49-F238E27FC236}">
                <a16:creationId xmlns:a16="http://schemas.microsoft.com/office/drawing/2014/main" id="{B10C3E85-4D61-4AF8-A8F2-3B942193B071}"/>
              </a:ext>
            </a:extLst>
          </p:cNvPr>
          <p:cNvPicPr>
            <a:picLocks noChangeAspect="1"/>
          </p:cNvPicPr>
          <p:nvPr/>
        </p:nvPicPr>
        <p:blipFill>
          <a:blip r:embed="rId15" cstate="hqprint">
            <a:extLst>
              <a:ext uri="{28A0092B-C50C-407E-A947-70E740481C1C}">
                <a14:useLocalDpi xmlns:a14="http://schemas.microsoft.com/office/drawing/2010/main" val="0"/>
              </a:ext>
            </a:extLst>
          </a:blip>
          <a:stretch>
            <a:fillRect/>
          </a:stretch>
        </p:blipFill>
        <p:spPr>
          <a:xfrm>
            <a:off x="2046736" y="2679765"/>
            <a:ext cx="1549500" cy="1404727"/>
          </a:xfrm>
          <a:prstGeom prst="rect">
            <a:avLst/>
          </a:prstGeom>
        </p:spPr>
      </p:pic>
      <p:sp>
        <p:nvSpPr>
          <p:cNvPr id="61" name="TextBox 3">
            <a:extLst>
              <a:ext uri="{FF2B5EF4-FFF2-40B4-BE49-F238E27FC236}">
                <a16:creationId xmlns:a16="http://schemas.microsoft.com/office/drawing/2014/main" id="{179BCB07-A031-4752-929B-39CD4E666751}"/>
              </a:ext>
            </a:extLst>
          </p:cNvPr>
          <p:cNvSpPr txBox="1"/>
          <p:nvPr/>
        </p:nvSpPr>
        <p:spPr>
          <a:xfrm>
            <a:off x="2595716" y="1000653"/>
            <a:ext cx="6469626" cy="584775"/>
          </a:xfrm>
          <a:prstGeom prst="rect">
            <a:avLst/>
          </a:prstGeom>
          <a:noFill/>
        </p:spPr>
        <p:txBody>
          <a:bodyPr wrap="square">
            <a:spAutoFit/>
          </a:bodyPr>
          <a:lstStyle/>
          <a:p>
            <a:pPr algn="ctr"/>
            <a:r>
              <a:rPr lang="fr-FR" sz="3200" b="1" dirty="0">
                <a:latin typeface="Times New Roman" panose="02020603050405020304" pitchFamily="18" charset="0"/>
                <a:cs typeface="Times New Roman" panose="02020603050405020304" pitchFamily="18" charset="0"/>
              </a:rPr>
              <a:t>Outils et technologies utilisés</a:t>
            </a:r>
            <a:endParaRPr lang="en-US" sz="3200" b="1" dirty="0">
              <a:latin typeface="Times New Roman" panose="02020603050405020304" pitchFamily="18" charset="0"/>
              <a:cs typeface="Times New Roman" panose="02020603050405020304" pitchFamily="18" charset="0"/>
            </a:endParaRPr>
          </a:p>
        </p:txBody>
      </p:sp>
      <p:graphicFrame>
        <p:nvGraphicFramePr>
          <p:cNvPr id="27" name="Diagramme 30">
            <a:extLst>
              <a:ext uri="{FF2B5EF4-FFF2-40B4-BE49-F238E27FC236}">
                <a16:creationId xmlns:a16="http://schemas.microsoft.com/office/drawing/2014/main" id="{0DC4BA46-8275-4C7D-BA49-F6183943895C}"/>
              </a:ext>
            </a:extLst>
          </p:cNvPr>
          <p:cNvGraphicFramePr/>
          <p:nvPr>
            <p:extLst>
              <p:ext uri="{D42A27DB-BD31-4B8C-83A1-F6EECF244321}">
                <p14:modId xmlns:p14="http://schemas.microsoft.com/office/powerpoint/2010/main" val="3725903002"/>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
        <p:nvSpPr>
          <p:cNvPr id="29" name="TextBox 27">
            <a:extLst>
              <a:ext uri="{FF2B5EF4-FFF2-40B4-BE49-F238E27FC236}">
                <a16:creationId xmlns:a16="http://schemas.microsoft.com/office/drawing/2014/main" id="{715627CC-164E-4F83-BA5E-6FAC612C066A}"/>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17</a:t>
            </a:r>
          </a:p>
        </p:txBody>
      </p:sp>
      <p:sp>
        <p:nvSpPr>
          <p:cNvPr id="6" name="ZoneTexte 5">
            <a:extLst>
              <a:ext uri="{FF2B5EF4-FFF2-40B4-BE49-F238E27FC236}">
                <a16:creationId xmlns:a16="http://schemas.microsoft.com/office/drawing/2014/main" id="{6B34E5C1-7E06-F97E-13F8-9255EF655096}"/>
              </a:ext>
            </a:extLst>
          </p:cNvPr>
          <p:cNvSpPr txBox="1"/>
          <p:nvPr/>
        </p:nvSpPr>
        <p:spPr>
          <a:xfrm>
            <a:off x="5350476" y="3781168"/>
            <a:ext cx="1677703" cy="369332"/>
          </a:xfrm>
          <a:prstGeom prst="rect">
            <a:avLst/>
          </a:prstGeom>
          <a:noFill/>
        </p:spPr>
        <p:txBody>
          <a:bodyPr wrap="none" rtlCol="0">
            <a:spAutoFit/>
          </a:bodyPr>
          <a:lstStyle/>
          <a:p>
            <a:r>
              <a:rPr lang="fr-FR" dirty="0" err="1"/>
              <a:t>Katalon</a:t>
            </a:r>
            <a:r>
              <a:rPr lang="fr-FR" dirty="0"/>
              <a:t> </a:t>
            </a:r>
            <a:r>
              <a:rPr lang="fr-FR" dirty="0" err="1"/>
              <a:t>TestOps</a:t>
            </a:r>
            <a:endParaRPr lang="fr-FR" dirty="0">
              <a:effectLst/>
            </a:endParaRPr>
          </a:p>
        </p:txBody>
      </p:sp>
      <p:sp>
        <p:nvSpPr>
          <p:cNvPr id="8" name="ZoneTexte 7">
            <a:extLst>
              <a:ext uri="{FF2B5EF4-FFF2-40B4-BE49-F238E27FC236}">
                <a16:creationId xmlns:a16="http://schemas.microsoft.com/office/drawing/2014/main" id="{04ACC4F6-4A42-09FF-A451-0127658DF6E9}"/>
              </a:ext>
            </a:extLst>
          </p:cNvPr>
          <p:cNvSpPr txBox="1"/>
          <p:nvPr/>
        </p:nvSpPr>
        <p:spPr>
          <a:xfrm>
            <a:off x="1757749" y="3244334"/>
            <a:ext cx="8211064" cy="369332"/>
          </a:xfrm>
          <a:prstGeom prst="rect">
            <a:avLst/>
          </a:prstGeom>
          <a:noFill/>
        </p:spPr>
        <p:txBody>
          <a:bodyPr wrap="square">
            <a:spAutoFit/>
          </a:bodyPr>
          <a:lstStyle/>
          <a:p>
            <a:r>
              <a:rPr lang="fr-FR" dirty="0" err="1"/>
              <a:t>Katalon</a:t>
            </a:r>
            <a:r>
              <a:rPr lang="fr-FR" dirty="0"/>
              <a:t> </a:t>
            </a:r>
            <a:r>
              <a:rPr lang="fr-FR" dirty="0" err="1"/>
              <a:t>TestOps</a:t>
            </a:r>
            <a:endParaRPr lang="fr-FR" dirty="0"/>
          </a:p>
        </p:txBody>
      </p:sp>
    </p:spTree>
    <p:extLst>
      <p:ext uri="{BB962C8B-B14F-4D97-AF65-F5344CB8AC3E}">
        <p14:creationId xmlns:p14="http://schemas.microsoft.com/office/powerpoint/2010/main" val="988294093"/>
      </p:ext>
    </p:extLst>
  </p:cSld>
  <p:clrMapOvr>
    <a:masterClrMapping/>
  </p:clrMapOvr>
  <mc:AlternateContent xmlns:mc="http://schemas.openxmlformats.org/markup-compatibility/2006" xmlns:p159="http://schemas.microsoft.com/office/powerpoint/2015/09/main">
    <mc:Choice Requires="p159">
      <p:transition advClick="0">
        <p159:morph option="byObject"/>
      </p:transition>
    </mc:Choice>
    <mc:Fallback xmlns="">
      <p:transition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orma libre: forma 74">
            <a:extLst>
              <a:ext uri="{FF2B5EF4-FFF2-40B4-BE49-F238E27FC236}">
                <a16:creationId xmlns:a16="http://schemas.microsoft.com/office/drawing/2014/main" id="{17CBFB39-9B1A-E984-B33B-2704106041FB}"/>
              </a:ext>
            </a:extLst>
          </p:cNvPr>
          <p:cNvSpPr/>
          <p:nvPr/>
        </p:nvSpPr>
        <p:spPr>
          <a:xfrm rot="1341101">
            <a:off x="-1509582" y="4669175"/>
            <a:ext cx="1722543" cy="1574453"/>
          </a:xfrm>
          <a:custGeom>
            <a:avLst/>
            <a:gdLst>
              <a:gd name="connsiteX0" fmla="*/ 0 w 1722543"/>
              <a:gd name="connsiteY0" fmla="*/ 1419740 h 1574453"/>
              <a:gd name="connsiteX1" fmla="*/ 416589 w 1722543"/>
              <a:gd name="connsiteY1" fmla="*/ 421324 h 1574453"/>
              <a:gd name="connsiteX2" fmla="*/ 458006 w 1722543"/>
              <a:gd name="connsiteY2" fmla="*/ 436200 h 1574453"/>
              <a:gd name="connsiteX3" fmla="*/ 563850 w 1722543"/>
              <a:gd name="connsiteY3" fmla="*/ 459748 h 1574453"/>
              <a:gd name="connsiteX4" fmla="*/ 830504 w 1722543"/>
              <a:gd name="connsiteY4" fmla="*/ 0 h 1574453"/>
              <a:gd name="connsiteX5" fmla="*/ 1098777 w 1722543"/>
              <a:gd name="connsiteY5" fmla="*/ 462542 h 1574453"/>
              <a:gd name="connsiteX6" fmla="*/ 1217420 w 1722543"/>
              <a:gd name="connsiteY6" fmla="*/ 435667 h 1574453"/>
              <a:gd name="connsiteX7" fmla="*/ 1311131 w 1722543"/>
              <a:gd name="connsiteY7" fmla="*/ 402266 h 1574453"/>
              <a:gd name="connsiteX8" fmla="*/ 1722543 w 1722543"/>
              <a:gd name="connsiteY8" fmla="*/ 1402823 h 1574453"/>
              <a:gd name="connsiteX9" fmla="*/ 1531045 w 1722543"/>
              <a:gd name="connsiteY9" fmla="*/ 1471082 h 1574453"/>
              <a:gd name="connsiteX10" fmla="*/ 145650 w 1722543"/>
              <a:gd name="connsiteY10" fmla="*/ 1472055 h 15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43" h="1574453">
                <a:moveTo>
                  <a:pt x="0" y="1419740"/>
                </a:moveTo>
                <a:lnTo>
                  <a:pt x="416589" y="421324"/>
                </a:lnTo>
                <a:lnTo>
                  <a:pt x="458006" y="436200"/>
                </a:lnTo>
                <a:lnTo>
                  <a:pt x="563850" y="459748"/>
                </a:lnTo>
                <a:lnTo>
                  <a:pt x="830504" y="0"/>
                </a:lnTo>
                <a:lnTo>
                  <a:pt x="1098777" y="462542"/>
                </a:lnTo>
                <a:lnTo>
                  <a:pt x="1217420" y="435667"/>
                </a:lnTo>
                <a:lnTo>
                  <a:pt x="1311131" y="402266"/>
                </a:lnTo>
                <a:lnTo>
                  <a:pt x="1722543" y="1402823"/>
                </a:lnTo>
                <a:lnTo>
                  <a:pt x="1531045" y="1471082"/>
                </a:lnTo>
                <a:cubicBezTo>
                  <a:pt x="1090915" y="1604665"/>
                  <a:pt x="610229" y="1612757"/>
                  <a:pt x="145650" y="1472055"/>
                </a:cubicBezTo>
                <a:close/>
              </a:path>
            </a:pathLst>
          </a:custGeom>
          <a:noFill/>
          <a:ln w="57150">
            <a:solidFill>
              <a:srgbClr val="1C518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2" name="Forma libre: forma 81">
            <a:extLst>
              <a:ext uri="{FF2B5EF4-FFF2-40B4-BE49-F238E27FC236}">
                <a16:creationId xmlns:a16="http://schemas.microsoft.com/office/drawing/2014/main" id="{C633E375-5716-A1F9-0A51-5E0D3D096581}"/>
              </a:ext>
            </a:extLst>
          </p:cNvPr>
          <p:cNvSpPr/>
          <p:nvPr/>
        </p:nvSpPr>
        <p:spPr>
          <a:xfrm rot="19859531">
            <a:off x="-279246" y="4669254"/>
            <a:ext cx="1682410" cy="1572131"/>
          </a:xfrm>
          <a:custGeom>
            <a:avLst/>
            <a:gdLst>
              <a:gd name="connsiteX0" fmla="*/ 0 w 1682410"/>
              <a:gd name="connsiteY0" fmla="*/ 1339429 h 1572131"/>
              <a:gd name="connsiteX1" fmla="*/ 525938 w 1682410"/>
              <a:gd name="connsiteY1" fmla="*/ 390916 h 1572131"/>
              <a:gd name="connsiteX2" fmla="*/ 617201 w 1682410"/>
              <a:gd name="connsiteY2" fmla="*/ 425577 h 1572131"/>
              <a:gd name="connsiteX3" fmla="*/ 688037 w 1682410"/>
              <a:gd name="connsiteY3" fmla="*/ 443104 h 1572131"/>
              <a:gd name="connsiteX4" fmla="*/ 945037 w 1682410"/>
              <a:gd name="connsiteY4" fmla="*/ 0 h 1572131"/>
              <a:gd name="connsiteX5" fmla="*/ 1220002 w 1682410"/>
              <a:gd name="connsiteY5" fmla="*/ 474078 h 1572131"/>
              <a:gd name="connsiteX6" fmla="*/ 1286231 w 1682410"/>
              <a:gd name="connsiteY6" fmla="*/ 463023 h 1572131"/>
              <a:gd name="connsiteX7" fmla="*/ 1384357 w 1682410"/>
              <a:gd name="connsiteY7" fmla="*/ 438882 h 1572131"/>
              <a:gd name="connsiteX8" fmla="*/ 1682410 w 1682410"/>
              <a:gd name="connsiteY8" fmla="*/ 1478854 h 1572131"/>
              <a:gd name="connsiteX9" fmla="*/ 67734 w 1682410"/>
              <a:gd name="connsiteY9" fmla="*/ 1372867 h 157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2410" h="1572131">
                <a:moveTo>
                  <a:pt x="0" y="1339429"/>
                </a:moveTo>
                <a:lnTo>
                  <a:pt x="525938" y="390916"/>
                </a:lnTo>
                <a:lnTo>
                  <a:pt x="617201" y="425577"/>
                </a:lnTo>
                <a:lnTo>
                  <a:pt x="688037" y="443104"/>
                </a:lnTo>
                <a:lnTo>
                  <a:pt x="945037" y="0"/>
                </a:lnTo>
                <a:lnTo>
                  <a:pt x="1220002" y="474078"/>
                </a:lnTo>
                <a:lnTo>
                  <a:pt x="1286231" y="463023"/>
                </a:lnTo>
                <a:cubicBezTo>
                  <a:pt x="1318967" y="456279"/>
                  <a:pt x="1351695" y="448243"/>
                  <a:pt x="1384357" y="438882"/>
                </a:cubicBezTo>
                <a:lnTo>
                  <a:pt x="1682410" y="1478854"/>
                </a:lnTo>
                <a:cubicBezTo>
                  <a:pt x="1126281" y="1638239"/>
                  <a:pt x="559691" y="1587183"/>
                  <a:pt x="67734" y="1372867"/>
                </a:cubicBezTo>
                <a:close/>
              </a:path>
            </a:pathLst>
          </a:custGeom>
          <a:noFill/>
          <a:ln w="57150">
            <a:solidFill>
              <a:srgbClr val="46B1E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1" name="Forma libre: forma 80">
            <a:extLst>
              <a:ext uri="{FF2B5EF4-FFF2-40B4-BE49-F238E27FC236}">
                <a16:creationId xmlns:a16="http://schemas.microsoft.com/office/drawing/2014/main" id="{D99731E8-9A2D-CFE3-DA25-F3CA9B443657}"/>
              </a:ext>
            </a:extLst>
          </p:cNvPr>
          <p:cNvSpPr/>
          <p:nvPr/>
        </p:nvSpPr>
        <p:spPr>
          <a:xfrm rot="17337329">
            <a:off x="604721" y="3735625"/>
            <a:ext cx="1637445" cy="1608262"/>
          </a:xfrm>
          <a:custGeom>
            <a:avLst/>
            <a:gdLst>
              <a:gd name="connsiteX0" fmla="*/ 0 w 1637445"/>
              <a:gd name="connsiteY0" fmla="*/ 1435643 h 1608262"/>
              <a:gd name="connsiteX1" fmla="*/ 477079 w 1637445"/>
              <a:gd name="connsiteY1" fmla="*/ 459413 h 1608262"/>
              <a:gd name="connsiteX2" fmla="*/ 558205 w 1637445"/>
              <a:gd name="connsiteY2" fmla="*/ 484786 h 1608262"/>
              <a:gd name="connsiteX3" fmla="*/ 587557 w 1637445"/>
              <a:gd name="connsiteY3" fmla="*/ 490446 h 1608262"/>
              <a:gd name="connsiteX4" fmla="*/ 872016 w 1637445"/>
              <a:gd name="connsiteY4" fmla="*/ 0 h 1608262"/>
              <a:gd name="connsiteX5" fmla="*/ 1159357 w 1637445"/>
              <a:gd name="connsiteY5" fmla="*/ 495416 h 1608262"/>
              <a:gd name="connsiteX6" fmla="*/ 1190505 w 1637445"/>
              <a:gd name="connsiteY6" fmla="*/ 489893 h 1608262"/>
              <a:gd name="connsiteX7" fmla="*/ 1286027 w 1637445"/>
              <a:gd name="connsiteY7" fmla="*/ 462102 h 1608262"/>
              <a:gd name="connsiteX8" fmla="*/ 1637445 w 1637445"/>
              <a:gd name="connsiteY8" fmla="*/ 1485275 h 1608262"/>
              <a:gd name="connsiteX9" fmla="*/ 1442241 w 1637445"/>
              <a:gd name="connsiteY9" fmla="*/ 1542069 h 1608262"/>
              <a:gd name="connsiteX10" fmla="*/ 59222 w 1637445"/>
              <a:gd name="connsiteY10" fmla="*/ 1460970 h 160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7445" h="1608262">
                <a:moveTo>
                  <a:pt x="0" y="1435643"/>
                </a:moveTo>
                <a:lnTo>
                  <a:pt x="477079" y="459413"/>
                </a:lnTo>
                <a:lnTo>
                  <a:pt x="558205" y="484786"/>
                </a:lnTo>
                <a:lnTo>
                  <a:pt x="587557" y="490446"/>
                </a:lnTo>
                <a:lnTo>
                  <a:pt x="872016" y="0"/>
                </a:lnTo>
                <a:lnTo>
                  <a:pt x="1159357" y="495416"/>
                </a:lnTo>
                <a:lnTo>
                  <a:pt x="1190505" y="489893"/>
                </a:lnTo>
                <a:lnTo>
                  <a:pt x="1286027" y="462102"/>
                </a:lnTo>
                <a:lnTo>
                  <a:pt x="1637445" y="1485275"/>
                </a:lnTo>
                <a:lnTo>
                  <a:pt x="1442241" y="1542069"/>
                </a:lnTo>
                <a:cubicBezTo>
                  <a:pt x="994971" y="1649344"/>
                  <a:pt x="514648" y="1628945"/>
                  <a:pt x="59222" y="1460970"/>
                </a:cubicBezTo>
                <a:close/>
              </a:path>
            </a:pathLst>
          </a:custGeom>
          <a:no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80" name="Forma libre: forma 79">
            <a:extLst>
              <a:ext uri="{FF2B5EF4-FFF2-40B4-BE49-F238E27FC236}">
                <a16:creationId xmlns:a16="http://schemas.microsoft.com/office/drawing/2014/main" id="{5034DF3A-9F2A-0C91-27E5-DA20D1664A39}"/>
              </a:ext>
            </a:extLst>
          </p:cNvPr>
          <p:cNvSpPr/>
          <p:nvPr/>
        </p:nvSpPr>
        <p:spPr>
          <a:xfrm rot="15027400">
            <a:off x="784160" y="1616715"/>
            <a:ext cx="2781010" cy="2671650"/>
          </a:xfrm>
          <a:custGeom>
            <a:avLst/>
            <a:gdLst>
              <a:gd name="connsiteX0" fmla="*/ 740284 w 1599002"/>
              <a:gd name="connsiteY0" fmla="*/ 0 h 1536123"/>
              <a:gd name="connsiteX1" fmla="*/ 978608 w 1599002"/>
              <a:gd name="connsiteY1" fmla="*/ 410904 h 1536123"/>
              <a:gd name="connsiteX2" fmla="*/ 1093357 w 1599002"/>
              <a:gd name="connsiteY2" fmla="*/ 377861 h 1536123"/>
              <a:gd name="connsiteX3" fmla="*/ 1133997 w 1599002"/>
              <a:gd name="connsiteY3" fmla="*/ 360973 h 1536123"/>
              <a:gd name="connsiteX4" fmla="*/ 1599002 w 1599002"/>
              <a:gd name="connsiteY4" fmla="*/ 1337778 h 1536123"/>
              <a:gd name="connsiteX5" fmla="*/ 1456090 w 1599002"/>
              <a:gd name="connsiteY5" fmla="*/ 1397168 h 1536123"/>
              <a:gd name="connsiteX6" fmla="*/ 72312 w 1599002"/>
              <a:gd name="connsiteY6" fmla="*/ 1464073 h 1536123"/>
              <a:gd name="connsiteX7" fmla="*/ 0 w 1599002"/>
              <a:gd name="connsiteY7" fmla="*/ 1442227 h 1536123"/>
              <a:gd name="connsiteX8" fmla="*/ 362809 w 1599002"/>
              <a:gd name="connsiteY8" fmla="*/ 420142 h 1536123"/>
              <a:gd name="connsiteX9" fmla="*/ 458532 w 1599002"/>
              <a:gd name="connsiteY9" fmla="*/ 439325 h 1536123"/>
              <a:gd name="connsiteX10" fmla="*/ 484142 w 1599002"/>
              <a:gd name="connsiteY10" fmla="*/ 441624 h 153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9002" h="1536123">
                <a:moveTo>
                  <a:pt x="740284" y="0"/>
                </a:moveTo>
                <a:lnTo>
                  <a:pt x="978608" y="410904"/>
                </a:lnTo>
                <a:lnTo>
                  <a:pt x="1093357" y="377861"/>
                </a:lnTo>
                <a:lnTo>
                  <a:pt x="1133997" y="360973"/>
                </a:lnTo>
                <a:lnTo>
                  <a:pt x="1599002" y="1337778"/>
                </a:lnTo>
                <a:lnTo>
                  <a:pt x="1456090" y="1397168"/>
                </a:lnTo>
                <a:cubicBezTo>
                  <a:pt x="998963" y="1560463"/>
                  <a:pt x="518457" y="1575932"/>
                  <a:pt x="72312" y="1464073"/>
                </a:cubicBezTo>
                <a:lnTo>
                  <a:pt x="0" y="1442227"/>
                </a:lnTo>
                <a:lnTo>
                  <a:pt x="362809" y="420142"/>
                </a:lnTo>
                <a:lnTo>
                  <a:pt x="458532" y="439325"/>
                </a:lnTo>
                <a:lnTo>
                  <a:pt x="484142" y="441624"/>
                </a:lnTo>
                <a:close/>
              </a:path>
            </a:pathLst>
          </a:custGeom>
          <a:noFill/>
          <a:ln w="57150">
            <a:solidFill>
              <a:srgbClr val="F58C1F"/>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79" name="Forma libre: forma 78">
            <a:extLst>
              <a:ext uri="{FF2B5EF4-FFF2-40B4-BE49-F238E27FC236}">
                <a16:creationId xmlns:a16="http://schemas.microsoft.com/office/drawing/2014/main" id="{74C148B6-C785-A189-E6BB-CBA5AB81C06B}"/>
              </a:ext>
            </a:extLst>
          </p:cNvPr>
          <p:cNvSpPr/>
          <p:nvPr/>
        </p:nvSpPr>
        <p:spPr>
          <a:xfrm rot="12495973">
            <a:off x="-267834" y="1664360"/>
            <a:ext cx="1596347" cy="1568107"/>
          </a:xfrm>
          <a:custGeom>
            <a:avLst/>
            <a:gdLst>
              <a:gd name="connsiteX0" fmla="*/ 696318 w 1596347"/>
              <a:gd name="connsiteY0" fmla="*/ 0 h 1568107"/>
              <a:gd name="connsiteX1" fmla="*/ 949704 w 1596347"/>
              <a:gd name="connsiteY1" fmla="*/ 436874 h 1568107"/>
              <a:gd name="connsiteX2" fmla="*/ 991025 w 1596347"/>
              <a:gd name="connsiteY2" fmla="*/ 426685 h 1568107"/>
              <a:gd name="connsiteX3" fmla="*/ 1082729 w 1596347"/>
              <a:gd name="connsiteY3" fmla="*/ 393208 h 1568107"/>
              <a:gd name="connsiteX4" fmla="*/ 1596347 w 1596347"/>
              <a:gd name="connsiteY4" fmla="*/ 1348448 h 1568107"/>
              <a:gd name="connsiteX5" fmla="*/ 1528186 w 1596347"/>
              <a:gd name="connsiteY5" fmla="*/ 1381008 h 1568107"/>
              <a:gd name="connsiteX6" fmla="*/ 150267 w 1596347"/>
              <a:gd name="connsiteY6" fmla="*/ 1524732 h 1568107"/>
              <a:gd name="connsiteX7" fmla="*/ 0 w 1596347"/>
              <a:gd name="connsiteY7" fmla="*/ 1487704 h 1568107"/>
              <a:gd name="connsiteX8" fmla="*/ 311490 w 1596347"/>
              <a:gd name="connsiteY8" fmla="*/ 451677 h 1568107"/>
              <a:gd name="connsiteX9" fmla="*/ 354221 w 1596347"/>
              <a:gd name="connsiteY9" fmla="*/ 462206 h 1568107"/>
              <a:gd name="connsiteX10" fmla="*/ 423092 w 1596347"/>
              <a:gd name="connsiteY10" fmla="*/ 471079 h 156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6347" h="1568107">
                <a:moveTo>
                  <a:pt x="696318" y="0"/>
                </a:moveTo>
                <a:lnTo>
                  <a:pt x="949704" y="436874"/>
                </a:lnTo>
                <a:lnTo>
                  <a:pt x="991025" y="426685"/>
                </a:lnTo>
                <a:lnTo>
                  <a:pt x="1082729" y="393208"/>
                </a:lnTo>
                <a:lnTo>
                  <a:pt x="1596347" y="1348448"/>
                </a:lnTo>
                <a:lnTo>
                  <a:pt x="1528186" y="1381008"/>
                </a:lnTo>
                <a:cubicBezTo>
                  <a:pt x="1104165" y="1559233"/>
                  <a:pt x="626871" y="1616814"/>
                  <a:pt x="150267" y="1524732"/>
                </a:cubicBezTo>
                <a:lnTo>
                  <a:pt x="0" y="1487704"/>
                </a:lnTo>
                <a:lnTo>
                  <a:pt x="311490" y="451677"/>
                </a:lnTo>
                <a:lnTo>
                  <a:pt x="354221" y="462206"/>
                </a:lnTo>
                <a:lnTo>
                  <a:pt x="423092" y="471079"/>
                </a:lnTo>
                <a:close/>
              </a:path>
            </a:pathLst>
          </a:custGeom>
          <a:noFill/>
          <a:ln w="57150">
            <a:solidFill>
              <a:srgbClr val="FFB93B"/>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sp>
        <p:nvSpPr>
          <p:cNvPr id="76" name="Forma libre: forma 75">
            <a:extLst>
              <a:ext uri="{FF2B5EF4-FFF2-40B4-BE49-F238E27FC236}">
                <a16:creationId xmlns:a16="http://schemas.microsoft.com/office/drawing/2014/main" id="{B920755C-6FB3-4B89-5D24-5A024BA9DA71}"/>
              </a:ext>
            </a:extLst>
          </p:cNvPr>
          <p:cNvSpPr/>
          <p:nvPr/>
        </p:nvSpPr>
        <p:spPr>
          <a:xfrm rot="4120945">
            <a:off x="-2411455" y="3770702"/>
            <a:ext cx="1722567" cy="1576854"/>
          </a:xfrm>
          <a:custGeom>
            <a:avLst/>
            <a:gdLst>
              <a:gd name="connsiteX0" fmla="*/ 1722567 w 1722567"/>
              <a:gd name="connsiteY0" fmla="*/ 1406690 h 1576854"/>
              <a:gd name="connsiteX1" fmla="*/ 1577884 w 1722567"/>
              <a:gd name="connsiteY1" fmla="*/ 1461626 h 1576854"/>
              <a:gd name="connsiteX2" fmla="*/ 192698 w 1722567"/>
              <a:gd name="connsiteY2" fmla="*/ 1485656 h 1576854"/>
              <a:gd name="connsiteX3" fmla="*/ 0 w 1722567"/>
              <a:gd name="connsiteY3" fmla="*/ 1420865 h 1576854"/>
              <a:gd name="connsiteX4" fmla="*/ 393289 w 1722567"/>
              <a:gd name="connsiteY4" fmla="*/ 413045 h 1576854"/>
              <a:gd name="connsiteX5" fmla="*/ 487585 w 1722567"/>
              <a:gd name="connsiteY5" fmla="*/ 444750 h 1576854"/>
              <a:gd name="connsiteX6" fmla="*/ 608971 w 1722567"/>
              <a:gd name="connsiteY6" fmla="*/ 469952 h 1576854"/>
              <a:gd name="connsiteX7" fmla="*/ 881543 w 1722567"/>
              <a:gd name="connsiteY7" fmla="*/ 0 h 1576854"/>
              <a:gd name="connsiteX8" fmla="*/ 1145989 w 1722567"/>
              <a:gd name="connsiteY8" fmla="*/ 455943 h 1576854"/>
              <a:gd name="connsiteX9" fmla="*/ 1246885 w 1722567"/>
              <a:gd name="connsiteY9" fmla="*/ 431578 h 1576854"/>
              <a:gd name="connsiteX10" fmla="*/ 1288028 w 1722567"/>
              <a:gd name="connsiteY10" fmla="*/ 415956 h 157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2567" h="1576854">
                <a:moveTo>
                  <a:pt x="1722567" y="1406690"/>
                </a:moveTo>
                <a:lnTo>
                  <a:pt x="1577884" y="1461626"/>
                </a:lnTo>
                <a:cubicBezTo>
                  <a:pt x="1115921" y="1610690"/>
                  <a:pt x="635166" y="1611275"/>
                  <a:pt x="192698" y="1485656"/>
                </a:cubicBezTo>
                <a:lnTo>
                  <a:pt x="0" y="1420865"/>
                </a:lnTo>
                <a:lnTo>
                  <a:pt x="393289" y="413045"/>
                </a:lnTo>
                <a:lnTo>
                  <a:pt x="487585" y="444750"/>
                </a:lnTo>
                <a:lnTo>
                  <a:pt x="608971" y="469952"/>
                </a:lnTo>
                <a:lnTo>
                  <a:pt x="881543" y="0"/>
                </a:lnTo>
                <a:lnTo>
                  <a:pt x="1145989" y="455943"/>
                </a:lnTo>
                <a:lnTo>
                  <a:pt x="1246885" y="431578"/>
                </a:lnTo>
                <a:lnTo>
                  <a:pt x="1288028" y="415956"/>
                </a:lnTo>
                <a:close/>
              </a:path>
            </a:pathLst>
          </a:custGeom>
          <a:noFill/>
          <a:ln w="571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a:p>
        </p:txBody>
      </p:sp>
      <p:pic>
        <p:nvPicPr>
          <p:cNvPr id="106" name="Gráfico 105" descr="Signo de interrogación con relleno sólido">
            <a:extLst>
              <a:ext uri="{FF2B5EF4-FFF2-40B4-BE49-F238E27FC236}">
                <a16:creationId xmlns:a16="http://schemas.microsoft.com/office/drawing/2014/main" id="{1F5B269D-6297-315E-F8DD-36CEAC3D1AEE}"/>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30012" y="4359938"/>
            <a:ext cx="657904" cy="657904"/>
          </a:xfrm>
          <a:prstGeom prst="rect">
            <a:avLst/>
          </a:prstGeom>
        </p:spPr>
      </p:pic>
      <p:pic>
        <p:nvPicPr>
          <p:cNvPr id="107" name="Gráfico 106" descr="Diana con relleno sólido">
            <a:extLst>
              <a:ext uri="{FF2B5EF4-FFF2-40B4-BE49-F238E27FC236}">
                <a16:creationId xmlns:a16="http://schemas.microsoft.com/office/drawing/2014/main" id="{D444A858-02E6-68BD-84E2-2F121E0655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50187" y="2230028"/>
            <a:ext cx="1193592" cy="1193592"/>
          </a:xfrm>
          <a:prstGeom prst="rect">
            <a:avLst/>
          </a:prstGeom>
        </p:spPr>
      </p:pic>
      <p:pic>
        <p:nvPicPr>
          <p:cNvPr id="108" name="Gráfico 107" descr="Calendario con relleno sólido">
            <a:extLst>
              <a:ext uri="{FF2B5EF4-FFF2-40B4-BE49-F238E27FC236}">
                <a16:creationId xmlns:a16="http://schemas.microsoft.com/office/drawing/2014/main" id="{B88861CC-8695-5F04-226A-2A83CA2057C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4040" y="1877596"/>
            <a:ext cx="657904" cy="657904"/>
          </a:xfrm>
          <a:prstGeom prst="rect">
            <a:avLst/>
          </a:prstGeom>
        </p:spPr>
      </p:pic>
      <p:pic>
        <p:nvPicPr>
          <p:cNvPr id="111" name="Gráfico 110" descr="Edificio con relleno sólido">
            <a:extLst>
              <a:ext uri="{FF2B5EF4-FFF2-40B4-BE49-F238E27FC236}">
                <a16:creationId xmlns:a16="http://schemas.microsoft.com/office/drawing/2014/main" id="{48D484F1-C155-5977-FA59-4E5682298DA3}"/>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9696" y="5210175"/>
            <a:ext cx="657904" cy="657904"/>
          </a:xfrm>
          <a:prstGeom prst="rect">
            <a:avLst/>
          </a:prstGeom>
        </p:spPr>
      </p:pic>
      <p:pic>
        <p:nvPicPr>
          <p:cNvPr id="112" name="Gráfico 111" descr="Dinero volando con relleno sólido">
            <a:extLst>
              <a:ext uri="{FF2B5EF4-FFF2-40B4-BE49-F238E27FC236}">
                <a16:creationId xmlns:a16="http://schemas.microsoft.com/office/drawing/2014/main" id="{5C34FB73-F81E-AE52-3A93-38643326F249}"/>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458" y="5225839"/>
            <a:ext cx="657904" cy="657904"/>
          </a:xfrm>
          <a:prstGeom prst="rect">
            <a:avLst/>
          </a:prstGeom>
        </p:spPr>
      </p:pic>
      <p:pic>
        <p:nvPicPr>
          <p:cNvPr id="113" name="Gráfico 112" descr="Bombilla y lápiz con relleno sólido">
            <a:extLst>
              <a:ext uri="{FF2B5EF4-FFF2-40B4-BE49-F238E27FC236}">
                <a16:creationId xmlns:a16="http://schemas.microsoft.com/office/drawing/2014/main" id="{5BF5576A-396D-F58F-4AA4-E60B5BAB1618}"/>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71106" y="4243033"/>
            <a:ext cx="657904" cy="657904"/>
          </a:xfrm>
          <a:prstGeom prst="rect">
            <a:avLst/>
          </a:prstGeom>
        </p:spPr>
      </p:pic>
      <p:pic>
        <p:nvPicPr>
          <p:cNvPr id="114" name="Gráfico 113" descr="Engranaje único con relleno sólido">
            <a:extLst>
              <a:ext uri="{FF2B5EF4-FFF2-40B4-BE49-F238E27FC236}">
                <a16:creationId xmlns:a16="http://schemas.microsoft.com/office/drawing/2014/main" id="{3949158C-9C0F-E093-B0E1-710D13639C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800000">
            <a:off x="-868802" y="3192101"/>
            <a:ext cx="1615357" cy="1615357"/>
          </a:xfrm>
          <a:prstGeom prst="rect">
            <a:avLst/>
          </a:prstGeom>
        </p:spPr>
      </p:pic>
      <p:sp>
        <p:nvSpPr>
          <p:cNvPr id="29" name="CuadroTexto 3">
            <a:extLst>
              <a:ext uri="{FF2B5EF4-FFF2-40B4-BE49-F238E27FC236}">
                <a16:creationId xmlns:a16="http://schemas.microsoft.com/office/drawing/2014/main" id="{3A2125DF-CB99-47EE-33D7-4CE968EF6C7C}"/>
              </a:ext>
            </a:extLst>
          </p:cNvPr>
          <p:cNvSpPr txBox="1"/>
          <p:nvPr/>
        </p:nvSpPr>
        <p:spPr>
          <a:xfrm>
            <a:off x="3672776" y="2118938"/>
            <a:ext cx="4206240" cy="707886"/>
          </a:xfrm>
          <a:prstGeom prst="rect">
            <a:avLst/>
          </a:prstGeom>
          <a:noFill/>
        </p:spPr>
        <p:txBody>
          <a:bodyPr wrap="square" rtlCol="0">
            <a:spAutoFit/>
          </a:bodyPr>
          <a:lstStyle/>
          <a:p>
            <a:r>
              <a:rPr lang="es-CO" sz="4000" b="1" dirty="0" err="1">
                <a:solidFill>
                  <a:srgbClr val="F58C1F"/>
                </a:solidFill>
                <a:latin typeface="Times New Roman" panose="02020603050405020304" pitchFamily="18" charset="0"/>
                <a:cs typeface="Times New Roman" panose="02020603050405020304" pitchFamily="18" charset="0"/>
              </a:rPr>
              <a:t>Outils</a:t>
            </a:r>
            <a:r>
              <a:rPr lang="es-CO" sz="4000" b="1" dirty="0">
                <a:solidFill>
                  <a:srgbClr val="F58C1F"/>
                </a:solidFill>
                <a:latin typeface="Times New Roman" panose="02020603050405020304" pitchFamily="18" charset="0"/>
                <a:cs typeface="Times New Roman" panose="02020603050405020304" pitchFamily="18" charset="0"/>
              </a:rPr>
              <a:t> de </a:t>
            </a:r>
            <a:r>
              <a:rPr lang="es-CO" sz="4000" b="1" dirty="0" err="1">
                <a:solidFill>
                  <a:srgbClr val="F58C1F"/>
                </a:solidFill>
                <a:latin typeface="Times New Roman" panose="02020603050405020304" pitchFamily="18" charset="0"/>
                <a:cs typeface="Times New Roman" panose="02020603050405020304" pitchFamily="18" charset="0"/>
              </a:rPr>
              <a:t>tests</a:t>
            </a:r>
            <a:endParaRPr lang="es-CO" sz="4000" b="1" dirty="0">
              <a:solidFill>
                <a:srgbClr val="F58C1F"/>
              </a:solidFill>
              <a:latin typeface="Times New Roman" panose="02020603050405020304" pitchFamily="18" charset="0"/>
              <a:cs typeface="Times New Roman" panose="02020603050405020304" pitchFamily="18" charset="0"/>
            </a:endParaRPr>
          </a:p>
        </p:txBody>
      </p:sp>
      <p:pic>
        <p:nvPicPr>
          <p:cNvPr id="50" name="Image 49" descr="Une image contenant Graphique, Police, graphisme, logo&#10;&#10;Description générée automatiquement">
            <a:extLst>
              <a:ext uri="{FF2B5EF4-FFF2-40B4-BE49-F238E27FC236}">
                <a16:creationId xmlns:a16="http://schemas.microsoft.com/office/drawing/2014/main" id="{A46FBD3A-4F03-4888-8648-4B9A63D5E5C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15408" y="3555515"/>
            <a:ext cx="2254156" cy="687518"/>
          </a:xfrm>
          <a:prstGeom prst="rect">
            <a:avLst/>
          </a:prstGeom>
        </p:spPr>
      </p:pic>
      <p:pic>
        <p:nvPicPr>
          <p:cNvPr id="20" name="Image 19" descr="Une image contenant capture d’écran, dessin humoristique, clipart, conception&#10;&#10;Description générée automatiquement">
            <a:extLst>
              <a:ext uri="{FF2B5EF4-FFF2-40B4-BE49-F238E27FC236}">
                <a16:creationId xmlns:a16="http://schemas.microsoft.com/office/drawing/2014/main" id="{CBFDEF9F-B47A-4AFE-984B-F0EA23593B8C}"/>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1974646" y="2249387"/>
            <a:ext cx="1328124" cy="1328124"/>
          </a:xfrm>
          <a:prstGeom prst="rect">
            <a:avLst/>
          </a:prstGeom>
        </p:spPr>
      </p:pic>
      <p:pic>
        <p:nvPicPr>
          <p:cNvPr id="57" name="Image 56" descr="Une image contenant dessin humoristique, clipart, capture d’écran, Graphique&#10;&#10;Description générée automatiquement">
            <a:extLst>
              <a:ext uri="{FF2B5EF4-FFF2-40B4-BE49-F238E27FC236}">
                <a16:creationId xmlns:a16="http://schemas.microsoft.com/office/drawing/2014/main" id="{58312A09-9E24-433C-9B22-3AACA60BDB13}"/>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158765" y="4054621"/>
            <a:ext cx="970270" cy="970270"/>
          </a:xfrm>
          <a:prstGeom prst="rect">
            <a:avLst/>
          </a:prstGeom>
        </p:spPr>
      </p:pic>
      <p:pic>
        <p:nvPicPr>
          <p:cNvPr id="58" name="Image 57" descr="Une image contenant capture d’écran, machine à sous, conception&#10;&#10;Description générée automatiquement">
            <a:extLst>
              <a:ext uri="{FF2B5EF4-FFF2-40B4-BE49-F238E27FC236}">
                <a16:creationId xmlns:a16="http://schemas.microsoft.com/office/drawing/2014/main" id="{60A4A6DA-9F48-4243-AB84-E3080267953A}"/>
              </a:ext>
            </a:extLst>
          </p:cNvPr>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2301374" y="4065838"/>
            <a:ext cx="1012294" cy="1012294"/>
          </a:xfrm>
          <a:prstGeom prst="rect">
            <a:avLst/>
          </a:prstGeom>
        </p:spPr>
      </p:pic>
      <p:pic>
        <p:nvPicPr>
          <p:cNvPr id="59" name="Image 58" descr="Une image contenant cercle, capture d’écran, conception&#10;&#10;Description générée automatiquement">
            <a:extLst>
              <a:ext uri="{FF2B5EF4-FFF2-40B4-BE49-F238E27FC236}">
                <a16:creationId xmlns:a16="http://schemas.microsoft.com/office/drawing/2014/main" id="{E7DD014C-3008-4280-9EBD-139DB9A3853B}"/>
              </a:ext>
            </a:extLst>
          </p:cNvPr>
          <p:cNvPicPr>
            <a:picLocks noChangeAspect="1"/>
          </p:cNvPicPr>
          <p:nvPr/>
        </p:nvPicPr>
        <p:blipFill>
          <a:blip r:embed="rId14" cstate="hqprint">
            <a:extLst>
              <a:ext uri="{28A0092B-C50C-407E-A947-70E740481C1C}">
                <a14:useLocalDpi xmlns:a14="http://schemas.microsoft.com/office/drawing/2010/main" val="0"/>
              </a:ext>
            </a:extLst>
          </a:blip>
          <a:stretch>
            <a:fillRect/>
          </a:stretch>
        </p:blipFill>
        <p:spPr>
          <a:xfrm>
            <a:off x="207856" y="5131003"/>
            <a:ext cx="970271" cy="970271"/>
          </a:xfrm>
          <a:prstGeom prst="rect">
            <a:avLst/>
          </a:prstGeom>
        </p:spPr>
      </p:pic>
      <p:pic>
        <p:nvPicPr>
          <p:cNvPr id="60" name="Graphic 18" descr="Gears with solid fill">
            <a:extLst>
              <a:ext uri="{FF2B5EF4-FFF2-40B4-BE49-F238E27FC236}">
                <a16:creationId xmlns:a16="http://schemas.microsoft.com/office/drawing/2014/main" id="{EA15585D-AD66-4D43-BEBE-D969F466556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4826" y="1826316"/>
            <a:ext cx="1119261" cy="1119261"/>
          </a:xfrm>
          <a:prstGeom prst="rect">
            <a:avLst/>
          </a:prstGeom>
        </p:spPr>
      </p:pic>
      <p:pic>
        <p:nvPicPr>
          <p:cNvPr id="61" name="Image 60" descr="Une image contenant capture d’écran, cercle, ligne, conception&#10;&#10;Description générée automatiquement">
            <a:extLst>
              <a:ext uri="{FF2B5EF4-FFF2-40B4-BE49-F238E27FC236}">
                <a16:creationId xmlns:a16="http://schemas.microsoft.com/office/drawing/2014/main" id="{9D4E6487-6299-4C90-83A7-7275CE838AC0}"/>
              </a:ext>
            </a:extLst>
          </p:cNvPr>
          <p:cNvPicPr>
            <a:picLocks noChangeAspect="1"/>
          </p:cNvPicPr>
          <p:nvPr/>
        </p:nvPicPr>
        <p:blipFill>
          <a:blip r:embed="rId16" cstate="hqprint">
            <a:extLst>
              <a:ext uri="{28A0092B-C50C-407E-A947-70E740481C1C}">
                <a14:useLocalDpi xmlns:a14="http://schemas.microsoft.com/office/drawing/2010/main" val="0"/>
              </a:ext>
            </a:extLst>
          </a:blip>
          <a:stretch>
            <a:fillRect/>
          </a:stretch>
        </p:blipFill>
        <p:spPr>
          <a:xfrm>
            <a:off x="-1179782" y="5283271"/>
            <a:ext cx="902308" cy="818003"/>
          </a:xfrm>
          <a:prstGeom prst="rect">
            <a:avLst/>
          </a:prstGeom>
        </p:spPr>
      </p:pic>
      <p:sp>
        <p:nvSpPr>
          <p:cNvPr id="63" name="TextBox 3">
            <a:extLst>
              <a:ext uri="{FF2B5EF4-FFF2-40B4-BE49-F238E27FC236}">
                <a16:creationId xmlns:a16="http://schemas.microsoft.com/office/drawing/2014/main" id="{81439516-3BDE-4D35-B646-42A6B08CF3E9}"/>
              </a:ext>
            </a:extLst>
          </p:cNvPr>
          <p:cNvSpPr txBox="1"/>
          <p:nvPr/>
        </p:nvSpPr>
        <p:spPr>
          <a:xfrm>
            <a:off x="2595716" y="1000653"/>
            <a:ext cx="6469626" cy="584775"/>
          </a:xfrm>
          <a:prstGeom prst="rect">
            <a:avLst/>
          </a:prstGeom>
          <a:noFill/>
        </p:spPr>
        <p:txBody>
          <a:bodyPr wrap="square">
            <a:spAutoFit/>
          </a:bodyPr>
          <a:lstStyle/>
          <a:p>
            <a:pPr algn="ctr"/>
            <a:r>
              <a:rPr lang="fr-FR" sz="3200" b="1" dirty="0">
                <a:latin typeface="Times New Roman" panose="02020603050405020304" pitchFamily="18" charset="0"/>
                <a:cs typeface="Times New Roman" panose="02020603050405020304" pitchFamily="18" charset="0"/>
              </a:rPr>
              <a:t>Outils et technologies utilisés</a:t>
            </a:r>
            <a:endParaRPr lang="en-US" sz="3200" b="1" dirty="0">
              <a:latin typeface="Times New Roman" panose="02020603050405020304" pitchFamily="18" charset="0"/>
              <a:cs typeface="Times New Roman" panose="02020603050405020304" pitchFamily="18" charset="0"/>
            </a:endParaRPr>
          </a:p>
        </p:txBody>
      </p:sp>
      <p:pic>
        <p:nvPicPr>
          <p:cNvPr id="3" name="Image 2" descr="Une image contenant Police, texte, Graphique, logo&#10;&#10;Description générée automatiquement">
            <a:extLst>
              <a:ext uri="{FF2B5EF4-FFF2-40B4-BE49-F238E27FC236}">
                <a16:creationId xmlns:a16="http://schemas.microsoft.com/office/drawing/2014/main" id="{7F556518-187B-4F8B-967A-A56568FB9D6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051201" y="3577511"/>
            <a:ext cx="2769693" cy="744279"/>
          </a:xfrm>
          <a:prstGeom prst="rect">
            <a:avLst/>
          </a:prstGeom>
        </p:spPr>
      </p:pic>
      <p:graphicFrame>
        <p:nvGraphicFramePr>
          <p:cNvPr id="31" name="Diagramme 30">
            <a:extLst>
              <a:ext uri="{FF2B5EF4-FFF2-40B4-BE49-F238E27FC236}">
                <a16:creationId xmlns:a16="http://schemas.microsoft.com/office/drawing/2014/main" id="{A85E0F26-1C79-41D6-B8AD-9F005D1DCE7A}"/>
              </a:ext>
            </a:extLst>
          </p:cNvPr>
          <p:cNvGraphicFramePr/>
          <p:nvPr>
            <p:extLst>
              <p:ext uri="{D42A27DB-BD31-4B8C-83A1-F6EECF244321}">
                <p14:modId xmlns:p14="http://schemas.microsoft.com/office/powerpoint/2010/main" val="1012031332"/>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32" name="TextBox 27">
            <a:extLst>
              <a:ext uri="{FF2B5EF4-FFF2-40B4-BE49-F238E27FC236}">
                <a16:creationId xmlns:a16="http://schemas.microsoft.com/office/drawing/2014/main" id="{CE58345A-365B-4056-B3A7-BA45E6D2E026}"/>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17</a:t>
            </a:r>
          </a:p>
        </p:txBody>
      </p:sp>
      <p:sp>
        <p:nvSpPr>
          <p:cNvPr id="6" name="ZoneTexte 5">
            <a:extLst>
              <a:ext uri="{FF2B5EF4-FFF2-40B4-BE49-F238E27FC236}">
                <a16:creationId xmlns:a16="http://schemas.microsoft.com/office/drawing/2014/main" id="{8499AFA0-FDF2-7660-B31A-5E123F3806AF}"/>
              </a:ext>
            </a:extLst>
          </p:cNvPr>
          <p:cNvSpPr txBox="1"/>
          <p:nvPr/>
        </p:nvSpPr>
        <p:spPr>
          <a:xfrm>
            <a:off x="5632948" y="5085987"/>
            <a:ext cx="8279026" cy="369332"/>
          </a:xfrm>
          <a:prstGeom prst="rect">
            <a:avLst/>
          </a:prstGeom>
          <a:noFill/>
        </p:spPr>
        <p:txBody>
          <a:bodyPr wrap="square">
            <a:spAutoFit/>
          </a:bodyPr>
          <a:lstStyle/>
          <a:p>
            <a:r>
              <a:rPr lang="fr-FR" dirty="0" err="1"/>
              <a:t>Katlon</a:t>
            </a:r>
            <a:r>
              <a:rPr lang="fr-FR" dirty="0"/>
              <a:t> studio</a:t>
            </a:r>
          </a:p>
        </p:txBody>
      </p:sp>
    </p:spTree>
    <p:extLst>
      <p:ext uri="{BB962C8B-B14F-4D97-AF65-F5344CB8AC3E}">
        <p14:creationId xmlns:p14="http://schemas.microsoft.com/office/powerpoint/2010/main" val="3414478320"/>
      </p:ext>
    </p:extLst>
  </p:cSld>
  <p:clrMapOvr>
    <a:masterClrMapping/>
  </p:clrMapOvr>
  <mc:AlternateContent xmlns:mc="http://schemas.openxmlformats.org/markup-compatibility/2006" xmlns:p159="http://schemas.microsoft.com/office/powerpoint/2015/09/main">
    <mc:Choice Requires="p159">
      <p:transition advClick="0">
        <p159:morph option="byObject"/>
      </p:transition>
    </mc:Choice>
    <mc:Fallback xmlns="">
      <p:transition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64C86-3DD1-BFF5-F7B9-52723B92C9FF}"/>
            </a:ext>
          </a:extLst>
        </p:cNvPr>
        <p:cNvGrpSpPr/>
        <p:nvPr/>
      </p:nvGrpSpPr>
      <p:grpSpPr>
        <a:xfrm>
          <a:off x="0" y="0"/>
          <a:ext cx="0" cy="0"/>
          <a:chOff x="0" y="0"/>
          <a:chExt cx="0" cy="0"/>
        </a:xfrm>
      </p:grpSpPr>
      <p:sp>
        <p:nvSpPr>
          <p:cNvPr id="22" name="Arc plein 21">
            <a:extLst>
              <a:ext uri="{FF2B5EF4-FFF2-40B4-BE49-F238E27FC236}">
                <a16:creationId xmlns:a16="http://schemas.microsoft.com/office/drawing/2014/main" id="{F1DB6244-5B76-9390-F52D-C44E5001930F}"/>
              </a:ext>
            </a:extLst>
          </p:cNvPr>
          <p:cNvSpPr/>
          <p:nvPr/>
        </p:nvSpPr>
        <p:spPr>
          <a:xfrm>
            <a:off x="-1827946" y="-354297"/>
            <a:ext cx="7291592" cy="7291592"/>
          </a:xfrm>
          <a:prstGeom prst="blockArc">
            <a:avLst>
              <a:gd name="adj1" fmla="val 18900000"/>
              <a:gd name="adj2" fmla="val 2700000"/>
              <a:gd name="adj3" fmla="val 296"/>
            </a:avLst>
          </a:prstGeom>
          <a:solidFill>
            <a:schemeClr val="tx1">
              <a:lumMod val="50000"/>
              <a:lumOff val="50000"/>
            </a:schemeClr>
          </a:solidFill>
          <a:ln>
            <a:no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TN">
              <a:latin typeface="+mj-lt"/>
            </a:endParaRPr>
          </a:p>
        </p:txBody>
      </p:sp>
      <p:graphicFrame>
        <p:nvGraphicFramePr>
          <p:cNvPr id="7" name="Chart 6">
            <a:extLst>
              <a:ext uri="{FF2B5EF4-FFF2-40B4-BE49-F238E27FC236}">
                <a16:creationId xmlns:a16="http://schemas.microsoft.com/office/drawing/2014/main" id="{8184207A-A25A-C759-2718-45CEDDB531B9}"/>
              </a:ext>
            </a:extLst>
          </p:cNvPr>
          <p:cNvGraphicFramePr/>
          <p:nvPr/>
        </p:nvGraphicFramePr>
        <p:xfrm>
          <a:off x="1388680" y="2182163"/>
          <a:ext cx="4608792" cy="3983560"/>
        </p:xfrm>
        <a:graphic>
          <a:graphicData uri="http://schemas.openxmlformats.org/drawingml/2006/chart">
            <c:chart xmlns:c="http://schemas.openxmlformats.org/drawingml/2006/chart" xmlns:r="http://schemas.openxmlformats.org/officeDocument/2006/relationships" r:id="rId3"/>
          </a:graphicData>
        </a:graphic>
      </p:graphicFrame>
      <p:sp>
        <p:nvSpPr>
          <p:cNvPr id="27" name="Donut 101">
            <a:extLst>
              <a:ext uri="{FF2B5EF4-FFF2-40B4-BE49-F238E27FC236}">
                <a16:creationId xmlns:a16="http://schemas.microsoft.com/office/drawing/2014/main" id="{E187DEF1-1CED-83B2-6751-2C608BE521C4}"/>
              </a:ext>
            </a:extLst>
          </p:cNvPr>
          <p:cNvSpPr/>
          <p:nvPr/>
        </p:nvSpPr>
        <p:spPr>
          <a:xfrm>
            <a:off x="963458" y="1326976"/>
            <a:ext cx="3871476" cy="3871476"/>
          </a:xfrm>
          <a:prstGeom prst="donut">
            <a:avLst>
              <a:gd name="adj" fmla="val 1514"/>
            </a:avLst>
          </a:prstGeom>
          <a:gradFill>
            <a:gsLst>
              <a:gs pos="16000">
                <a:schemeClr val="bg1">
                  <a:lumMod val="8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solidFill>
                <a:schemeClr val="tx1"/>
              </a:solidFill>
              <a:latin typeface="+mj-lt"/>
            </a:endParaRPr>
          </a:p>
        </p:txBody>
      </p:sp>
      <p:sp>
        <p:nvSpPr>
          <p:cNvPr id="29" name="Donut 2">
            <a:extLst>
              <a:ext uri="{FF2B5EF4-FFF2-40B4-BE49-F238E27FC236}">
                <a16:creationId xmlns:a16="http://schemas.microsoft.com/office/drawing/2014/main" id="{39A73A92-EC49-08B1-BE16-9AC9C606F277}"/>
              </a:ext>
            </a:extLst>
          </p:cNvPr>
          <p:cNvSpPr/>
          <p:nvPr/>
        </p:nvSpPr>
        <p:spPr>
          <a:xfrm>
            <a:off x="1153016" y="1464760"/>
            <a:ext cx="3519523" cy="3519523"/>
          </a:xfrm>
          <a:prstGeom prst="donut">
            <a:avLst>
              <a:gd name="adj" fmla="val 10687"/>
            </a:avLst>
          </a:prstGeom>
          <a:gradFill>
            <a:gsLst>
              <a:gs pos="16000">
                <a:schemeClr val="bg1">
                  <a:lumMod val="9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tx1"/>
              </a:solidFill>
              <a:latin typeface="+mj-lt"/>
            </a:endParaRPr>
          </a:p>
        </p:txBody>
      </p:sp>
      <p:sp>
        <p:nvSpPr>
          <p:cNvPr id="3" name="ZoneTexte 2">
            <a:extLst>
              <a:ext uri="{FF2B5EF4-FFF2-40B4-BE49-F238E27FC236}">
                <a16:creationId xmlns:a16="http://schemas.microsoft.com/office/drawing/2014/main" id="{90A630DB-8FF6-6F2A-A37D-9563B89315AC}"/>
              </a:ext>
            </a:extLst>
          </p:cNvPr>
          <p:cNvSpPr txBox="1"/>
          <p:nvPr/>
        </p:nvSpPr>
        <p:spPr>
          <a:xfrm>
            <a:off x="2310014" y="2891289"/>
            <a:ext cx="237566" cy="369332"/>
          </a:xfrm>
          <a:prstGeom prst="rect">
            <a:avLst/>
          </a:prstGeom>
          <a:noFill/>
        </p:spPr>
        <p:txBody>
          <a:bodyPr wrap="none" rtlCol="0">
            <a:spAutoFit/>
          </a:bodyPr>
          <a:lstStyle/>
          <a:p>
            <a:r>
              <a:rPr lang="en-US" dirty="0">
                <a:latin typeface="+mj-lt"/>
              </a:rPr>
              <a:t> </a:t>
            </a:r>
          </a:p>
        </p:txBody>
      </p:sp>
      <p:sp>
        <p:nvSpPr>
          <p:cNvPr id="4" name="Rectangle 3">
            <a:extLst>
              <a:ext uri="{FF2B5EF4-FFF2-40B4-BE49-F238E27FC236}">
                <a16:creationId xmlns:a16="http://schemas.microsoft.com/office/drawing/2014/main" id="{7923CF71-EFA0-BACE-7B7E-891E52EF0C16}"/>
              </a:ext>
            </a:extLst>
          </p:cNvPr>
          <p:cNvSpPr/>
          <p:nvPr/>
        </p:nvSpPr>
        <p:spPr>
          <a:xfrm>
            <a:off x="1456663" y="2689788"/>
            <a:ext cx="2880893" cy="1200329"/>
          </a:xfrm>
          <a:prstGeom prst="rect">
            <a:avLst/>
          </a:prstGeom>
        </p:spPr>
        <p:txBody>
          <a:bodyPr wrap="square">
            <a:spAutoFit/>
          </a:bodyPr>
          <a:lstStyle/>
          <a:p>
            <a:pPr algn="ctr"/>
            <a:r>
              <a:rPr lang="en-US" sz="7200" b="1" dirty="0">
                <a:solidFill>
                  <a:schemeClr val="accent1">
                    <a:lumMod val="50000"/>
                  </a:schemeClr>
                </a:solidFill>
                <a:latin typeface="Times New Roman" panose="02020603050405020304" pitchFamily="18" charset="0"/>
                <a:cs typeface="Times New Roman" panose="02020603050405020304" pitchFamily="18" charset="0"/>
              </a:rPr>
              <a:t>PLAN</a:t>
            </a:r>
            <a:endParaRPr lang="fr-FR" sz="7200" b="1" dirty="0">
              <a:solidFill>
                <a:srgbClr val="002060"/>
              </a:solidFill>
              <a:latin typeface="+mj-lt"/>
            </a:endParaRPr>
          </a:p>
        </p:txBody>
      </p:sp>
      <p:grpSp>
        <p:nvGrpSpPr>
          <p:cNvPr id="48" name="Groupe 47">
            <a:extLst>
              <a:ext uri="{FF2B5EF4-FFF2-40B4-BE49-F238E27FC236}">
                <a16:creationId xmlns:a16="http://schemas.microsoft.com/office/drawing/2014/main" id="{B5B022DD-7881-A912-7EBE-BBB36B56ED69}"/>
              </a:ext>
            </a:extLst>
          </p:cNvPr>
          <p:cNvGrpSpPr/>
          <p:nvPr/>
        </p:nvGrpSpPr>
        <p:grpSpPr>
          <a:xfrm>
            <a:off x="5033267" y="2868140"/>
            <a:ext cx="6337739" cy="846717"/>
            <a:chOff x="5375923" y="2868140"/>
            <a:chExt cx="5961970" cy="846717"/>
          </a:xfrm>
        </p:grpSpPr>
        <p:sp>
          <p:nvSpPr>
            <p:cNvPr id="38" name="Forme libre 37">
              <a:extLst>
                <a:ext uri="{FF2B5EF4-FFF2-40B4-BE49-F238E27FC236}">
                  <a16:creationId xmlns:a16="http://schemas.microsoft.com/office/drawing/2014/main" id="{B55F9627-55C9-5D38-5DCC-332C4CFE6023}"/>
                </a:ext>
              </a:extLst>
            </p:cNvPr>
            <p:cNvSpPr/>
            <p:nvPr/>
          </p:nvSpPr>
          <p:spPr>
            <a:xfrm>
              <a:off x="5799281" y="2952812"/>
              <a:ext cx="5538612" cy="677373"/>
            </a:xfrm>
            <a:custGeom>
              <a:avLst/>
              <a:gdLst>
                <a:gd name="connsiteX0" fmla="*/ 0 w 4787269"/>
                <a:gd name="connsiteY0" fmla="*/ 112898 h 677373"/>
                <a:gd name="connsiteX1" fmla="*/ 112898 w 4787269"/>
                <a:gd name="connsiteY1" fmla="*/ 0 h 677373"/>
                <a:gd name="connsiteX2" fmla="*/ 4674371 w 4787269"/>
                <a:gd name="connsiteY2" fmla="*/ 0 h 677373"/>
                <a:gd name="connsiteX3" fmla="*/ 4787269 w 4787269"/>
                <a:gd name="connsiteY3" fmla="*/ 112898 h 677373"/>
                <a:gd name="connsiteX4" fmla="*/ 4787269 w 4787269"/>
                <a:gd name="connsiteY4" fmla="*/ 564475 h 677373"/>
                <a:gd name="connsiteX5" fmla="*/ 4674371 w 4787269"/>
                <a:gd name="connsiteY5" fmla="*/ 677373 h 677373"/>
                <a:gd name="connsiteX6" fmla="*/ 112898 w 4787269"/>
                <a:gd name="connsiteY6" fmla="*/ 677373 h 677373"/>
                <a:gd name="connsiteX7" fmla="*/ 0 w 4787269"/>
                <a:gd name="connsiteY7" fmla="*/ 564475 h 677373"/>
                <a:gd name="connsiteX8" fmla="*/ 0 w 4787269"/>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7269" h="677373">
                  <a:moveTo>
                    <a:pt x="0" y="112898"/>
                  </a:moveTo>
                  <a:cubicBezTo>
                    <a:pt x="0" y="50546"/>
                    <a:pt x="50546" y="0"/>
                    <a:pt x="112898" y="0"/>
                  </a:cubicBezTo>
                  <a:lnTo>
                    <a:pt x="4674371" y="0"/>
                  </a:lnTo>
                  <a:cubicBezTo>
                    <a:pt x="4736723" y="0"/>
                    <a:pt x="4787269" y="50546"/>
                    <a:pt x="4787269" y="112898"/>
                  </a:cubicBezTo>
                  <a:lnTo>
                    <a:pt x="4787269" y="564475"/>
                  </a:lnTo>
                  <a:cubicBezTo>
                    <a:pt x="4787269" y="626827"/>
                    <a:pt x="4736723" y="677373"/>
                    <a:pt x="4674371" y="677373"/>
                  </a:cubicBezTo>
                  <a:lnTo>
                    <a:pt x="112898" y="677373"/>
                  </a:lnTo>
                  <a:cubicBezTo>
                    <a:pt x="50546" y="677373"/>
                    <a:pt x="0" y="626827"/>
                    <a:pt x="0" y="564475"/>
                  </a:cubicBezTo>
                  <a:lnTo>
                    <a:pt x="0" y="112898"/>
                  </a:lnTo>
                  <a:close/>
                </a:path>
              </a:pathLst>
            </a:custGeom>
            <a:solidFill>
              <a:srgbClr val="639922"/>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94027" rIns="94027" bIns="94027" numCol="1" spcCol="1270" anchor="ctr" anchorCtr="0">
              <a:noAutofit/>
            </a:bodyPr>
            <a:lstStyle/>
            <a:p>
              <a:pPr lvl="0" algn="l" defTabSz="1066800">
                <a:lnSpc>
                  <a:spcPct val="90000"/>
                </a:lnSpc>
                <a:spcBef>
                  <a:spcPct val="0"/>
                </a:spcBef>
                <a:spcAft>
                  <a:spcPct val="35000"/>
                </a:spcAft>
              </a:pPr>
              <a:r>
                <a:rPr lang="fr-FR" altLang="ko-KR" sz="2600" b="1" kern="1200" dirty="0">
                  <a:solidFill>
                    <a:schemeClr val="bg1"/>
                  </a:solidFill>
                  <a:latin typeface="Times New Roman" panose="02020603050405020304" pitchFamily="18" charset="0"/>
                  <a:cs typeface="Times New Roman" panose="02020603050405020304" pitchFamily="18" charset="0"/>
                </a:rPr>
                <a:t>3. </a:t>
              </a:r>
              <a:r>
                <a:rPr lang="fr-FR" altLang="ko-KR" sz="2600" b="1" dirty="0">
                  <a:solidFill>
                    <a:schemeClr val="bg1"/>
                  </a:solidFill>
                  <a:latin typeface="Times New Roman" panose="02020603050405020304" pitchFamily="18" charset="0"/>
                  <a:cs typeface="Times New Roman" panose="02020603050405020304" pitchFamily="18" charset="0"/>
                </a:rPr>
                <a:t>Méthodologie adaptée</a:t>
              </a:r>
              <a:endParaRPr lang="fr-FR" sz="2600" kern="1200" dirty="0">
                <a:solidFill>
                  <a:schemeClr val="bg1"/>
                </a:solidFill>
                <a:latin typeface="Times New Roman" panose="02020603050405020304" pitchFamily="18" charset="0"/>
                <a:cs typeface="Times New Roman" panose="02020603050405020304" pitchFamily="18" charset="0"/>
              </a:endParaRPr>
            </a:p>
          </p:txBody>
        </p:sp>
        <p:sp>
          <p:nvSpPr>
            <p:cNvPr id="40" name="Ellipse 39">
              <a:extLst>
                <a:ext uri="{FF2B5EF4-FFF2-40B4-BE49-F238E27FC236}">
                  <a16:creationId xmlns:a16="http://schemas.microsoft.com/office/drawing/2014/main" id="{44A1EC22-566B-DE6F-FB2F-E0BE9BD0FC85}"/>
                </a:ext>
              </a:extLst>
            </p:cNvPr>
            <p:cNvSpPr/>
            <p:nvPr/>
          </p:nvSpPr>
          <p:spPr>
            <a:xfrm>
              <a:off x="5375923" y="2868140"/>
              <a:ext cx="846717" cy="846717"/>
            </a:xfrm>
            <a:prstGeom prst="ellipse">
              <a:avLst/>
            </a:prstGeom>
            <a:ln w="38100">
              <a:solidFill>
                <a:srgbClr val="639922"/>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dirty="0">
                <a:latin typeface="+mj-lt"/>
              </a:endParaRPr>
            </a:p>
          </p:txBody>
        </p:sp>
        <p:pic>
          <p:nvPicPr>
            <p:cNvPr id="11" name="Image 10">
              <a:extLst>
                <a:ext uri="{FF2B5EF4-FFF2-40B4-BE49-F238E27FC236}">
                  <a16:creationId xmlns:a16="http://schemas.microsoft.com/office/drawing/2014/main" id="{ED7D6985-C574-58A2-4896-3143127F5B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98161" y="3028715"/>
              <a:ext cx="522476" cy="522476"/>
            </a:xfrm>
            <a:prstGeom prst="rect">
              <a:avLst/>
            </a:prstGeom>
          </p:spPr>
        </p:pic>
      </p:grpSp>
    </p:spTree>
    <p:extLst>
      <p:ext uri="{BB962C8B-B14F-4D97-AF65-F5344CB8AC3E}">
        <p14:creationId xmlns:p14="http://schemas.microsoft.com/office/powerpoint/2010/main" val="3809327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remove" grpId="0" nodeType="withEffect">
                                  <p:stCondLst>
                                    <p:cond delay="0"/>
                                  </p:stCondLst>
                                  <p:childTnLst>
                                    <p:animRot by="21600000">
                                      <p:cBhvr>
                                        <p:cTn id="6" dur="2000" fill="hold"/>
                                        <p:tgtEl>
                                          <p:spTgt spid="29"/>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2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8F3F4-B56C-C0B6-F44C-9D092919947F}"/>
            </a:ext>
          </a:extLst>
        </p:cNvPr>
        <p:cNvGrpSpPr/>
        <p:nvPr/>
      </p:nvGrpSpPr>
      <p:grpSpPr>
        <a:xfrm>
          <a:off x="0" y="0"/>
          <a:ext cx="0" cy="0"/>
          <a:chOff x="0" y="0"/>
          <a:chExt cx="0" cy="0"/>
        </a:xfrm>
      </p:grpSpPr>
      <p:sp>
        <p:nvSpPr>
          <p:cNvPr id="24" name="TextBox 2">
            <a:extLst>
              <a:ext uri="{FF2B5EF4-FFF2-40B4-BE49-F238E27FC236}">
                <a16:creationId xmlns:a16="http://schemas.microsoft.com/office/drawing/2014/main" id="{5BE7B5E4-CFC8-452E-AAE5-1F4F9E310F85}"/>
              </a:ext>
            </a:extLst>
          </p:cNvPr>
          <p:cNvSpPr txBox="1"/>
          <p:nvPr/>
        </p:nvSpPr>
        <p:spPr>
          <a:xfrm>
            <a:off x="3638667" y="895349"/>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Méthodologie SCRUM</a:t>
            </a:r>
            <a:endParaRPr lang="en-US" sz="3200" b="1" dirty="0">
              <a:latin typeface="Times New Roman" panose="02020603050405020304" pitchFamily="18" charset="0"/>
              <a:cs typeface="Times New Roman" panose="02020603050405020304" pitchFamily="18" charset="0"/>
            </a:endParaRPr>
          </a:p>
        </p:txBody>
      </p:sp>
      <p:graphicFrame>
        <p:nvGraphicFramePr>
          <p:cNvPr id="25" name="Diagramme 30">
            <a:extLst>
              <a:ext uri="{FF2B5EF4-FFF2-40B4-BE49-F238E27FC236}">
                <a16:creationId xmlns:a16="http://schemas.microsoft.com/office/drawing/2014/main" id="{452F1364-B551-409D-B42E-1DDA681965B5}"/>
              </a:ext>
            </a:extLst>
          </p:cNvPr>
          <p:cNvGraphicFramePr/>
          <p:nvPr>
            <p:extLst>
              <p:ext uri="{D42A27DB-BD31-4B8C-83A1-F6EECF244321}">
                <p14:modId xmlns:p14="http://schemas.microsoft.com/office/powerpoint/2010/main" val="1358610993"/>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Image 5" descr="Une image contenant Graphique, cercle, Police, graphisme&#10;&#10;Description générée automatiquement">
            <a:extLst>
              <a:ext uri="{FF2B5EF4-FFF2-40B4-BE49-F238E27FC236}">
                <a16:creationId xmlns:a16="http://schemas.microsoft.com/office/drawing/2014/main" id="{D358FB82-513C-4891-A1E1-6DA30F56E1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9992" y="1435605"/>
            <a:ext cx="4702531" cy="4568683"/>
          </a:xfrm>
          <a:prstGeom prst="rect">
            <a:avLst/>
          </a:prstGeom>
        </p:spPr>
      </p:pic>
      <p:grpSp>
        <p:nvGrpSpPr>
          <p:cNvPr id="38" name="Google Shape;889;p32">
            <a:extLst>
              <a:ext uri="{FF2B5EF4-FFF2-40B4-BE49-F238E27FC236}">
                <a16:creationId xmlns:a16="http://schemas.microsoft.com/office/drawing/2014/main" id="{1036ACB3-2EFD-4CBD-AC46-50FD1E18C213}"/>
              </a:ext>
            </a:extLst>
          </p:cNvPr>
          <p:cNvGrpSpPr/>
          <p:nvPr/>
        </p:nvGrpSpPr>
        <p:grpSpPr>
          <a:xfrm>
            <a:off x="4750099" y="1972034"/>
            <a:ext cx="7639278" cy="1446970"/>
            <a:chOff x="2775150" y="977475"/>
            <a:chExt cx="5580626" cy="943925"/>
          </a:xfrm>
        </p:grpSpPr>
        <p:sp>
          <p:nvSpPr>
            <p:cNvPr id="39" name="Google Shape;890;p32">
              <a:extLst>
                <a:ext uri="{FF2B5EF4-FFF2-40B4-BE49-F238E27FC236}">
                  <a16:creationId xmlns:a16="http://schemas.microsoft.com/office/drawing/2014/main" id="{9D57C342-2874-4D57-9BEE-0B03B4FC29D3}"/>
                </a:ext>
              </a:extLst>
            </p:cNvPr>
            <p:cNvSpPr/>
            <p:nvPr/>
          </p:nvSpPr>
          <p:spPr>
            <a:xfrm>
              <a:off x="3345775" y="1123625"/>
              <a:ext cx="4647244" cy="648825"/>
            </a:xfrm>
            <a:custGeom>
              <a:avLst/>
              <a:gdLst/>
              <a:ahLst/>
              <a:cxnLst/>
              <a:rect l="l" t="t" r="r" b="b"/>
              <a:pathLst>
                <a:path w="135424" h="25953" extrusionOk="0">
                  <a:moveTo>
                    <a:pt x="1" y="0"/>
                  </a:moveTo>
                  <a:lnTo>
                    <a:pt x="1" y="13034"/>
                  </a:lnTo>
                  <a:lnTo>
                    <a:pt x="1" y="25953"/>
                  </a:lnTo>
                  <a:lnTo>
                    <a:pt x="122504" y="25953"/>
                  </a:lnTo>
                  <a:cubicBezTo>
                    <a:pt x="129626" y="25953"/>
                    <a:pt x="135423" y="20155"/>
                    <a:pt x="135423" y="13034"/>
                  </a:cubicBezTo>
                  <a:cubicBezTo>
                    <a:pt x="135423" y="5798"/>
                    <a:pt x="129626" y="0"/>
                    <a:pt x="122504" y="0"/>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40" name="Google Shape;891;p32">
              <a:extLst>
                <a:ext uri="{FF2B5EF4-FFF2-40B4-BE49-F238E27FC236}">
                  <a16:creationId xmlns:a16="http://schemas.microsoft.com/office/drawing/2014/main" id="{0BB8B261-A398-4670-A8DD-15CBADA5BF0F}"/>
                </a:ext>
              </a:extLst>
            </p:cNvPr>
            <p:cNvSpPr/>
            <p:nvPr/>
          </p:nvSpPr>
          <p:spPr>
            <a:xfrm>
              <a:off x="2775150" y="977475"/>
              <a:ext cx="986650" cy="943925"/>
            </a:xfrm>
            <a:custGeom>
              <a:avLst/>
              <a:gdLst/>
              <a:ahLst/>
              <a:cxnLst/>
              <a:rect l="l" t="t" r="r" b="b"/>
              <a:pathLst>
                <a:path w="39466" h="37757" extrusionOk="0">
                  <a:moveTo>
                    <a:pt x="19219" y="3655"/>
                  </a:moveTo>
                  <a:cubicBezTo>
                    <a:pt x="20452" y="3655"/>
                    <a:pt x="21205" y="4500"/>
                    <a:pt x="22072" y="5367"/>
                  </a:cubicBezTo>
                  <a:cubicBezTo>
                    <a:pt x="23100" y="6417"/>
                    <a:pt x="24058" y="7467"/>
                    <a:pt x="25108" y="8494"/>
                  </a:cubicBezTo>
                  <a:cubicBezTo>
                    <a:pt x="27573" y="10891"/>
                    <a:pt x="30061" y="13356"/>
                    <a:pt x="32526" y="15821"/>
                  </a:cubicBezTo>
                  <a:cubicBezTo>
                    <a:pt x="33097" y="16392"/>
                    <a:pt x="33850" y="17054"/>
                    <a:pt x="34238" y="17830"/>
                  </a:cubicBezTo>
                  <a:cubicBezTo>
                    <a:pt x="34809" y="19336"/>
                    <a:pt x="33942" y="20386"/>
                    <a:pt x="33006" y="21345"/>
                  </a:cubicBezTo>
                  <a:lnTo>
                    <a:pt x="25108" y="29242"/>
                  </a:lnTo>
                  <a:cubicBezTo>
                    <a:pt x="23737" y="30614"/>
                    <a:pt x="21385" y="33932"/>
                    <a:pt x="19036" y="33932"/>
                  </a:cubicBezTo>
                  <a:cubicBezTo>
                    <a:pt x="18453" y="33932"/>
                    <a:pt x="17870" y="33727"/>
                    <a:pt x="17302" y="33237"/>
                  </a:cubicBezTo>
                  <a:lnTo>
                    <a:pt x="17302" y="33237"/>
                  </a:lnTo>
                  <a:cubicBezTo>
                    <a:pt x="17302" y="33237"/>
                    <a:pt x="17302" y="33237"/>
                    <a:pt x="17302" y="33237"/>
                  </a:cubicBezTo>
                  <a:cubicBezTo>
                    <a:pt x="13399" y="29242"/>
                    <a:pt x="9404" y="25248"/>
                    <a:pt x="5410" y="21253"/>
                  </a:cubicBezTo>
                  <a:cubicBezTo>
                    <a:pt x="4474" y="20386"/>
                    <a:pt x="3698" y="19245"/>
                    <a:pt x="4269" y="17830"/>
                  </a:cubicBezTo>
                  <a:cubicBezTo>
                    <a:pt x="4565" y="17054"/>
                    <a:pt x="5410" y="16392"/>
                    <a:pt x="6095" y="15730"/>
                  </a:cubicBezTo>
                  <a:lnTo>
                    <a:pt x="13513" y="8312"/>
                  </a:lnTo>
                  <a:cubicBezTo>
                    <a:pt x="14837" y="6988"/>
                    <a:pt x="17119" y="3655"/>
                    <a:pt x="19219" y="3655"/>
                  </a:cubicBezTo>
                  <a:close/>
                  <a:moveTo>
                    <a:pt x="19394" y="1"/>
                  </a:moveTo>
                  <a:cubicBezTo>
                    <a:pt x="17419" y="1"/>
                    <a:pt x="15471" y="962"/>
                    <a:pt x="13878" y="2605"/>
                  </a:cubicBezTo>
                  <a:cubicBezTo>
                    <a:pt x="11116" y="5367"/>
                    <a:pt x="8377" y="8129"/>
                    <a:pt x="5615" y="10891"/>
                  </a:cubicBezTo>
                  <a:cubicBezTo>
                    <a:pt x="3242" y="13265"/>
                    <a:pt x="0" y="15547"/>
                    <a:pt x="274" y="19336"/>
                  </a:cubicBezTo>
                  <a:cubicBezTo>
                    <a:pt x="571" y="23057"/>
                    <a:pt x="4657" y="25910"/>
                    <a:pt x="7122" y="28284"/>
                  </a:cubicBezTo>
                  <a:cubicBezTo>
                    <a:pt x="9545" y="30796"/>
                    <a:pt x="12033" y="33286"/>
                    <a:pt x="14459" y="35691"/>
                  </a:cubicBezTo>
                  <a:lnTo>
                    <a:pt x="14459" y="35691"/>
                  </a:lnTo>
                  <a:cubicBezTo>
                    <a:pt x="14517" y="35757"/>
                    <a:pt x="14582" y="35822"/>
                    <a:pt x="14654" y="35884"/>
                  </a:cubicBezTo>
                  <a:cubicBezTo>
                    <a:pt x="14654" y="35884"/>
                    <a:pt x="14654" y="35884"/>
                    <a:pt x="14654" y="35884"/>
                  </a:cubicBezTo>
                  <a:lnTo>
                    <a:pt x="14654" y="35884"/>
                  </a:lnTo>
                  <a:cubicBezTo>
                    <a:pt x="14744" y="35974"/>
                    <a:pt x="14836" y="36052"/>
                    <a:pt x="14930" y="36118"/>
                  </a:cubicBezTo>
                  <a:lnTo>
                    <a:pt x="14930" y="36118"/>
                  </a:lnTo>
                  <a:cubicBezTo>
                    <a:pt x="16235" y="37172"/>
                    <a:pt x="17795" y="37756"/>
                    <a:pt x="19360" y="37756"/>
                  </a:cubicBezTo>
                  <a:cubicBezTo>
                    <a:pt x="20616" y="37756"/>
                    <a:pt x="21875" y="37380"/>
                    <a:pt x="23008" y="36569"/>
                  </a:cubicBezTo>
                  <a:cubicBezTo>
                    <a:pt x="23876" y="35999"/>
                    <a:pt x="24538" y="35131"/>
                    <a:pt x="25291" y="34469"/>
                  </a:cubicBezTo>
                  <a:cubicBezTo>
                    <a:pt x="28144" y="31525"/>
                    <a:pt x="30997" y="28672"/>
                    <a:pt x="33942" y="25819"/>
                  </a:cubicBezTo>
                  <a:cubicBezTo>
                    <a:pt x="36612" y="23148"/>
                    <a:pt x="39465" y="20295"/>
                    <a:pt x="37571" y="16118"/>
                  </a:cubicBezTo>
                  <a:cubicBezTo>
                    <a:pt x="36338" y="13447"/>
                    <a:pt x="33280" y="11256"/>
                    <a:pt x="31294" y="9179"/>
                  </a:cubicBezTo>
                  <a:cubicBezTo>
                    <a:pt x="28806" y="6782"/>
                    <a:pt x="26432" y="4317"/>
                    <a:pt x="23967" y="1943"/>
                  </a:cubicBezTo>
                  <a:cubicBezTo>
                    <a:pt x="22535" y="602"/>
                    <a:pt x="20956" y="1"/>
                    <a:pt x="193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41" name="Google Shape;892;p32">
              <a:extLst>
                <a:ext uri="{FF2B5EF4-FFF2-40B4-BE49-F238E27FC236}">
                  <a16:creationId xmlns:a16="http://schemas.microsoft.com/office/drawing/2014/main" id="{0A1C6F9B-9FDD-46A6-9B46-805CED435676}"/>
                </a:ext>
              </a:extLst>
            </p:cNvPr>
            <p:cNvSpPr/>
            <p:nvPr/>
          </p:nvSpPr>
          <p:spPr>
            <a:xfrm>
              <a:off x="2817950" y="1022475"/>
              <a:ext cx="874800" cy="852850"/>
            </a:xfrm>
            <a:custGeom>
              <a:avLst/>
              <a:gdLst/>
              <a:ahLst/>
              <a:cxnLst/>
              <a:rect l="l" t="t" r="r" b="b"/>
              <a:pathLst>
                <a:path w="34992" h="34114" extrusionOk="0">
                  <a:moveTo>
                    <a:pt x="17530" y="1"/>
                  </a:moveTo>
                  <a:cubicBezTo>
                    <a:pt x="16355" y="1"/>
                    <a:pt x="15168" y="429"/>
                    <a:pt x="14266" y="1285"/>
                  </a:cubicBezTo>
                  <a:lnTo>
                    <a:pt x="1803" y="13838"/>
                  </a:lnTo>
                  <a:cubicBezTo>
                    <a:pt x="0" y="15550"/>
                    <a:pt x="0" y="18495"/>
                    <a:pt x="1803" y="20298"/>
                  </a:cubicBezTo>
                  <a:lnTo>
                    <a:pt x="14266" y="32761"/>
                  </a:lnTo>
                  <a:cubicBezTo>
                    <a:pt x="15168" y="33662"/>
                    <a:pt x="16355" y="34113"/>
                    <a:pt x="17530" y="34113"/>
                  </a:cubicBezTo>
                  <a:cubicBezTo>
                    <a:pt x="18706" y="34113"/>
                    <a:pt x="19870" y="33662"/>
                    <a:pt x="20726" y="32761"/>
                  </a:cubicBezTo>
                  <a:lnTo>
                    <a:pt x="33280" y="20298"/>
                  </a:lnTo>
                  <a:cubicBezTo>
                    <a:pt x="34991" y="18495"/>
                    <a:pt x="34991" y="15550"/>
                    <a:pt x="33280" y="13838"/>
                  </a:cubicBezTo>
                  <a:lnTo>
                    <a:pt x="20726" y="1285"/>
                  </a:lnTo>
                  <a:cubicBezTo>
                    <a:pt x="19870" y="429"/>
                    <a:pt x="18706" y="1"/>
                    <a:pt x="17530" y="1"/>
                  </a:cubicBezTo>
                  <a:close/>
                </a:path>
              </a:pathLst>
            </a:custGeom>
            <a:solidFill>
              <a:srgbClr val="2B85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dirty="0">
                  <a:solidFill>
                    <a:schemeClr val="lt1"/>
                  </a:solidFill>
                  <a:latin typeface="Times New Roman" panose="02020603050405020304" pitchFamily="18" charset="0"/>
                  <a:ea typeface="Fira Sans Extra Condensed"/>
                  <a:cs typeface="Times New Roman" panose="02020603050405020304" pitchFamily="18" charset="0"/>
                  <a:sym typeface="Fira Sans Extra Condensed"/>
                </a:rPr>
                <a:t>01</a:t>
              </a:r>
              <a:endParaRPr sz="2200" b="1" dirty="0">
                <a:solidFill>
                  <a:schemeClr val="lt1"/>
                </a:solidFill>
                <a:latin typeface="Times New Roman" panose="02020603050405020304" pitchFamily="18" charset="0"/>
                <a:ea typeface="Fira Sans Extra Condensed"/>
                <a:cs typeface="Times New Roman" panose="02020603050405020304" pitchFamily="18" charset="0"/>
                <a:sym typeface="Fira Sans Extra Condensed"/>
              </a:endParaRPr>
            </a:p>
          </p:txBody>
        </p:sp>
        <p:sp>
          <p:nvSpPr>
            <p:cNvPr id="42" name="Google Shape;893;p32">
              <a:extLst>
                <a:ext uri="{FF2B5EF4-FFF2-40B4-BE49-F238E27FC236}">
                  <a16:creationId xmlns:a16="http://schemas.microsoft.com/office/drawing/2014/main" id="{88C5A8E2-AD28-47D2-BA41-2DBF7AC2033A}"/>
                </a:ext>
              </a:extLst>
            </p:cNvPr>
            <p:cNvSpPr/>
            <p:nvPr/>
          </p:nvSpPr>
          <p:spPr>
            <a:xfrm>
              <a:off x="3462252" y="1182837"/>
              <a:ext cx="4893524" cy="530400"/>
            </a:xfrm>
            <a:custGeom>
              <a:avLst/>
              <a:gdLst/>
              <a:ahLst/>
              <a:cxnLst/>
              <a:rect l="l" t="t" r="r" b="b"/>
              <a:pathLst>
                <a:path w="80333" h="27766" extrusionOk="0">
                  <a:moveTo>
                    <a:pt x="1" y="0"/>
                  </a:moveTo>
                  <a:lnTo>
                    <a:pt x="1" y="27766"/>
                  </a:lnTo>
                  <a:lnTo>
                    <a:pt x="80332" y="27766"/>
                  </a:lnTo>
                  <a:lnTo>
                    <a:pt x="80332" y="0"/>
                  </a:lnTo>
                  <a:close/>
                </a:path>
              </a:pathLst>
            </a:custGeom>
            <a:noFill/>
            <a:ln>
              <a:noFill/>
            </a:ln>
          </p:spPr>
          <p:txBody>
            <a:bodyPr spcFirstLastPara="1" wrap="square" lIns="457200" tIns="91425" rIns="457200" bIns="91425" anchor="ctr" anchorCtr="0">
              <a:noAutofit/>
            </a:bodyPr>
            <a:lstStyle/>
            <a:p>
              <a:pPr lvl="0">
                <a:buClr>
                  <a:srgbClr val="000000"/>
                </a:buClr>
                <a:buSzPts val="1100"/>
              </a:pPr>
              <a:r>
                <a:rPr lang="fr-FR" sz="2400" dirty="0">
                  <a:latin typeface="Times New Roman" panose="02020603050405020304" pitchFamily="18" charset="0"/>
                  <a:cs typeface="Times New Roman" panose="02020603050405020304" pitchFamily="18" charset="0"/>
                </a:rPr>
                <a:t>Adaptation facile aux changements de besoins</a:t>
              </a:r>
              <a:endParaRPr sz="2400" dirty="0">
                <a:solidFill>
                  <a:schemeClr val="dk1"/>
                </a:solidFill>
                <a:latin typeface="Times New Roman" panose="02020603050405020304" pitchFamily="18" charset="0"/>
                <a:ea typeface="Roboto"/>
                <a:cs typeface="Times New Roman" panose="02020603050405020304" pitchFamily="18" charset="0"/>
                <a:sym typeface="Roboto"/>
              </a:endParaRPr>
            </a:p>
          </p:txBody>
        </p:sp>
      </p:grpSp>
      <p:grpSp>
        <p:nvGrpSpPr>
          <p:cNvPr id="43" name="Google Shape;919;p32">
            <a:extLst>
              <a:ext uri="{FF2B5EF4-FFF2-40B4-BE49-F238E27FC236}">
                <a16:creationId xmlns:a16="http://schemas.microsoft.com/office/drawing/2014/main" id="{84106788-5468-4D36-9196-112A2A3DB8DC}"/>
              </a:ext>
            </a:extLst>
          </p:cNvPr>
          <p:cNvGrpSpPr/>
          <p:nvPr/>
        </p:nvGrpSpPr>
        <p:grpSpPr>
          <a:xfrm>
            <a:off x="2037758" y="1722772"/>
            <a:ext cx="3086536" cy="5091815"/>
            <a:chOff x="846975" y="1154450"/>
            <a:chExt cx="1883125" cy="3492850"/>
          </a:xfrm>
        </p:grpSpPr>
        <p:sp>
          <p:nvSpPr>
            <p:cNvPr id="44" name="Google Shape;920;p32">
              <a:extLst>
                <a:ext uri="{FF2B5EF4-FFF2-40B4-BE49-F238E27FC236}">
                  <a16:creationId xmlns:a16="http://schemas.microsoft.com/office/drawing/2014/main" id="{1103FCAD-8F05-4D83-BC3B-704BB8C9B880}"/>
                </a:ext>
              </a:extLst>
            </p:cNvPr>
            <p:cNvSpPr/>
            <p:nvPr/>
          </p:nvSpPr>
          <p:spPr>
            <a:xfrm>
              <a:off x="846975" y="1154450"/>
              <a:ext cx="1804375" cy="3492850"/>
            </a:xfrm>
            <a:custGeom>
              <a:avLst/>
              <a:gdLst/>
              <a:ahLst/>
              <a:cxnLst/>
              <a:rect l="l" t="t" r="r" b="b"/>
              <a:pathLst>
                <a:path w="72175" h="139714" extrusionOk="0">
                  <a:moveTo>
                    <a:pt x="54193" y="29672"/>
                  </a:moveTo>
                  <a:lnTo>
                    <a:pt x="54193" y="29672"/>
                  </a:lnTo>
                  <a:cubicBezTo>
                    <a:pt x="54199" y="29672"/>
                    <a:pt x="54205" y="29673"/>
                    <a:pt x="54211" y="29673"/>
                  </a:cubicBezTo>
                  <a:cubicBezTo>
                    <a:pt x="54244" y="29723"/>
                    <a:pt x="54255" y="29742"/>
                    <a:pt x="54253" y="29742"/>
                  </a:cubicBezTo>
                  <a:cubicBezTo>
                    <a:pt x="54250" y="29742"/>
                    <a:pt x="54223" y="29708"/>
                    <a:pt x="54193" y="29672"/>
                  </a:cubicBezTo>
                  <a:close/>
                  <a:moveTo>
                    <a:pt x="2078" y="0"/>
                  </a:moveTo>
                  <a:cubicBezTo>
                    <a:pt x="1051" y="0"/>
                    <a:pt x="1" y="959"/>
                    <a:pt x="1" y="2100"/>
                  </a:cubicBezTo>
                  <a:cubicBezTo>
                    <a:pt x="92" y="3127"/>
                    <a:pt x="936" y="4086"/>
                    <a:pt x="2078" y="4086"/>
                  </a:cubicBezTo>
                  <a:cubicBezTo>
                    <a:pt x="3904" y="4086"/>
                    <a:pt x="5707" y="4177"/>
                    <a:pt x="7510" y="4268"/>
                  </a:cubicBezTo>
                  <a:cubicBezTo>
                    <a:pt x="8355" y="4382"/>
                    <a:pt x="9222" y="4474"/>
                    <a:pt x="10067" y="4565"/>
                  </a:cubicBezTo>
                  <a:cubicBezTo>
                    <a:pt x="10363" y="4565"/>
                    <a:pt x="10546" y="4656"/>
                    <a:pt x="10751" y="4656"/>
                  </a:cubicBezTo>
                  <a:lnTo>
                    <a:pt x="11025" y="4656"/>
                  </a:lnTo>
                  <a:cubicBezTo>
                    <a:pt x="11505" y="4748"/>
                    <a:pt x="11893" y="4839"/>
                    <a:pt x="12349" y="4839"/>
                  </a:cubicBezTo>
                  <a:cubicBezTo>
                    <a:pt x="15773" y="5410"/>
                    <a:pt x="19197" y="6277"/>
                    <a:pt x="22529" y="7327"/>
                  </a:cubicBezTo>
                  <a:cubicBezTo>
                    <a:pt x="24150" y="7898"/>
                    <a:pt x="25679" y="8468"/>
                    <a:pt x="27300" y="9130"/>
                  </a:cubicBezTo>
                  <a:cubicBezTo>
                    <a:pt x="27373" y="9130"/>
                    <a:pt x="27694" y="9247"/>
                    <a:pt x="27621" y="9247"/>
                  </a:cubicBezTo>
                  <a:cubicBezTo>
                    <a:pt x="27603" y="9247"/>
                    <a:pt x="27560" y="9240"/>
                    <a:pt x="27482" y="9221"/>
                  </a:cubicBezTo>
                  <a:lnTo>
                    <a:pt x="27482" y="9221"/>
                  </a:lnTo>
                  <a:cubicBezTo>
                    <a:pt x="27756" y="9313"/>
                    <a:pt x="27962" y="9313"/>
                    <a:pt x="28144" y="9404"/>
                  </a:cubicBezTo>
                  <a:cubicBezTo>
                    <a:pt x="28532" y="9609"/>
                    <a:pt x="28897" y="9792"/>
                    <a:pt x="29377" y="9975"/>
                  </a:cubicBezTo>
                  <a:cubicBezTo>
                    <a:pt x="30153" y="10363"/>
                    <a:pt x="30815" y="10751"/>
                    <a:pt x="31568" y="11116"/>
                  </a:cubicBezTo>
                  <a:cubicBezTo>
                    <a:pt x="34604" y="12645"/>
                    <a:pt x="37457" y="14357"/>
                    <a:pt x="40219" y="16252"/>
                  </a:cubicBezTo>
                  <a:cubicBezTo>
                    <a:pt x="40881" y="16731"/>
                    <a:pt x="41565" y="17302"/>
                    <a:pt x="42227" y="17781"/>
                  </a:cubicBezTo>
                  <a:cubicBezTo>
                    <a:pt x="42319" y="17872"/>
                    <a:pt x="42410" y="17872"/>
                    <a:pt x="42501" y="17963"/>
                  </a:cubicBezTo>
                  <a:cubicBezTo>
                    <a:pt x="42593" y="18078"/>
                    <a:pt x="42798" y="18169"/>
                    <a:pt x="42981" y="18352"/>
                  </a:cubicBezTo>
                  <a:cubicBezTo>
                    <a:pt x="43277" y="18648"/>
                    <a:pt x="43643" y="18922"/>
                    <a:pt x="44031" y="19219"/>
                  </a:cubicBezTo>
                  <a:cubicBezTo>
                    <a:pt x="45263" y="20246"/>
                    <a:pt x="46496" y="21387"/>
                    <a:pt x="47728" y="22529"/>
                  </a:cubicBezTo>
                  <a:cubicBezTo>
                    <a:pt x="48870" y="23670"/>
                    <a:pt x="50125" y="24925"/>
                    <a:pt x="51152" y="26158"/>
                  </a:cubicBezTo>
                  <a:cubicBezTo>
                    <a:pt x="51723" y="26728"/>
                    <a:pt x="52293" y="27390"/>
                    <a:pt x="52864" y="28052"/>
                  </a:cubicBezTo>
                  <a:cubicBezTo>
                    <a:pt x="53069" y="28349"/>
                    <a:pt x="53343" y="28714"/>
                    <a:pt x="53640" y="29011"/>
                  </a:cubicBezTo>
                  <a:cubicBezTo>
                    <a:pt x="53731" y="29194"/>
                    <a:pt x="53914" y="29285"/>
                    <a:pt x="54005" y="29490"/>
                  </a:cubicBezTo>
                  <a:cubicBezTo>
                    <a:pt x="54005" y="29561"/>
                    <a:pt x="54074" y="29632"/>
                    <a:pt x="54148" y="29660"/>
                  </a:cubicBezTo>
                  <a:lnTo>
                    <a:pt x="54148" y="29660"/>
                  </a:lnTo>
                  <a:cubicBezTo>
                    <a:pt x="54163" y="29687"/>
                    <a:pt x="54184" y="29721"/>
                    <a:pt x="54211" y="29764"/>
                  </a:cubicBezTo>
                  <a:cubicBezTo>
                    <a:pt x="56288" y="32435"/>
                    <a:pt x="58114" y="35288"/>
                    <a:pt x="59712" y="38232"/>
                  </a:cubicBezTo>
                  <a:cubicBezTo>
                    <a:pt x="60579" y="39647"/>
                    <a:pt x="61332" y="41177"/>
                    <a:pt x="61994" y="42706"/>
                  </a:cubicBezTo>
                  <a:cubicBezTo>
                    <a:pt x="62200" y="43071"/>
                    <a:pt x="62382" y="43459"/>
                    <a:pt x="62473" y="43847"/>
                  </a:cubicBezTo>
                  <a:cubicBezTo>
                    <a:pt x="62565" y="44030"/>
                    <a:pt x="62679" y="44213"/>
                    <a:pt x="62770" y="44418"/>
                  </a:cubicBezTo>
                  <a:cubicBezTo>
                    <a:pt x="62724" y="44331"/>
                    <a:pt x="62704" y="44297"/>
                    <a:pt x="62699" y="44297"/>
                  </a:cubicBezTo>
                  <a:cubicBezTo>
                    <a:pt x="62682" y="44297"/>
                    <a:pt x="62861" y="44712"/>
                    <a:pt x="62861" y="44783"/>
                  </a:cubicBezTo>
                  <a:cubicBezTo>
                    <a:pt x="63250" y="45559"/>
                    <a:pt x="63523" y="46312"/>
                    <a:pt x="63820" y="47180"/>
                  </a:cubicBezTo>
                  <a:cubicBezTo>
                    <a:pt x="64961" y="50398"/>
                    <a:pt x="65897" y="53731"/>
                    <a:pt x="66559" y="57063"/>
                  </a:cubicBezTo>
                  <a:cubicBezTo>
                    <a:pt x="66765" y="57908"/>
                    <a:pt x="66947" y="58866"/>
                    <a:pt x="67039" y="59734"/>
                  </a:cubicBezTo>
                  <a:cubicBezTo>
                    <a:pt x="67130" y="60099"/>
                    <a:pt x="67244" y="60487"/>
                    <a:pt x="67244" y="60875"/>
                  </a:cubicBezTo>
                  <a:cubicBezTo>
                    <a:pt x="67244" y="60962"/>
                    <a:pt x="67244" y="61049"/>
                    <a:pt x="67323" y="61136"/>
                  </a:cubicBezTo>
                  <a:lnTo>
                    <a:pt x="67323" y="61136"/>
                  </a:lnTo>
                  <a:cubicBezTo>
                    <a:pt x="67330" y="61178"/>
                    <a:pt x="67335" y="61218"/>
                    <a:pt x="67335" y="61240"/>
                  </a:cubicBezTo>
                  <a:cubicBezTo>
                    <a:pt x="67335" y="61446"/>
                    <a:pt x="67335" y="61720"/>
                    <a:pt x="67427" y="61902"/>
                  </a:cubicBezTo>
                  <a:cubicBezTo>
                    <a:pt x="67609" y="63728"/>
                    <a:pt x="67700" y="65440"/>
                    <a:pt x="67815" y="67243"/>
                  </a:cubicBezTo>
                  <a:cubicBezTo>
                    <a:pt x="67906" y="70850"/>
                    <a:pt x="67815" y="74456"/>
                    <a:pt x="67335" y="77994"/>
                  </a:cubicBezTo>
                  <a:lnTo>
                    <a:pt x="67335" y="78565"/>
                  </a:lnTo>
                  <a:cubicBezTo>
                    <a:pt x="67244" y="78656"/>
                    <a:pt x="67244" y="78747"/>
                    <a:pt x="67244" y="78838"/>
                  </a:cubicBezTo>
                  <a:cubicBezTo>
                    <a:pt x="67244" y="79318"/>
                    <a:pt x="67130" y="79797"/>
                    <a:pt x="67039" y="80276"/>
                  </a:cubicBezTo>
                  <a:cubicBezTo>
                    <a:pt x="66947" y="81030"/>
                    <a:pt x="66765" y="81874"/>
                    <a:pt x="66559" y="82742"/>
                  </a:cubicBezTo>
                  <a:cubicBezTo>
                    <a:pt x="66285" y="84453"/>
                    <a:pt x="65806" y="86165"/>
                    <a:pt x="65327" y="87877"/>
                  </a:cubicBezTo>
                  <a:cubicBezTo>
                    <a:pt x="64847" y="89498"/>
                    <a:pt x="64391" y="91210"/>
                    <a:pt x="63706" y="92830"/>
                  </a:cubicBezTo>
                  <a:cubicBezTo>
                    <a:pt x="63432" y="93584"/>
                    <a:pt x="63135" y="94337"/>
                    <a:pt x="62861" y="95113"/>
                  </a:cubicBezTo>
                  <a:cubicBezTo>
                    <a:pt x="62799" y="95239"/>
                    <a:pt x="62736" y="95462"/>
                    <a:pt x="62733" y="95462"/>
                  </a:cubicBezTo>
                  <a:cubicBezTo>
                    <a:pt x="62731" y="95462"/>
                    <a:pt x="62742" y="95416"/>
                    <a:pt x="62770" y="95295"/>
                  </a:cubicBezTo>
                  <a:lnTo>
                    <a:pt x="62770" y="95295"/>
                  </a:lnTo>
                  <a:cubicBezTo>
                    <a:pt x="62679" y="95478"/>
                    <a:pt x="62565" y="95684"/>
                    <a:pt x="62473" y="95866"/>
                  </a:cubicBezTo>
                  <a:cubicBezTo>
                    <a:pt x="62291" y="96345"/>
                    <a:pt x="62200" y="96711"/>
                    <a:pt x="61994" y="97099"/>
                  </a:cubicBezTo>
                  <a:cubicBezTo>
                    <a:pt x="60579" y="100249"/>
                    <a:pt x="58867" y="103193"/>
                    <a:pt x="57064" y="105955"/>
                  </a:cubicBezTo>
                  <a:cubicBezTo>
                    <a:pt x="56125" y="107341"/>
                    <a:pt x="55186" y="108749"/>
                    <a:pt x="54183" y="110050"/>
                  </a:cubicBezTo>
                  <a:lnTo>
                    <a:pt x="54183" y="110050"/>
                  </a:lnTo>
                  <a:cubicBezTo>
                    <a:pt x="54116" y="110113"/>
                    <a:pt x="53966" y="110262"/>
                    <a:pt x="53914" y="110315"/>
                  </a:cubicBezTo>
                  <a:cubicBezTo>
                    <a:pt x="53823" y="110520"/>
                    <a:pt x="53731" y="110703"/>
                    <a:pt x="53549" y="110794"/>
                  </a:cubicBezTo>
                  <a:cubicBezTo>
                    <a:pt x="53343" y="111182"/>
                    <a:pt x="53069" y="111456"/>
                    <a:pt x="52773" y="111752"/>
                  </a:cubicBezTo>
                  <a:cubicBezTo>
                    <a:pt x="52202" y="112414"/>
                    <a:pt x="51723" y="113076"/>
                    <a:pt x="51152" y="113647"/>
                  </a:cubicBezTo>
                  <a:cubicBezTo>
                    <a:pt x="48870" y="116226"/>
                    <a:pt x="46404" y="118509"/>
                    <a:pt x="43848" y="120677"/>
                  </a:cubicBezTo>
                  <a:cubicBezTo>
                    <a:pt x="43551" y="120974"/>
                    <a:pt x="43277" y="121156"/>
                    <a:pt x="42981" y="121453"/>
                  </a:cubicBezTo>
                  <a:cubicBezTo>
                    <a:pt x="42798" y="121545"/>
                    <a:pt x="42593" y="121636"/>
                    <a:pt x="42501" y="121818"/>
                  </a:cubicBezTo>
                  <a:cubicBezTo>
                    <a:pt x="42410" y="121818"/>
                    <a:pt x="42319" y="121933"/>
                    <a:pt x="42227" y="122024"/>
                  </a:cubicBezTo>
                  <a:cubicBezTo>
                    <a:pt x="41565" y="122503"/>
                    <a:pt x="40881" y="123074"/>
                    <a:pt x="40127" y="123530"/>
                  </a:cubicBezTo>
                  <a:cubicBezTo>
                    <a:pt x="38804" y="124489"/>
                    <a:pt x="37366" y="125448"/>
                    <a:pt x="35950" y="126292"/>
                  </a:cubicBezTo>
                  <a:cubicBezTo>
                    <a:pt x="34421" y="127160"/>
                    <a:pt x="33006" y="128004"/>
                    <a:pt x="31477" y="128780"/>
                  </a:cubicBezTo>
                  <a:cubicBezTo>
                    <a:pt x="30723" y="129145"/>
                    <a:pt x="29947" y="129442"/>
                    <a:pt x="29194" y="129807"/>
                  </a:cubicBezTo>
                  <a:cubicBezTo>
                    <a:pt x="28806" y="130013"/>
                    <a:pt x="28441" y="130195"/>
                    <a:pt x="28053" y="130378"/>
                  </a:cubicBezTo>
                  <a:cubicBezTo>
                    <a:pt x="27870" y="130378"/>
                    <a:pt x="27665" y="130492"/>
                    <a:pt x="27482" y="130583"/>
                  </a:cubicBezTo>
                  <a:cubicBezTo>
                    <a:pt x="27582" y="130531"/>
                    <a:pt x="27618" y="130511"/>
                    <a:pt x="27616" y="130511"/>
                  </a:cubicBezTo>
                  <a:cubicBezTo>
                    <a:pt x="27607" y="130511"/>
                    <a:pt x="27270" y="130675"/>
                    <a:pt x="27186" y="130675"/>
                  </a:cubicBezTo>
                  <a:cubicBezTo>
                    <a:pt x="23967" y="131998"/>
                    <a:pt x="20726" y="133048"/>
                    <a:pt x="17393" y="133802"/>
                  </a:cubicBezTo>
                  <a:cubicBezTo>
                    <a:pt x="15682" y="134281"/>
                    <a:pt x="13970" y="134578"/>
                    <a:pt x="12258" y="134852"/>
                  </a:cubicBezTo>
                  <a:cubicBezTo>
                    <a:pt x="11778" y="134943"/>
                    <a:pt x="11413" y="135057"/>
                    <a:pt x="10934" y="135057"/>
                  </a:cubicBezTo>
                  <a:cubicBezTo>
                    <a:pt x="10913" y="135062"/>
                    <a:pt x="10895" y="135066"/>
                    <a:pt x="10880" y="135070"/>
                  </a:cubicBezTo>
                  <a:lnTo>
                    <a:pt x="10880" y="135070"/>
                  </a:lnTo>
                  <a:cubicBezTo>
                    <a:pt x="10876" y="135063"/>
                    <a:pt x="10844" y="135057"/>
                    <a:pt x="10751" y="135057"/>
                  </a:cubicBezTo>
                  <a:cubicBezTo>
                    <a:pt x="10546" y="135148"/>
                    <a:pt x="10272" y="135148"/>
                    <a:pt x="9975" y="135148"/>
                  </a:cubicBezTo>
                  <a:cubicBezTo>
                    <a:pt x="9131" y="135331"/>
                    <a:pt x="8172" y="135331"/>
                    <a:pt x="7328" y="135422"/>
                  </a:cubicBezTo>
                  <a:cubicBezTo>
                    <a:pt x="5616" y="135628"/>
                    <a:pt x="3790" y="135628"/>
                    <a:pt x="2078" y="135628"/>
                  </a:cubicBezTo>
                  <a:cubicBezTo>
                    <a:pt x="1051" y="135628"/>
                    <a:pt x="1" y="136564"/>
                    <a:pt x="1" y="137705"/>
                  </a:cubicBezTo>
                  <a:cubicBezTo>
                    <a:pt x="92" y="138755"/>
                    <a:pt x="936" y="139713"/>
                    <a:pt x="2078" y="139713"/>
                  </a:cubicBezTo>
                  <a:cubicBezTo>
                    <a:pt x="9313" y="139713"/>
                    <a:pt x="16640" y="138572"/>
                    <a:pt x="23579" y="136381"/>
                  </a:cubicBezTo>
                  <a:cubicBezTo>
                    <a:pt x="30244" y="134190"/>
                    <a:pt x="36612" y="131063"/>
                    <a:pt x="42410" y="126954"/>
                  </a:cubicBezTo>
                  <a:cubicBezTo>
                    <a:pt x="48208" y="122777"/>
                    <a:pt x="53343" y="117824"/>
                    <a:pt x="57635" y="112232"/>
                  </a:cubicBezTo>
                  <a:cubicBezTo>
                    <a:pt x="61903" y="106617"/>
                    <a:pt x="65327" y="100431"/>
                    <a:pt x="67700" y="93766"/>
                  </a:cubicBezTo>
                  <a:cubicBezTo>
                    <a:pt x="70188" y="87010"/>
                    <a:pt x="71604" y="79797"/>
                    <a:pt x="71900" y="72562"/>
                  </a:cubicBezTo>
                  <a:cubicBezTo>
                    <a:pt x="72174" y="65235"/>
                    <a:pt x="71330" y="57816"/>
                    <a:pt x="69321" y="50786"/>
                  </a:cubicBezTo>
                  <a:cubicBezTo>
                    <a:pt x="67427" y="44030"/>
                    <a:pt x="64391" y="37570"/>
                    <a:pt x="60579" y="31659"/>
                  </a:cubicBezTo>
                  <a:cubicBezTo>
                    <a:pt x="56676" y="25861"/>
                    <a:pt x="52019" y="20543"/>
                    <a:pt x="46701" y="16160"/>
                  </a:cubicBezTo>
                  <a:cubicBezTo>
                    <a:pt x="41177" y="11595"/>
                    <a:pt x="35083" y="7898"/>
                    <a:pt x="28441" y="5227"/>
                  </a:cubicBezTo>
                  <a:cubicBezTo>
                    <a:pt x="21776" y="2374"/>
                    <a:pt x="14632" y="753"/>
                    <a:pt x="7419" y="183"/>
                  </a:cubicBezTo>
                  <a:cubicBezTo>
                    <a:pt x="5616" y="91"/>
                    <a:pt x="3904" y="0"/>
                    <a:pt x="2078" y="0"/>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45" name="Google Shape;923;p32">
              <a:extLst>
                <a:ext uri="{FF2B5EF4-FFF2-40B4-BE49-F238E27FC236}">
                  <a16:creationId xmlns:a16="http://schemas.microsoft.com/office/drawing/2014/main" id="{8D72DD74-2FC4-4AA1-A339-3243E5D5E671}"/>
                </a:ext>
              </a:extLst>
            </p:cNvPr>
            <p:cNvSpPr/>
            <p:nvPr/>
          </p:nvSpPr>
          <p:spPr>
            <a:xfrm>
              <a:off x="2187975" y="1893075"/>
              <a:ext cx="285325" cy="271625"/>
            </a:xfrm>
            <a:custGeom>
              <a:avLst/>
              <a:gdLst/>
              <a:ahLst/>
              <a:cxnLst/>
              <a:rect l="l" t="t" r="r" b="b"/>
              <a:pathLst>
                <a:path w="11413" h="10865" extrusionOk="0">
                  <a:moveTo>
                    <a:pt x="6651" y="3544"/>
                  </a:moveTo>
                  <a:cubicBezTo>
                    <a:pt x="6685" y="3549"/>
                    <a:pt x="6720" y="3552"/>
                    <a:pt x="6756" y="3552"/>
                  </a:cubicBezTo>
                  <a:cubicBezTo>
                    <a:pt x="6852" y="3599"/>
                    <a:pt x="6877" y="3616"/>
                    <a:pt x="6866" y="3616"/>
                  </a:cubicBezTo>
                  <a:cubicBezTo>
                    <a:pt x="6846" y="3616"/>
                    <a:pt x="6718" y="3567"/>
                    <a:pt x="6651" y="3544"/>
                  </a:cubicBezTo>
                  <a:close/>
                  <a:moveTo>
                    <a:pt x="7177" y="3807"/>
                  </a:moveTo>
                  <a:cubicBezTo>
                    <a:pt x="7187" y="3813"/>
                    <a:pt x="7199" y="3819"/>
                    <a:pt x="7213" y="3826"/>
                  </a:cubicBezTo>
                  <a:cubicBezTo>
                    <a:pt x="7227" y="3840"/>
                    <a:pt x="7241" y="3855"/>
                    <a:pt x="7254" y="3871"/>
                  </a:cubicBezTo>
                  <a:lnTo>
                    <a:pt x="7254" y="3871"/>
                  </a:lnTo>
                  <a:cubicBezTo>
                    <a:pt x="7224" y="3844"/>
                    <a:pt x="7198" y="3823"/>
                    <a:pt x="7177" y="3807"/>
                  </a:cubicBezTo>
                  <a:close/>
                  <a:moveTo>
                    <a:pt x="4421" y="4117"/>
                  </a:moveTo>
                  <a:cubicBezTo>
                    <a:pt x="4368" y="4187"/>
                    <a:pt x="4315" y="4258"/>
                    <a:pt x="4268" y="4305"/>
                  </a:cubicBezTo>
                  <a:cubicBezTo>
                    <a:pt x="4382" y="4204"/>
                    <a:pt x="4432" y="4131"/>
                    <a:pt x="4421" y="4117"/>
                  </a:cubicBezTo>
                  <a:close/>
                  <a:moveTo>
                    <a:pt x="3942" y="5043"/>
                  </a:moveTo>
                  <a:cubicBezTo>
                    <a:pt x="3934" y="5043"/>
                    <a:pt x="3903" y="5157"/>
                    <a:pt x="3903" y="5264"/>
                  </a:cubicBezTo>
                  <a:cubicBezTo>
                    <a:pt x="3941" y="5102"/>
                    <a:pt x="3948" y="5043"/>
                    <a:pt x="3942" y="5043"/>
                  </a:cubicBezTo>
                  <a:close/>
                  <a:moveTo>
                    <a:pt x="7830" y="6151"/>
                  </a:moveTo>
                  <a:cubicBezTo>
                    <a:pt x="7826" y="6151"/>
                    <a:pt x="7812" y="6171"/>
                    <a:pt x="7784" y="6222"/>
                  </a:cubicBezTo>
                  <a:cubicBezTo>
                    <a:pt x="7753" y="6283"/>
                    <a:pt x="7723" y="6343"/>
                    <a:pt x="7693" y="6404"/>
                  </a:cubicBezTo>
                  <a:lnTo>
                    <a:pt x="7693" y="6404"/>
                  </a:lnTo>
                  <a:cubicBezTo>
                    <a:pt x="7762" y="6335"/>
                    <a:pt x="7842" y="6151"/>
                    <a:pt x="7830" y="6151"/>
                  </a:cubicBezTo>
                  <a:close/>
                  <a:moveTo>
                    <a:pt x="4268" y="6587"/>
                  </a:moveTo>
                  <a:cubicBezTo>
                    <a:pt x="4308" y="6627"/>
                    <a:pt x="4371" y="6707"/>
                    <a:pt x="4435" y="6792"/>
                  </a:cubicBezTo>
                  <a:lnTo>
                    <a:pt x="4435" y="6792"/>
                  </a:lnTo>
                  <a:cubicBezTo>
                    <a:pt x="4445" y="6745"/>
                    <a:pt x="4396" y="6644"/>
                    <a:pt x="4268" y="6587"/>
                  </a:cubicBezTo>
                  <a:close/>
                  <a:moveTo>
                    <a:pt x="5071" y="7242"/>
                  </a:moveTo>
                  <a:cubicBezTo>
                    <a:pt x="5109" y="7262"/>
                    <a:pt x="5144" y="7284"/>
                    <a:pt x="5173" y="7309"/>
                  </a:cubicBezTo>
                  <a:lnTo>
                    <a:pt x="5173" y="7309"/>
                  </a:lnTo>
                  <a:cubicBezTo>
                    <a:pt x="5134" y="7274"/>
                    <a:pt x="5099" y="7253"/>
                    <a:pt x="5071" y="7242"/>
                  </a:cubicBezTo>
                  <a:close/>
                  <a:moveTo>
                    <a:pt x="6759" y="7331"/>
                  </a:moveTo>
                  <a:lnTo>
                    <a:pt x="6759" y="7331"/>
                  </a:lnTo>
                  <a:cubicBezTo>
                    <a:pt x="6733" y="7344"/>
                    <a:pt x="6708" y="7357"/>
                    <a:pt x="6692" y="7366"/>
                  </a:cubicBezTo>
                  <a:lnTo>
                    <a:pt x="6692" y="7366"/>
                  </a:lnTo>
                  <a:cubicBezTo>
                    <a:pt x="6713" y="7364"/>
                    <a:pt x="6735" y="7363"/>
                    <a:pt x="6756" y="7363"/>
                  </a:cubicBezTo>
                  <a:cubicBezTo>
                    <a:pt x="6756" y="7351"/>
                    <a:pt x="6757" y="7341"/>
                    <a:pt x="6759" y="7331"/>
                  </a:cubicBezTo>
                  <a:close/>
                  <a:moveTo>
                    <a:pt x="6186" y="3460"/>
                  </a:moveTo>
                  <a:cubicBezTo>
                    <a:pt x="6327" y="3460"/>
                    <a:pt x="6468" y="3515"/>
                    <a:pt x="6619" y="3540"/>
                  </a:cubicBezTo>
                  <a:lnTo>
                    <a:pt x="6619" y="3540"/>
                  </a:lnTo>
                  <a:cubicBezTo>
                    <a:pt x="6624" y="3543"/>
                    <a:pt x="6632" y="3547"/>
                    <a:pt x="6642" y="3552"/>
                  </a:cubicBezTo>
                  <a:cubicBezTo>
                    <a:pt x="6756" y="3643"/>
                    <a:pt x="6848" y="3643"/>
                    <a:pt x="6939" y="3734"/>
                  </a:cubicBezTo>
                  <a:cubicBezTo>
                    <a:pt x="7030" y="3734"/>
                    <a:pt x="7122" y="3734"/>
                    <a:pt x="7122" y="3826"/>
                  </a:cubicBezTo>
                  <a:cubicBezTo>
                    <a:pt x="7207" y="3826"/>
                    <a:pt x="7213" y="3926"/>
                    <a:pt x="7307" y="3938"/>
                  </a:cubicBezTo>
                  <a:lnTo>
                    <a:pt x="7307" y="3938"/>
                  </a:lnTo>
                  <a:cubicBezTo>
                    <a:pt x="7380" y="4038"/>
                    <a:pt x="7445" y="4149"/>
                    <a:pt x="7510" y="4214"/>
                  </a:cubicBezTo>
                  <a:cubicBezTo>
                    <a:pt x="7527" y="4225"/>
                    <a:pt x="7541" y="4233"/>
                    <a:pt x="7552" y="4239"/>
                  </a:cubicBezTo>
                  <a:lnTo>
                    <a:pt x="7552" y="4239"/>
                  </a:lnTo>
                  <a:cubicBezTo>
                    <a:pt x="7588" y="4292"/>
                    <a:pt x="7640" y="4344"/>
                    <a:pt x="7692" y="4396"/>
                  </a:cubicBezTo>
                  <a:cubicBezTo>
                    <a:pt x="7692" y="4510"/>
                    <a:pt x="7784" y="4602"/>
                    <a:pt x="7784" y="4693"/>
                  </a:cubicBezTo>
                  <a:cubicBezTo>
                    <a:pt x="7788" y="4699"/>
                    <a:pt x="7792" y="4704"/>
                    <a:pt x="7796" y="4709"/>
                  </a:cubicBezTo>
                  <a:lnTo>
                    <a:pt x="7796" y="4709"/>
                  </a:lnTo>
                  <a:cubicBezTo>
                    <a:pt x="7827" y="4856"/>
                    <a:pt x="7915" y="5007"/>
                    <a:pt x="7989" y="5172"/>
                  </a:cubicBezTo>
                  <a:cubicBezTo>
                    <a:pt x="7989" y="5248"/>
                    <a:pt x="7973" y="5292"/>
                    <a:pt x="7955" y="5299"/>
                  </a:cubicBezTo>
                  <a:lnTo>
                    <a:pt x="7955" y="5299"/>
                  </a:lnTo>
                  <a:cubicBezTo>
                    <a:pt x="7929" y="5219"/>
                    <a:pt x="7898" y="5134"/>
                    <a:pt x="7898" y="5081"/>
                  </a:cubicBezTo>
                  <a:lnTo>
                    <a:pt x="7898" y="5081"/>
                  </a:lnTo>
                  <a:cubicBezTo>
                    <a:pt x="7898" y="5232"/>
                    <a:pt x="7925" y="5299"/>
                    <a:pt x="7950" y="5299"/>
                  </a:cubicBezTo>
                  <a:cubicBezTo>
                    <a:pt x="7952" y="5299"/>
                    <a:pt x="7953" y="5299"/>
                    <a:pt x="7955" y="5299"/>
                  </a:cubicBezTo>
                  <a:lnTo>
                    <a:pt x="7955" y="5299"/>
                  </a:lnTo>
                  <a:cubicBezTo>
                    <a:pt x="7973" y="5355"/>
                    <a:pt x="7989" y="5408"/>
                    <a:pt x="7989" y="5446"/>
                  </a:cubicBezTo>
                  <a:cubicBezTo>
                    <a:pt x="7989" y="5537"/>
                    <a:pt x="7989" y="5652"/>
                    <a:pt x="7898" y="5743"/>
                  </a:cubicBezTo>
                  <a:cubicBezTo>
                    <a:pt x="7898" y="5805"/>
                    <a:pt x="7902" y="5834"/>
                    <a:pt x="7910" y="5842"/>
                  </a:cubicBezTo>
                  <a:lnTo>
                    <a:pt x="7910" y="5842"/>
                  </a:lnTo>
                  <a:cubicBezTo>
                    <a:pt x="7898" y="5923"/>
                    <a:pt x="7898" y="6015"/>
                    <a:pt x="7898" y="6108"/>
                  </a:cubicBezTo>
                  <a:cubicBezTo>
                    <a:pt x="7784" y="6222"/>
                    <a:pt x="7784" y="6313"/>
                    <a:pt x="7693" y="6404"/>
                  </a:cubicBezTo>
                  <a:lnTo>
                    <a:pt x="7693" y="6404"/>
                  </a:lnTo>
                  <a:cubicBezTo>
                    <a:pt x="7693" y="6404"/>
                    <a:pt x="7693" y="6404"/>
                    <a:pt x="7693" y="6404"/>
                  </a:cubicBezTo>
                  <a:lnTo>
                    <a:pt x="7693" y="6404"/>
                  </a:lnTo>
                  <a:cubicBezTo>
                    <a:pt x="7693" y="6404"/>
                    <a:pt x="7692" y="6405"/>
                    <a:pt x="7692" y="6405"/>
                  </a:cubicBezTo>
                  <a:cubicBezTo>
                    <a:pt x="7692" y="6405"/>
                    <a:pt x="7693" y="6404"/>
                    <a:pt x="7693" y="6404"/>
                  </a:cubicBezTo>
                  <a:lnTo>
                    <a:pt x="7693" y="6404"/>
                  </a:lnTo>
                  <a:cubicBezTo>
                    <a:pt x="7632" y="6528"/>
                    <a:pt x="7571" y="6655"/>
                    <a:pt x="7510" y="6793"/>
                  </a:cubicBezTo>
                  <a:cubicBezTo>
                    <a:pt x="7473" y="6848"/>
                    <a:pt x="7458" y="6869"/>
                    <a:pt x="7457" y="6869"/>
                  </a:cubicBezTo>
                  <a:cubicBezTo>
                    <a:pt x="7452" y="6869"/>
                    <a:pt x="7589" y="6642"/>
                    <a:pt x="7558" y="6642"/>
                  </a:cubicBezTo>
                  <a:cubicBezTo>
                    <a:pt x="7551" y="6642"/>
                    <a:pt x="7536" y="6653"/>
                    <a:pt x="7510" y="6679"/>
                  </a:cubicBezTo>
                  <a:cubicBezTo>
                    <a:pt x="7510" y="6679"/>
                    <a:pt x="7418" y="6793"/>
                    <a:pt x="7418" y="6884"/>
                  </a:cubicBezTo>
                  <a:cubicBezTo>
                    <a:pt x="7327" y="6884"/>
                    <a:pt x="7327" y="6975"/>
                    <a:pt x="7213" y="6975"/>
                  </a:cubicBezTo>
                  <a:cubicBezTo>
                    <a:pt x="7160" y="7028"/>
                    <a:pt x="7077" y="7081"/>
                    <a:pt x="7091" y="7081"/>
                  </a:cubicBezTo>
                  <a:cubicBezTo>
                    <a:pt x="7100" y="7081"/>
                    <a:pt x="7147" y="7060"/>
                    <a:pt x="7267" y="7004"/>
                  </a:cubicBezTo>
                  <a:lnTo>
                    <a:pt x="7267" y="7004"/>
                  </a:lnTo>
                  <a:cubicBezTo>
                    <a:pt x="7102" y="7086"/>
                    <a:pt x="7011" y="7167"/>
                    <a:pt x="6848" y="7249"/>
                  </a:cubicBezTo>
                  <a:cubicBezTo>
                    <a:pt x="6848" y="7249"/>
                    <a:pt x="6775" y="7249"/>
                    <a:pt x="6759" y="7331"/>
                  </a:cubicBezTo>
                  <a:lnTo>
                    <a:pt x="6759" y="7331"/>
                  </a:lnTo>
                  <a:cubicBezTo>
                    <a:pt x="6805" y="7310"/>
                    <a:pt x="6855" y="7289"/>
                    <a:pt x="6867" y="7289"/>
                  </a:cubicBezTo>
                  <a:cubicBezTo>
                    <a:pt x="6878" y="7289"/>
                    <a:pt x="6854" y="7308"/>
                    <a:pt x="6756" y="7363"/>
                  </a:cubicBezTo>
                  <a:cubicBezTo>
                    <a:pt x="6715" y="7376"/>
                    <a:pt x="6692" y="7381"/>
                    <a:pt x="6683" y="7381"/>
                  </a:cubicBezTo>
                  <a:cubicBezTo>
                    <a:pt x="6672" y="7381"/>
                    <a:pt x="6678" y="7375"/>
                    <a:pt x="6692" y="7366"/>
                  </a:cubicBezTo>
                  <a:lnTo>
                    <a:pt x="6692" y="7366"/>
                  </a:lnTo>
                  <a:cubicBezTo>
                    <a:pt x="6549" y="7379"/>
                    <a:pt x="6421" y="7428"/>
                    <a:pt x="6334" y="7447"/>
                  </a:cubicBezTo>
                  <a:lnTo>
                    <a:pt x="6334" y="7447"/>
                  </a:lnTo>
                  <a:cubicBezTo>
                    <a:pt x="6268" y="7434"/>
                    <a:pt x="6215" y="7428"/>
                    <a:pt x="6173" y="7428"/>
                  </a:cubicBezTo>
                  <a:cubicBezTo>
                    <a:pt x="6108" y="7428"/>
                    <a:pt x="6072" y="7442"/>
                    <a:pt x="6066" y="7455"/>
                  </a:cubicBezTo>
                  <a:lnTo>
                    <a:pt x="6277" y="7455"/>
                  </a:lnTo>
                  <a:cubicBezTo>
                    <a:pt x="6293" y="7455"/>
                    <a:pt x="6312" y="7452"/>
                    <a:pt x="6334" y="7447"/>
                  </a:cubicBezTo>
                  <a:lnTo>
                    <a:pt x="6334" y="7447"/>
                  </a:lnTo>
                  <a:cubicBezTo>
                    <a:pt x="6345" y="7449"/>
                    <a:pt x="6356" y="7452"/>
                    <a:pt x="6368" y="7455"/>
                  </a:cubicBezTo>
                  <a:lnTo>
                    <a:pt x="6277" y="7455"/>
                  </a:lnTo>
                  <a:cubicBezTo>
                    <a:pt x="6214" y="7474"/>
                    <a:pt x="6165" y="7481"/>
                    <a:pt x="6130" y="7481"/>
                  </a:cubicBezTo>
                  <a:cubicBezTo>
                    <a:pt x="6081" y="7481"/>
                    <a:pt x="6059" y="7468"/>
                    <a:pt x="6066" y="7455"/>
                  </a:cubicBezTo>
                  <a:lnTo>
                    <a:pt x="5706" y="7455"/>
                  </a:lnTo>
                  <a:cubicBezTo>
                    <a:pt x="5615" y="7455"/>
                    <a:pt x="5501" y="7455"/>
                    <a:pt x="5318" y="7363"/>
                  </a:cubicBezTo>
                  <a:cubicBezTo>
                    <a:pt x="5287" y="7363"/>
                    <a:pt x="5255" y="7363"/>
                    <a:pt x="5223" y="7359"/>
                  </a:cubicBezTo>
                  <a:lnTo>
                    <a:pt x="5223" y="7359"/>
                  </a:lnTo>
                  <a:cubicBezTo>
                    <a:pt x="5209" y="7341"/>
                    <a:pt x="5192" y="7325"/>
                    <a:pt x="5173" y="7309"/>
                  </a:cubicBezTo>
                  <a:lnTo>
                    <a:pt x="5173" y="7309"/>
                  </a:lnTo>
                  <a:cubicBezTo>
                    <a:pt x="5189" y="7323"/>
                    <a:pt x="5205" y="7339"/>
                    <a:pt x="5223" y="7359"/>
                  </a:cubicBezTo>
                  <a:lnTo>
                    <a:pt x="5223" y="7359"/>
                  </a:lnTo>
                  <a:cubicBezTo>
                    <a:pt x="5163" y="7350"/>
                    <a:pt x="5104" y="7324"/>
                    <a:pt x="5044" y="7249"/>
                  </a:cubicBezTo>
                  <a:cubicBezTo>
                    <a:pt x="4991" y="7249"/>
                    <a:pt x="4988" y="7229"/>
                    <a:pt x="5018" y="7229"/>
                  </a:cubicBezTo>
                  <a:cubicBezTo>
                    <a:pt x="5031" y="7229"/>
                    <a:pt x="5049" y="7232"/>
                    <a:pt x="5071" y="7242"/>
                  </a:cubicBezTo>
                  <a:lnTo>
                    <a:pt x="5071" y="7242"/>
                  </a:lnTo>
                  <a:cubicBezTo>
                    <a:pt x="4975" y="7191"/>
                    <a:pt x="4857" y="7158"/>
                    <a:pt x="4748" y="7158"/>
                  </a:cubicBezTo>
                  <a:cubicBezTo>
                    <a:pt x="4748" y="7081"/>
                    <a:pt x="4683" y="7069"/>
                    <a:pt x="4608" y="7012"/>
                  </a:cubicBezTo>
                  <a:lnTo>
                    <a:pt x="4608" y="7012"/>
                  </a:lnTo>
                  <a:cubicBezTo>
                    <a:pt x="4558" y="6953"/>
                    <a:pt x="4496" y="6870"/>
                    <a:pt x="4435" y="6792"/>
                  </a:cubicBezTo>
                  <a:lnTo>
                    <a:pt x="4435" y="6792"/>
                  </a:lnTo>
                  <a:cubicBezTo>
                    <a:pt x="4432" y="6807"/>
                    <a:pt x="4423" y="6816"/>
                    <a:pt x="4409" y="6816"/>
                  </a:cubicBezTo>
                  <a:cubicBezTo>
                    <a:pt x="4396" y="6816"/>
                    <a:pt x="4380" y="6809"/>
                    <a:pt x="4360" y="6793"/>
                  </a:cubicBezTo>
                  <a:cubicBezTo>
                    <a:pt x="4268" y="6679"/>
                    <a:pt x="4268" y="6587"/>
                    <a:pt x="4177" y="6496"/>
                  </a:cubicBezTo>
                  <a:cubicBezTo>
                    <a:pt x="4177" y="6405"/>
                    <a:pt x="4086" y="6405"/>
                    <a:pt x="4086" y="6313"/>
                  </a:cubicBezTo>
                  <a:lnTo>
                    <a:pt x="4086" y="6222"/>
                  </a:lnTo>
                  <a:cubicBezTo>
                    <a:pt x="4073" y="6207"/>
                    <a:pt x="4062" y="6193"/>
                    <a:pt x="4053" y="6182"/>
                  </a:cubicBezTo>
                  <a:lnTo>
                    <a:pt x="4053" y="6182"/>
                  </a:lnTo>
                  <a:cubicBezTo>
                    <a:pt x="4027" y="6075"/>
                    <a:pt x="3995" y="5980"/>
                    <a:pt x="3995" y="5925"/>
                  </a:cubicBezTo>
                  <a:cubicBezTo>
                    <a:pt x="3903" y="5834"/>
                    <a:pt x="3903" y="5743"/>
                    <a:pt x="3903" y="5743"/>
                  </a:cubicBezTo>
                  <a:lnTo>
                    <a:pt x="3903" y="5264"/>
                  </a:lnTo>
                  <a:lnTo>
                    <a:pt x="3903" y="5081"/>
                  </a:lnTo>
                  <a:cubicBezTo>
                    <a:pt x="3966" y="4939"/>
                    <a:pt x="3986" y="4852"/>
                    <a:pt x="4022" y="4752"/>
                  </a:cubicBezTo>
                  <a:lnTo>
                    <a:pt x="4022" y="4752"/>
                  </a:lnTo>
                  <a:cubicBezTo>
                    <a:pt x="4022" y="4758"/>
                    <a:pt x="4024" y="4761"/>
                    <a:pt x="4027" y="4761"/>
                  </a:cubicBezTo>
                  <a:cubicBezTo>
                    <a:pt x="4035" y="4761"/>
                    <a:pt x="4053" y="4742"/>
                    <a:pt x="4086" y="4693"/>
                  </a:cubicBezTo>
                  <a:cubicBezTo>
                    <a:pt x="4086" y="4602"/>
                    <a:pt x="4177" y="4510"/>
                    <a:pt x="4177" y="4396"/>
                  </a:cubicBezTo>
                  <a:cubicBezTo>
                    <a:pt x="4268" y="4305"/>
                    <a:pt x="4268" y="4214"/>
                    <a:pt x="4268" y="4214"/>
                  </a:cubicBezTo>
                  <a:cubicBezTo>
                    <a:pt x="4347" y="4144"/>
                    <a:pt x="4395" y="4114"/>
                    <a:pt x="4414" y="4114"/>
                  </a:cubicBezTo>
                  <a:cubicBezTo>
                    <a:pt x="4417" y="4114"/>
                    <a:pt x="4419" y="4115"/>
                    <a:pt x="4421" y="4117"/>
                  </a:cubicBezTo>
                  <a:lnTo>
                    <a:pt x="4421" y="4117"/>
                  </a:lnTo>
                  <a:cubicBezTo>
                    <a:pt x="4471" y="4050"/>
                    <a:pt x="4521" y="3984"/>
                    <a:pt x="4565" y="3940"/>
                  </a:cubicBezTo>
                  <a:cubicBezTo>
                    <a:pt x="4589" y="3909"/>
                    <a:pt x="4620" y="3881"/>
                    <a:pt x="4649" y="3856"/>
                  </a:cubicBezTo>
                  <a:lnTo>
                    <a:pt x="4649" y="3856"/>
                  </a:lnTo>
                  <a:cubicBezTo>
                    <a:pt x="4686" y="3839"/>
                    <a:pt x="4724" y="3826"/>
                    <a:pt x="4748" y="3826"/>
                  </a:cubicBezTo>
                  <a:cubicBezTo>
                    <a:pt x="4839" y="3734"/>
                    <a:pt x="5136" y="3643"/>
                    <a:pt x="5227" y="3552"/>
                  </a:cubicBezTo>
                  <a:lnTo>
                    <a:pt x="5227" y="3552"/>
                  </a:lnTo>
                  <a:cubicBezTo>
                    <a:pt x="5227" y="3552"/>
                    <a:pt x="5055" y="3592"/>
                    <a:pt x="5001" y="3592"/>
                  </a:cubicBezTo>
                  <a:cubicBezTo>
                    <a:pt x="4973" y="3592"/>
                    <a:pt x="4976" y="3582"/>
                    <a:pt x="5044" y="3552"/>
                  </a:cubicBezTo>
                  <a:cubicBezTo>
                    <a:pt x="5136" y="3552"/>
                    <a:pt x="5227" y="3552"/>
                    <a:pt x="5318" y="3460"/>
                  </a:cubicBezTo>
                  <a:close/>
                  <a:moveTo>
                    <a:pt x="5949" y="1"/>
                  </a:moveTo>
                  <a:cubicBezTo>
                    <a:pt x="4403" y="1"/>
                    <a:pt x="2824" y="671"/>
                    <a:pt x="1803" y="1840"/>
                  </a:cubicBezTo>
                  <a:cubicBezTo>
                    <a:pt x="365" y="3643"/>
                    <a:pt x="0" y="6222"/>
                    <a:pt x="1233" y="8208"/>
                  </a:cubicBezTo>
                  <a:cubicBezTo>
                    <a:pt x="2290" y="9931"/>
                    <a:pt x="4120" y="10865"/>
                    <a:pt x="6060" y="10865"/>
                  </a:cubicBezTo>
                  <a:cubicBezTo>
                    <a:pt x="6381" y="10865"/>
                    <a:pt x="6706" y="10839"/>
                    <a:pt x="7030" y="10787"/>
                  </a:cubicBezTo>
                  <a:cubicBezTo>
                    <a:pt x="9554" y="10318"/>
                    <a:pt x="11247" y="8035"/>
                    <a:pt x="11405" y="5606"/>
                  </a:cubicBezTo>
                  <a:lnTo>
                    <a:pt x="11405" y="5606"/>
                  </a:lnTo>
                  <a:cubicBezTo>
                    <a:pt x="11410" y="5554"/>
                    <a:pt x="11413" y="5500"/>
                    <a:pt x="11413" y="5446"/>
                  </a:cubicBezTo>
                  <a:lnTo>
                    <a:pt x="11413" y="5446"/>
                  </a:lnTo>
                  <a:cubicBezTo>
                    <a:pt x="11413" y="5446"/>
                    <a:pt x="11413" y="5446"/>
                    <a:pt x="11413" y="5446"/>
                  </a:cubicBezTo>
                  <a:cubicBezTo>
                    <a:pt x="11413" y="5406"/>
                    <a:pt x="11411" y="5365"/>
                    <a:pt x="11407" y="5325"/>
                  </a:cubicBezTo>
                  <a:lnTo>
                    <a:pt x="11407" y="5325"/>
                  </a:lnTo>
                  <a:cubicBezTo>
                    <a:pt x="11272" y="3005"/>
                    <a:pt x="9846" y="1073"/>
                    <a:pt x="7692" y="310"/>
                  </a:cubicBezTo>
                  <a:cubicBezTo>
                    <a:pt x="7139" y="101"/>
                    <a:pt x="6547" y="1"/>
                    <a:pt x="59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46" name="Google Shape;924;p32">
              <a:extLst>
                <a:ext uri="{FF2B5EF4-FFF2-40B4-BE49-F238E27FC236}">
                  <a16:creationId xmlns:a16="http://schemas.microsoft.com/office/drawing/2014/main" id="{DD4B5C50-FCA3-424C-A133-DB1B7F89E780}"/>
                </a:ext>
              </a:extLst>
            </p:cNvPr>
            <p:cNvSpPr/>
            <p:nvPr/>
          </p:nvSpPr>
          <p:spPr>
            <a:xfrm>
              <a:off x="2242750" y="1936775"/>
              <a:ext cx="187750" cy="185475"/>
            </a:xfrm>
            <a:custGeom>
              <a:avLst/>
              <a:gdLst/>
              <a:ahLst/>
              <a:cxnLst/>
              <a:rect l="l" t="t" r="r" b="b"/>
              <a:pathLst>
                <a:path w="7510" h="7419" extrusionOk="0">
                  <a:moveTo>
                    <a:pt x="3698" y="0"/>
                  </a:moveTo>
                  <a:cubicBezTo>
                    <a:pt x="1712" y="0"/>
                    <a:pt x="0" y="1621"/>
                    <a:pt x="0" y="3698"/>
                  </a:cubicBezTo>
                  <a:cubicBezTo>
                    <a:pt x="0" y="5798"/>
                    <a:pt x="1712" y="7419"/>
                    <a:pt x="3698" y="7419"/>
                  </a:cubicBezTo>
                  <a:cubicBezTo>
                    <a:pt x="5798" y="7419"/>
                    <a:pt x="7510" y="5798"/>
                    <a:pt x="7510" y="3698"/>
                  </a:cubicBezTo>
                  <a:cubicBezTo>
                    <a:pt x="7510" y="1621"/>
                    <a:pt x="5798" y="0"/>
                    <a:pt x="3698" y="0"/>
                  </a:cubicBezTo>
                  <a:close/>
                </a:path>
              </a:pathLst>
            </a:custGeom>
            <a:solidFill>
              <a:srgbClr val="2B85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47" name="Google Shape;927;p32">
              <a:extLst>
                <a:ext uri="{FF2B5EF4-FFF2-40B4-BE49-F238E27FC236}">
                  <a16:creationId xmlns:a16="http://schemas.microsoft.com/office/drawing/2014/main" id="{1DBF5FD4-9176-407C-9887-5719FCFC59E4}"/>
                </a:ext>
              </a:extLst>
            </p:cNvPr>
            <p:cNvSpPr/>
            <p:nvPr/>
          </p:nvSpPr>
          <p:spPr>
            <a:xfrm>
              <a:off x="2180550" y="3638975"/>
              <a:ext cx="292750" cy="271425"/>
            </a:xfrm>
            <a:custGeom>
              <a:avLst/>
              <a:gdLst/>
              <a:ahLst/>
              <a:cxnLst/>
              <a:rect l="l" t="t" r="r" b="b"/>
              <a:pathLst>
                <a:path w="11710" h="10857" extrusionOk="0">
                  <a:moveTo>
                    <a:pt x="4474" y="4086"/>
                  </a:moveTo>
                  <a:cubicBezTo>
                    <a:pt x="4468" y="4086"/>
                    <a:pt x="4462" y="4086"/>
                    <a:pt x="4457" y="4087"/>
                  </a:cubicBezTo>
                  <a:lnTo>
                    <a:pt x="4457" y="4087"/>
                  </a:lnTo>
                  <a:cubicBezTo>
                    <a:pt x="4432" y="4121"/>
                    <a:pt x="4407" y="4153"/>
                    <a:pt x="4383" y="4177"/>
                  </a:cubicBezTo>
                  <a:cubicBezTo>
                    <a:pt x="4332" y="4209"/>
                    <a:pt x="4303" y="4232"/>
                    <a:pt x="4290" y="4244"/>
                  </a:cubicBezTo>
                  <a:lnTo>
                    <a:pt x="4290" y="4244"/>
                  </a:lnTo>
                  <a:cubicBezTo>
                    <a:pt x="4290" y="4247"/>
                    <a:pt x="4290" y="4250"/>
                    <a:pt x="4289" y="4252"/>
                  </a:cubicBezTo>
                  <a:lnTo>
                    <a:pt x="4289" y="4252"/>
                  </a:lnTo>
                  <a:cubicBezTo>
                    <a:pt x="4310" y="4243"/>
                    <a:pt x="4380" y="4192"/>
                    <a:pt x="4474" y="4086"/>
                  </a:cubicBezTo>
                  <a:close/>
                  <a:moveTo>
                    <a:pt x="7989" y="5684"/>
                  </a:moveTo>
                  <a:cubicBezTo>
                    <a:pt x="7987" y="5693"/>
                    <a:pt x="7985" y="5704"/>
                    <a:pt x="7982" y="5714"/>
                  </a:cubicBezTo>
                  <a:lnTo>
                    <a:pt x="7982" y="5714"/>
                  </a:lnTo>
                  <a:cubicBezTo>
                    <a:pt x="7985" y="5711"/>
                    <a:pt x="7987" y="5709"/>
                    <a:pt x="7989" y="5707"/>
                  </a:cubicBezTo>
                  <a:lnTo>
                    <a:pt x="7989" y="5684"/>
                  </a:lnTo>
                  <a:close/>
                  <a:moveTo>
                    <a:pt x="3903" y="5707"/>
                  </a:moveTo>
                  <a:cubicBezTo>
                    <a:pt x="3917" y="5750"/>
                    <a:pt x="3926" y="5781"/>
                    <a:pt x="3933" y="5802"/>
                  </a:cubicBezTo>
                  <a:lnTo>
                    <a:pt x="3933" y="5802"/>
                  </a:lnTo>
                  <a:cubicBezTo>
                    <a:pt x="3924" y="5799"/>
                    <a:pt x="3915" y="5798"/>
                    <a:pt x="3903" y="5798"/>
                  </a:cubicBezTo>
                  <a:lnTo>
                    <a:pt x="3903" y="5707"/>
                  </a:lnTo>
                  <a:close/>
                  <a:moveTo>
                    <a:pt x="4082" y="6244"/>
                  </a:moveTo>
                  <a:lnTo>
                    <a:pt x="4082" y="6244"/>
                  </a:lnTo>
                  <a:cubicBezTo>
                    <a:pt x="4115" y="6317"/>
                    <a:pt x="4137" y="6387"/>
                    <a:pt x="4133" y="6387"/>
                  </a:cubicBezTo>
                  <a:cubicBezTo>
                    <a:pt x="4131" y="6387"/>
                    <a:pt x="4117" y="6357"/>
                    <a:pt x="4086" y="6277"/>
                  </a:cubicBezTo>
                  <a:cubicBezTo>
                    <a:pt x="4086" y="6266"/>
                    <a:pt x="4085" y="6255"/>
                    <a:pt x="4082" y="6244"/>
                  </a:cubicBezTo>
                  <a:close/>
                  <a:moveTo>
                    <a:pt x="4622" y="6925"/>
                  </a:moveTo>
                  <a:cubicBezTo>
                    <a:pt x="4621" y="6925"/>
                    <a:pt x="4619" y="6925"/>
                    <a:pt x="4618" y="6925"/>
                  </a:cubicBezTo>
                  <a:lnTo>
                    <a:pt x="4618" y="6925"/>
                  </a:lnTo>
                  <a:cubicBezTo>
                    <a:pt x="4673" y="6960"/>
                    <a:pt x="4727" y="6995"/>
                    <a:pt x="4771" y="7030"/>
                  </a:cubicBezTo>
                  <a:cubicBezTo>
                    <a:pt x="4723" y="6953"/>
                    <a:pt x="4662" y="6925"/>
                    <a:pt x="4622" y="6925"/>
                  </a:cubicBezTo>
                  <a:close/>
                  <a:moveTo>
                    <a:pt x="6770" y="7278"/>
                  </a:moveTo>
                  <a:lnTo>
                    <a:pt x="6770" y="7278"/>
                  </a:lnTo>
                  <a:cubicBezTo>
                    <a:pt x="6757" y="7302"/>
                    <a:pt x="6757" y="7327"/>
                    <a:pt x="6757" y="7327"/>
                  </a:cubicBezTo>
                  <a:cubicBezTo>
                    <a:pt x="6703" y="7354"/>
                    <a:pt x="6673" y="7365"/>
                    <a:pt x="6662" y="7365"/>
                  </a:cubicBezTo>
                  <a:cubicBezTo>
                    <a:pt x="6641" y="7365"/>
                    <a:pt x="6687" y="7326"/>
                    <a:pt x="6770" y="7278"/>
                  </a:cubicBezTo>
                  <a:close/>
                  <a:moveTo>
                    <a:pt x="6095" y="3424"/>
                  </a:moveTo>
                  <a:cubicBezTo>
                    <a:pt x="6186" y="3424"/>
                    <a:pt x="6483" y="3424"/>
                    <a:pt x="6574" y="3515"/>
                  </a:cubicBezTo>
                  <a:cubicBezTo>
                    <a:pt x="6665" y="3515"/>
                    <a:pt x="6757" y="3607"/>
                    <a:pt x="6848" y="3607"/>
                  </a:cubicBezTo>
                  <a:cubicBezTo>
                    <a:pt x="6848" y="3607"/>
                    <a:pt x="6614" y="3490"/>
                    <a:pt x="6661" y="3490"/>
                  </a:cubicBezTo>
                  <a:cubicBezTo>
                    <a:pt x="6673" y="3490"/>
                    <a:pt x="6702" y="3497"/>
                    <a:pt x="6757" y="3515"/>
                  </a:cubicBezTo>
                  <a:cubicBezTo>
                    <a:pt x="6904" y="3589"/>
                    <a:pt x="7006" y="3677"/>
                    <a:pt x="7136" y="3756"/>
                  </a:cubicBezTo>
                  <a:lnTo>
                    <a:pt x="7136" y="3756"/>
                  </a:lnTo>
                  <a:cubicBezTo>
                    <a:pt x="7130" y="3765"/>
                    <a:pt x="7131" y="3782"/>
                    <a:pt x="7145" y="3812"/>
                  </a:cubicBezTo>
                  <a:cubicBezTo>
                    <a:pt x="7236" y="3812"/>
                    <a:pt x="7327" y="3903"/>
                    <a:pt x="7327" y="3995"/>
                  </a:cubicBezTo>
                  <a:cubicBezTo>
                    <a:pt x="7419" y="3995"/>
                    <a:pt x="7419" y="4086"/>
                    <a:pt x="7510" y="4086"/>
                  </a:cubicBezTo>
                  <a:cubicBezTo>
                    <a:pt x="7562" y="4180"/>
                    <a:pt x="7590" y="4249"/>
                    <a:pt x="7586" y="4270"/>
                  </a:cubicBezTo>
                  <a:lnTo>
                    <a:pt x="7586" y="4270"/>
                  </a:lnTo>
                  <a:cubicBezTo>
                    <a:pt x="7528" y="4196"/>
                    <a:pt x="7470" y="4137"/>
                    <a:pt x="7419" y="4086"/>
                  </a:cubicBezTo>
                  <a:lnTo>
                    <a:pt x="7419" y="4086"/>
                  </a:lnTo>
                  <a:cubicBezTo>
                    <a:pt x="7512" y="4221"/>
                    <a:pt x="7563" y="4276"/>
                    <a:pt x="7580" y="4276"/>
                  </a:cubicBezTo>
                  <a:cubicBezTo>
                    <a:pt x="7583" y="4276"/>
                    <a:pt x="7585" y="4274"/>
                    <a:pt x="7586" y="4270"/>
                  </a:cubicBezTo>
                  <a:lnTo>
                    <a:pt x="7586" y="4270"/>
                  </a:lnTo>
                  <a:cubicBezTo>
                    <a:pt x="7631" y="4327"/>
                    <a:pt x="7675" y="4394"/>
                    <a:pt x="7715" y="4474"/>
                  </a:cubicBezTo>
                  <a:cubicBezTo>
                    <a:pt x="7769" y="4474"/>
                    <a:pt x="7791" y="4506"/>
                    <a:pt x="7800" y="4551"/>
                  </a:cubicBezTo>
                  <a:lnTo>
                    <a:pt x="7800" y="4551"/>
                  </a:lnTo>
                  <a:cubicBezTo>
                    <a:pt x="7797" y="4546"/>
                    <a:pt x="7794" y="4543"/>
                    <a:pt x="7791" y="4543"/>
                  </a:cubicBezTo>
                  <a:cubicBezTo>
                    <a:pt x="7784" y="4543"/>
                    <a:pt x="7786" y="4573"/>
                    <a:pt x="7807" y="4657"/>
                  </a:cubicBezTo>
                  <a:cubicBezTo>
                    <a:pt x="7807" y="4657"/>
                    <a:pt x="7807" y="4657"/>
                    <a:pt x="7807" y="4657"/>
                  </a:cubicBezTo>
                  <a:lnTo>
                    <a:pt x="7807" y="4657"/>
                  </a:lnTo>
                  <a:cubicBezTo>
                    <a:pt x="7826" y="4689"/>
                    <a:pt x="7841" y="4709"/>
                    <a:pt x="7851" y="4722"/>
                  </a:cubicBezTo>
                  <a:lnTo>
                    <a:pt x="7851" y="4722"/>
                  </a:lnTo>
                  <a:cubicBezTo>
                    <a:pt x="7893" y="4809"/>
                    <a:pt x="7910" y="4935"/>
                    <a:pt x="7956" y="5060"/>
                  </a:cubicBezTo>
                  <a:lnTo>
                    <a:pt x="7956" y="5060"/>
                  </a:lnTo>
                  <a:cubicBezTo>
                    <a:pt x="7943" y="5080"/>
                    <a:pt x="7949" y="5117"/>
                    <a:pt x="7959" y="5151"/>
                  </a:cubicBezTo>
                  <a:lnTo>
                    <a:pt x="7959" y="5151"/>
                  </a:lnTo>
                  <a:cubicBezTo>
                    <a:pt x="7963" y="5136"/>
                    <a:pt x="7967" y="5118"/>
                    <a:pt x="7972" y="5099"/>
                  </a:cubicBezTo>
                  <a:lnTo>
                    <a:pt x="7972" y="5099"/>
                  </a:lnTo>
                  <a:cubicBezTo>
                    <a:pt x="7978" y="5112"/>
                    <a:pt x="7983" y="5124"/>
                    <a:pt x="7989" y="5136"/>
                  </a:cubicBezTo>
                  <a:cubicBezTo>
                    <a:pt x="7989" y="5167"/>
                    <a:pt x="7987" y="5193"/>
                    <a:pt x="7983" y="5213"/>
                  </a:cubicBezTo>
                  <a:lnTo>
                    <a:pt x="7983" y="5213"/>
                  </a:lnTo>
                  <a:cubicBezTo>
                    <a:pt x="7976" y="5199"/>
                    <a:pt x="7967" y="5176"/>
                    <a:pt x="7959" y="5151"/>
                  </a:cubicBezTo>
                  <a:lnTo>
                    <a:pt x="7959" y="5151"/>
                  </a:lnTo>
                  <a:cubicBezTo>
                    <a:pt x="7942" y="5228"/>
                    <a:pt x="7948" y="5263"/>
                    <a:pt x="7959" y="5263"/>
                  </a:cubicBezTo>
                  <a:cubicBezTo>
                    <a:pt x="7966" y="5263"/>
                    <a:pt x="7976" y="5246"/>
                    <a:pt x="7983" y="5213"/>
                  </a:cubicBezTo>
                  <a:lnTo>
                    <a:pt x="7983" y="5213"/>
                  </a:lnTo>
                  <a:cubicBezTo>
                    <a:pt x="7987" y="5222"/>
                    <a:pt x="7989" y="5227"/>
                    <a:pt x="7989" y="5227"/>
                  </a:cubicBezTo>
                  <a:lnTo>
                    <a:pt x="7989" y="5684"/>
                  </a:lnTo>
                  <a:lnTo>
                    <a:pt x="7989" y="5684"/>
                  </a:lnTo>
                  <a:cubicBezTo>
                    <a:pt x="8002" y="5631"/>
                    <a:pt x="8014" y="5585"/>
                    <a:pt x="8015" y="5585"/>
                  </a:cubicBezTo>
                  <a:lnTo>
                    <a:pt x="8015" y="5585"/>
                  </a:lnTo>
                  <a:cubicBezTo>
                    <a:pt x="8017" y="5585"/>
                    <a:pt x="8010" y="5618"/>
                    <a:pt x="7989" y="5707"/>
                  </a:cubicBezTo>
                  <a:lnTo>
                    <a:pt x="7989" y="5798"/>
                  </a:lnTo>
                  <a:cubicBezTo>
                    <a:pt x="7977" y="5826"/>
                    <a:pt x="7969" y="5837"/>
                    <a:pt x="7966" y="5837"/>
                  </a:cubicBezTo>
                  <a:cubicBezTo>
                    <a:pt x="7957" y="5837"/>
                    <a:pt x="7968" y="5776"/>
                    <a:pt x="7982" y="5714"/>
                  </a:cubicBezTo>
                  <a:lnTo>
                    <a:pt x="7982" y="5714"/>
                  </a:lnTo>
                  <a:cubicBezTo>
                    <a:pt x="7898" y="5803"/>
                    <a:pt x="7898" y="5892"/>
                    <a:pt x="7898" y="6003"/>
                  </a:cubicBezTo>
                  <a:cubicBezTo>
                    <a:pt x="7898" y="6052"/>
                    <a:pt x="7871" y="6102"/>
                    <a:pt x="7847" y="6151"/>
                  </a:cubicBezTo>
                  <a:lnTo>
                    <a:pt x="7847" y="6151"/>
                  </a:lnTo>
                  <a:cubicBezTo>
                    <a:pt x="7862" y="6132"/>
                    <a:pt x="7879" y="6114"/>
                    <a:pt x="7898" y="6095"/>
                  </a:cubicBezTo>
                  <a:lnTo>
                    <a:pt x="7898" y="6095"/>
                  </a:lnTo>
                  <a:cubicBezTo>
                    <a:pt x="7873" y="6120"/>
                    <a:pt x="7848" y="6159"/>
                    <a:pt x="7823" y="6204"/>
                  </a:cubicBezTo>
                  <a:lnTo>
                    <a:pt x="7823" y="6204"/>
                  </a:lnTo>
                  <a:cubicBezTo>
                    <a:pt x="7830" y="6186"/>
                    <a:pt x="7838" y="6169"/>
                    <a:pt x="7847" y="6151"/>
                  </a:cubicBezTo>
                  <a:lnTo>
                    <a:pt x="7847" y="6151"/>
                  </a:lnTo>
                  <a:cubicBezTo>
                    <a:pt x="7766" y="6250"/>
                    <a:pt x="7738" y="6338"/>
                    <a:pt x="7749" y="6351"/>
                  </a:cubicBezTo>
                  <a:lnTo>
                    <a:pt x="7749" y="6351"/>
                  </a:lnTo>
                  <a:cubicBezTo>
                    <a:pt x="7773" y="6300"/>
                    <a:pt x="7798" y="6249"/>
                    <a:pt x="7823" y="6204"/>
                  </a:cubicBezTo>
                  <a:lnTo>
                    <a:pt x="7823" y="6204"/>
                  </a:lnTo>
                  <a:cubicBezTo>
                    <a:pt x="7813" y="6228"/>
                    <a:pt x="7807" y="6253"/>
                    <a:pt x="7807" y="6277"/>
                  </a:cubicBezTo>
                  <a:cubicBezTo>
                    <a:pt x="7780" y="6331"/>
                    <a:pt x="7761" y="6353"/>
                    <a:pt x="7752" y="6353"/>
                  </a:cubicBezTo>
                  <a:cubicBezTo>
                    <a:pt x="7751" y="6353"/>
                    <a:pt x="7750" y="6352"/>
                    <a:pt x="7749" y="6351"/>
                  </a:cubicBezTo>
                  <a:lnTo>
                    <a:pt x="7749" y="6351"/>
                  </a:lnTo>
                  <a:cubicBezTo>
                    <a:pt x="7707" y="6437"/>
                    <a:pt x="7666" y="6522"/>
                    <a:pt x="7624" y="6574"/>
                  </a:cubicBezTo>
                  <a:cubicBezTo>
                    <a:pt x="7624" y="6589"/>
                    <a:pt x="7621" y="6602"/>
                    <a:pt x="7615" y="6613"/>
                  </a:cubicBezTo>
                  <a:lnTo>
                    <a:pt x="7615" y="6613"/>
                  </a:lnTo>
                  <a:cubicBezTo>
                    <a:pt x="7614" y="6613"/>
                    <a:pt x="7613" y="6613"/>
                    <a:pt x="7611" y="6613"/>
                  </a:cubicBezTo>
                  <a:cubicBezTo>
                    <a:pt x="7596" y="6613"/>
                    <a:pt x="7564" y="6628"/>
                    <a:pt x="7510" y="6665"/>
                  </a:cubicBezTo>
                  <a:lnTo>
                    <a:pt x="7145" y="7030"/>
                  </a:lnTo>
                  <a:cubicBezTo>
                    <a:pt x="7197" y="6978"/>
                    <a:pt x="7281" y="6925"/>
                    <a:pt x="7306" y="6925"/>
                  </a:cubicBezTo>
                  <a:cubicBezTo>
                    <a:pt x="7325" y="6925"/>
                    <a:pt x="7313" y="6953"/>
                    <a:pt x="7236" y="7030"/>
                  </a:cubicBezTo>
                  <a:cubicBezTo>
                    <a:pt x="7145" y="7030"/>
                    <a:pt x="7053" y="7145"/>
                    <a:pt x="7053" y="7145"/>
                  </a:cubicBezTo>
                  <a:cubicBezTo>
                    <a:pt x="6939" y="7236"/>
                    <a:pt x="6848" y="7236"/>
                    <a:pt x="6848" y="7236"/>
                  </a:cubicBezTo>
                  <a:cubicBezTo>
                    <a:pt x="6757" y="7236"/>
                    <a:pt x="6574" y="7327"/>
                    <a:pt x="6369" y="7418"/>
                  </a:cubicBezTo>
                  <a:lnTo>
                    <a:pt x="5798" y="7418"/>
                  </a:lnTo>
                  <a:cubicBezTo>
                    <a:pt x="5646" y="7388"/>
                    <a:pt x="5575" y="7378"/>
                    <a:pt x="5551" y="7378"/>
                  </a:cubicBezTo>
                  <a:cubicBezTo>
                    <a:pt x="5504" y="7378"/>
                    <a:pt x="5646" y="7418"/>
                    <a:pt x="5707" y="7418"/>
                  </a:cubicBezTo>
                  <a:lnTo>
                    <a:pt x="5615" y="7418"/>
                  </a:lnTo>
                  <a:cubicBezTo>
                    <a:pt x="5433" y="7418"/>
                    <a:pt x="5227" y="7327"/>
                    <a:pt x="5136" y="7327"/>
                  </a:cubicBezTo>
                  <a:cubicBezTo>
                    <a:pt x="5045" y="7236"/>
                    <a:pt x="4953" y="7236"/>
                    <a:pt x="4862" y="7145"/>
                  </a:cubicBezTo>
                  <a:cubicBezTo>
                    <a:pt x="4862" y="7145"/>
                    <a:pt x="4771" y="7030"/>
                    <a:pt x="4657" y="7030"/>
                  </a:cubicBezTo>
                  <a:cubicBezTo>
                    <a:pt x="4554" y="6979"/>
                    <a:pt x="4567" y="6928"/>
                    <a:pt x="4618" y="6925"/>
                  </a:cubicBezTo>
                  <a:lnTo>
                    <a:pt x="4618" y="6925"/>
                  </a:lnTo>
                  <a:cubicBezTo>
                    <a:pt x="4530" y="6869"/>
                    <a:pt x="4439" y="6813"/>
                    <a:pt x="4383" y="6756"/>
                  </a:cubicBezTo>
                  <a:cubicBezTo>
                    <a:pt x="4383" y="6748"/>
                    <a:pt x="4381" y="6739"/>
                    <a:pt x="4379" y="6730"/>
                  </a:cubicBezTo>
                  <a:lnTo>
                    <a:pt x="4379" y="6730"/>
                  </a:lnTo>
                  <a:cubicBezTo>
                    <a:pt x="4401" y="6759"/>
                    <a:pt x="4417" y="6787"/>
                    <a:pt x="4420" y="6787"/>
                  </a:cubicBezTo>
                  <a:cubicBezTo>
                    <a:pt x="4423" y="6787"/>
                    <a:pt x="4413" y="6756"/>
                    <a:pt x="4383" y="6665"/>
                  </a:cubicBezTo>
                  <a:cubicBezTo>
                    <a:pt x="4326" y="6601"/>
                    <a:pt x="4304" y="6577"/>
                    <a:pt x="4302" y="6577"/>
                  </a:cubicBezTo>
                  <a:cubicBezTo>
                    <a:pt x="4297" y="6577"/>
                    <a:pt x="4362" y="6665"/>
                    <a:pt x="4379" y="6730"/>
                  </a:cubicBezTo>
                  <a:lnTo>
                    <a:pt x="4379" y="6730"/>
                  </a:lnTo>
                  <a:cubicBezTo>
                    <a:pt x="4355" y="6698"/>
                    <a:pt x="4323" y="6665"/>
                    <a:pt x="4292" y="6665"/>
                  </a:cubicBezTo>
                  <a:cubicBezTo>
                    <a:pt x="4205" y="6471"/>
                    <a:pt x="4200" y="6215"/>
                    <a:pt x="4026" y="6111"/>
                  </a:cubicBezTo>
                  <a:lnTo>
                    <a:pt x="4026" y="6111"/>
                  </a:lnTo>
                  <a:cubicBezTo>
                    <a:pt x="4009" y="6075"/>
                    <a:pt x="3995" y="6039"/>
                    <a:pt x="3995" y="6003"/>
                  </a:cubicBezTo>
                  <a:cubicBezTo>
                    <a:pt x="3995" y="5905"/>
                    <a:pt x="3995" y="5824"/>
                    <a:pt x="3937" y="5803"/>
                  </a:cubicBezTo>
                  <a:lnTo>
                    <a:pt x="3937" y="5803"/>
                  </a:lnTo>
                  <a:cubicBezTo>
                    <a:pt x="3925" y="5754"/>
                    <a:pt x="3903" y="5660"/>
                    <a:pt x="3903" y="5615"/>
                  </a:cubicBezTo>
                  <a:lnTo>
                    <a:pt x="3903" y="5318"/>
                  </a:lnTo>
                  <a:lnTo>
                    <a:pt x="3903" y="5136"/>
                  </a:lnTo>
                  <a:cubicBezTo>
                    <a:pt x="3973" y="4998"/>
                    <a:pt x="3989" y="4847"/>
                    <a:pt x="4033" y="4702"/>
                  </a:cubicBezTo>
                  <a:lnTo>
                    <a:pt x="4033" y="4702"/>
                  </a:lnTo>
                  <a:cubicBezTo>
                    <a:pt x="4042" y="4701"/>
                    <a:pt x="4058" y="4688"/>
                    <a:pt x="4086" y="4657"/>
                  </a:cubicBezTo>
                  <a:cubicBezTo>
                    <a:pt x="4086" y="4565"/>
                    <a:pt x="4200" y="4474"/>
                    <a:pt x="4200" y="4383"/>
                  </a:cubicBezTo>
                  <a:cubicBezTo>
                    <a:pt x="4265" y="4318"/>
                    <a:pt x="4284" y="4299"/>
                    <a:pt x="4289" y="4252"/>
                  </a:cubicBezTo>
                  <a:lnTo>
                    <a:pt x="4289" y="4252"/>
                  </a:lnTo>
                  <a:cubicBezTo>
                    <a:pt x="4287" y="4253"/>
                    <a:pt x="4286" y="4254"/>
                    <a:pt x="4284" y="4254"/>
                  </a:cubicBezTo>
                  <a:cubicBezTo>
                    <a:pt x="4282" y="4254"/>
                    <a:pt x="4283" y="4250"/>
                    <a:pt x="4290" y="4244"/>
                  </a:cubicBezTo>
                  <a:lnTo>
                    <a:pt x="4290" y="4244"/>
                  </a:lnTo>
                  <a:cubicBezTo>
                    <a:pt x="4292" y="4227"/>
                    <a:pt x="4292" y="4205"/>
                    <a:pt x="4292" y="4177"/>
                  </a:cubicBezTo>
                  <a:cubicBezTo>
                    <a:pt x="4377" y="4177"/>
                    <a:pt x="4382" y="4098"/>
                    <a:pt x="4457" y="4087"/>
                  </a:cubicBezTo>
                  <a:lnTo>
                    <a:pt x="4457" y="4087"/>
                  </a:lnTo>
                  <a:cubicBezTo>
                    <a:pt x="4523" y="3994"/>
                    <a:pt x="4590" y="3879"/>
                    <a:pt x="4657" y="3812"/>
                  </a:cubicBezTo>
                  <a:cubicBezTo>
                    <a:pt x="4771" y="3812"/>
                    <a:pt x="4862" y="3721"/>
                    <a:pt x="4862" y="3721"/>
                  </a:cubicBezTo>
                  <a:cubicBezTo>
                    <a:pt x="4922" y="3646"/>
                    <a:pt x="4981" y="3620"/>
                    <a:pt x="5041" y="3586"/>
                  </a:cubicBezTo>
                  <a:lnTo>
                    <a:pt x="5041" y="3586"/>
                  </a:lnTo>
                  <a:cubicBezTo>
                    <a:pt x="5034" y="3588"/>
                    <a:pt x="5029" y="3589"/>
                    <a:pt x="5026" y="3589"/>
                  </a:cubicBezTo>
                  <a:cubicBezTo>
                    <a:pt x="5014" y="3589"/>
                    <a:pt x="5038" y="3570"/>
                    <a:pt x="5136" y="3515"/>
                  </a:cubicBezTo>
                  <a:lnTo>
                    <a:pt x="5136" y="3515"/>
                  </a:lnTo>
                  <a:cubicBezTo>
                    <a:pt x="5104" y="3547"/>
                    <a:pt x="5073" y="3568"/>
                    <a:pt x="5041" y="3586"/>
                  </a:cubicBezTo>
                  <a:lnTo>
                    <a:pt x="5041" y="3586"/>
                  </a:lnTo>
                  <a:cubicBezTo>
                    <a:pt x="5079" y="3574"/>
                    <a:pt x="5165" y="3534"/>
                    <a:pt x="5200" y="3512"/>
                  </a:cubicBezTo>
                  <a:lnTo>
                    <a:pt x="5200" y="3512"/>
                  </a:lnTo>
                  <a:cubicBezTo>
                    <a:pt x="5179" y="3514"/>
                    <a:pt x="5158" y="3515"/>
                    <a:pt x="5136" y="3515"/>
                  </a:cubicBezTo>
                  <a:cubicBezTo>
                    <a:pt x="5178" y="3502"/>
                    <a:pt x="5200" y="3497"/>
                    <a:pt x="5210" y="3497"/>
                  </a:cubicBezTo>
                  <a:cubicBezTo>
                    <a:pt x="5220" y="3497"/>
                    <a:pt x="5214" y="3503"/>
                    <a:pt x="5200" y="3512"/>
                  </a:cubicBezTo>
                  <a:lnTo>
                    <a:pt x="5200" y="3512"/>
                  </a:lnTo>
                  <a:cubicBezTo>
                    <a:pt x="5380" y="3497"/>
                    <a:pt x="5543" y="3424"/>
                    <a:pt x="5707" y="3424"/>
                  </a:cubicBezTo>
                  <a:close/>
                  <a:moveTo>
                    <a:pt x="5912" y="0"/>
                  </a:moveTo>
                  <a:cubicBezTo>
                    <a:pt x="3630" y="0"/>
                    <a:pt x="1621" y="1438"/>
                    <a:pt x="776" y="3607"/>
                  </a:cubicBezTo>
                  <a:cubicBezTo>
                    <a:pt x="0" y="5615"/>
                    <a:pt x="662" y="8172"/>
                    <a:pt x="2374" y="9518"/>
                  </a:cubicBezTo>
                  <a:cubicBezTo>
                    <a:pt x="3430" y="10390"/>
                    <a:pt x="4701" y="10856"/>
                    <a:pt x="5990" y="10856"/>
                  </a:cubicBezTo>
                  <a:cubicBezTo>
                    <a:pt x="6930" y="10856"/>
                    <a:pt x="7880" y="10609"/>
                    <a:pt x="8765" y="10089"/>
                  </a:cubicBezTo>
                  <a:cubicBezTo>
                    <a:pt x="10751" y="8948"/>
                    <a:pt x="11710" y="6574"/>
                    <a:pt x="11322" y="4291"/>
                  </a:cubicBezTo>
                  <a:cubicBezTo>
                    <a:pt x="10842" y="1803"/>
                    <a:pt x="8469" y="0"/>
                    <a:pt x="59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48" name="Google Shape;928;p32">
              <a:extLst>
                <a:ext uri="{FF2B5EF4-FFF2-40B4-BE49-F238E27FC236}">
                  <a16:creationId xmlns:a16="http://schemas.microsoft.com/office/drawing/2014/main" id="{609C9670-9F50-4D03-BC2C-B3770EB74EBD}"/>
                </a:ext>
              </a:extLst>
            </p:cNvPr>
            <p:cNvSpPr/>
            <p:nvPr/>
          </p:nvSpPr>
          <p:spPr>
            <a:xfrm>
              <a:off x="2235325" y="3681775"/>
              <a:ext cx="187775" cy="185475"/>
            </a:xfrm>
            <a:custGeom>
              <a:avLst/>
              <a:gdLst/>
              <a:ahLst/>
              <a:cxnLst/>
              <a:rect l="l" t="t" r="r" b="b"/>
              <a:pathLst>
                <a:path w="7511" h="7419" extrusionOk="0">
                  <a:moveTo>
                    <a:pt x="3721" y="0"/>
                  </a:moveTo>
                  <a:cubicBezTo>
                    <a:pt x="1712" y="0"/>
                    <a:pt x="1" y="1621"/>
                    <a:pt x="1" y="3721"/>
                  </a:cubicBezTo>
                  <a:cubicBezTo>
                    <a:pt x="1" y="5798"/>
                    <a:pt x="1712" y="7418"/>
                    <a:pt x="3721" y="7418"/>
                  </a:cubicBezTo>
                  <a:cubicBezTo>
                    <a:pt x="5798" y="7418"/>
                    <a:pt x="7510" y="5798"/>
                    <a:pt x="7510" y="3721"/>
                  </a:cubicBezTo>
                  <a:cubicBezTo>
                    <a:pt x="7510" y="1621"/>
                    <a:pt x="5798" y="0"/>
                    <a:pt x="3721" y="0"/>
                  </a:cubicBezTo>
                  <a:close/>
                </a:path>
              </a:pathLst>
            </a:custGeom>
            <a:solidFill>
              <a:srgbClr val="7962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49" name="Google Shape;929;p32">
              <a:extLst>
                <a:ext uri="{FF2B5EF4-FFF2-40B4-BE49-F238E27FC236}">
                  <a16:creationId xmlns:a16="http://schemas.microsoft.com/office/drawing/2014/main" id="{2A7793C1-395D-44E5-BDB6-62B0CDD31C7E}"/>
                </a:ext>
              </a:extLst>
            </p:cNvPr>
            <p:cNvSpPr/>
            <p:nvPr/>
          </p:nvSpPr>
          <p:spPr>
            <a:xfrm>
              <a:off x="2447025" y="2765575"/>
              <a:ext cx="283075" cy="271625"/>
            </a:xfrm>
            <a:custGeom>
              <a:avLst/>
              <a:gdLst/>
              <a:ahLst/>
              <a:cxnLst/>
              <a:rect l="l" t="t" r="r" b="b"/>
              <a:pathLst>
                <a:path w="11323" h="10865" extrusionOk="0">
                  <a:moveTo>
                    <a:pt x="6736" y="3551"/>
                  </a:moveTo>
                  <a:cubicBezTo>
                    <a:pt x="6743" y="3551"/>
                    <a:pt x="6750" y="3551"/>
                    <a:pt x="6757" y="3551"/>
                  </a:cubicBezTo>
                  <a:cubicBezTo>
                    <a:pt x="6815" y="3571"/>
                    <a:pt x="6835" y="3578"/>
                    <a:pt x="6833" y="3578"/>
                  </a:cubicBezTo>
                  <a:cubicBezTo>
                    <a:pt x="6830" y="3578"/>
                    <a:pt x="6784" y="3564"/>
                    <a:pt x="6736" y="3551"/>
                  </a:cubicBezTo>
                  <a:close/>
                  <a:moveTo>
                    <a:pt x="4371" y="4069"/>
                  </a:moveTo>
                  <a:cubicBezTo>
                    <a:pt x="4389" y="4069"/>
                    <a:pt x="4373" y="4117"/>
                    <a:pt x="4291" y="4165"/>
                  </a:cubicBezTo>
                  <a:lnTo>
                    <a:pt x="4291" y="4165"/>
                  </a:lnTo>
                  <a:cubicBezTo>
                    <a:pt x="4327" y="4095"/>
                    <a:pt x="4358" y="4069"/>
                    <a:pt x="4371" y="4069"/>
                  </a:cubicBezTo>
                  <a:close/>
                  <a:moveTo>
                    <a:pt x="7748" y="4590"/>
                  </a:moveTo>
                  <a:cubicBezTo>
                    <a:pt x="7764" y="4597"/>
                    <a:pt x="7783" y="4601"/>
                    <a:pt x="7807" y="4601"/>
                  </a:cubicBezTo>
                  <a:cubicBezTo>
                    <a:pt x="7826" y="4657"/>
                    <a:pt x="7828" y="4678"/>
                    <a:pt x="7821" y="4678"/>
                  </a:cubicBezTo>
                  <a:cubicBezTo>
                    <a:pt x="7810" y="4678"/>
                    <a:pt x="7779" y="4633"/>
                    <a:pt x="7748" y="4590"/>
                  </a:cubicBezTo>
                  <a:close/>
                  <a:moveTo>
                    <a:pt x="7884" y="5040"/>
                  </a:moveTo>
                  <a:cubicBezTo>
                    <a:pt x="7859" y="5149"/>
                    <a:pt x="7878" y="5222"/>
                    <a:pt x="7898" y="5252"/>
                  </a:cubicBezTo>
                  <a:lnTo>
                    <a:pt x="7898" y="5252"/>
                  </a:lnTo>
                  <a:lnTo>
                    <a:pt x="7898" y="5172"/>
                  </a:lnTo>
                  <a:cubicBezTo>
                    <a:pt x="7898" y="5129"/>
                    <a:pt x="7893" y="5085"/>
                    <a:pt x="7884" y="5040"/>
                  </a:cubicBezTo>
                  <a:close/>
                  <a:moveTo>
                    <a:pt x="3959" y="6117"/>
                  </a:moveTo>
                  <a:cubicBezTo>
                    <a:pt x="3965" y="6117"/>
                    <a:pt x="3995" y="6169"/>
                    <a:pt x="4033" y="6259"/>
                  </a:cubicBezTo>
                  <a:lnTo>
                    <a:pt x="4033" y="6259"/>
                  </a:lnTo>
                  <a:lnTo>
                    <a:pt x="3995" y="6222"/>
                  </a:lnTo>
                  <a:cubicBezTo>
                    <a:pt x="3963" y="6150"/>
                    <a:pt x="3954" y="6117"/>
                    <a:pt x="3959" y="6117"/>
                  </a:cubicBezTo>
                  <a:close/>
                  <a:moveTo>
                    <a:pt x="4209" y="6606"/>
                  </a:moveTo>
                  <a:cubicBezTo>
                    <a:pt x="4327" y="6683"/>
                    <a:pt x="4362" y="6779"/>
                    <a:pt x="4339" y="6779"/>
                  </a:cubicBezTo>
                  <a:cubicBezTo>
                    <a:pt x="4328" y="6779"/>
                    <a:pt x="4304" y="6757"/>
                    <a:pt x="4269" y="6701"/>
                  </a:cubicBezTo>
                  <a:cubicBezTo>
                    <a:pt x="4269" y="6701"/>
                    <a:pt x="4236" y="6659"/>
                    <a:pt x="4209" y="6606"/>
                  </a:cubicBezTo>
                  <a:close/>
                  <a:moveTo>
                    <a:pt x="5890" y="3369"/>
                  </a:moveTo>
                  <a:cubicBezTo>
                    <a:pt x="5981" y="3369"/>
                    <a:pt x="6095" y="3460"/>
                    <a:pt x="6186" y="3460"/>
                  </a:cubicBezTo>
                  <a:cubicBezTo>
                    <a:pt x="6336" y="3460"/>
                    <a:pt x="6486" y="3522"/>
                    <a:pt x="6649" y="3544"/>
                  </a:cubicBezTo>
                  <a:lnTo>
                    <a:pt x="6649" y="3544"/>
                  </a:lnTo>
                  <a:cubicBezTo>
                    <a:pt x="6654" y="3546"/>
                    <a:pt x="6659" y="3549"/>
                    <a:pt x="6666" y="3551"/>
                  </a:cubicBezTo>
                  <a:cubicBezTo>
                    <a:pt x="6757" y="3551"/>
                    <a:pt x="6848" y="3643"/>
                    <a:pt x="6940" y="3734"/>
                  </a:cubicBezTo>
                  <a:cubicBezTo>
                    <a:pt x="7031" y="3734"/>
                    <a:pt x="7031" y="3734"/>
                    <a:pt x="7122" y="3848"/>
                  </a:cubicBezTo>
                  <a:cubicBezTo>
                    <a:pt x="7148" y="3869"/>
                    <a:pt x="7177" y="3889"/>
                    <a:pt x="7207" y="3911"/>
                  </a:cubicBezTo>
                  <a:lnTo>
                    <a:pt x="7207" y="3911"/>
                  </a:lnTo>
                  <a:cubicBezTo>
                    <a:pt x="7184" y="3888"/>
                    <a:pt x="7165" y="3868"/>
                    <a:pt x="7148" y="3851"/>
                  </a:cubicBezTo>
                  <a:lnTo>
                    <a:pt x="7148" y="3851"/>
                  </a:lnTo>
                  <a:cubicBezTo>
                    <a:pt x="7180" y="3856"/>
                    <a:pt x="7231" y="3874"/>
                    <a:pt x="7236" y="3931"/>
                  </a:cubicBezTo>
                  <a:lnTo>
                    <a:pt x="7236" y="3931"/>
                  </a:lnTo>
                  <a:cubicBezTo>
                    <a:pt x="7226" y="3924"/>
                    <a:pt x="7217" y="3917"/>
                    <a:pt x="7207" y="3911"/>
                  </a:cubicBezTo>
                  <a:lnTo>
                    <a:pt x="7207" y="3911"/>
                  </a:lnTo>
                  <a:cubicBezTo>
                    <a:pt x="7217" y="3920"/>
                    <a:pt x="7226" y="3929"/>
                    <a:pt x="7236" y="3939"/>
                  </a:cubicBezTo>
                  <a:cubicBezTo>
                    <a:pt x="7236" y="3936"/>
                    <a:pt x="7236" y="3933"/>
                    <a:pt x="7236" y="3931"/>
                  </a:cubicBezTo>
                  <a:lnTo>
                    <a:pt x="7236" y="3931"/>
                  </a:lnTo>
                  <a:cubicBezTo>
                    <a:pt x="7321" y="3991"/>
                    <a:pt x="7414" y="4061"/>
                    <a:pt x="7480" y="4161"/>
                  </a:cubicBezTo>
                  <a:lnTo>
                    <a:pt x="7480" y="4161"/>
                  </a:lnTo>
                  <a:cubicBezTo>
                    <a:pt x="7434" y="4105"/>
                    <a:pt x="7384" y="4046"/>
                    <a:pt x="7376" y="4046"/>
                  </a:cubicBezTo>
                  <a:cubicBezTo>
                    <a:pt x="7371" y="4046"/>
                    <a:pt x="7382" y="4067"/>
                    <a:pt x="7419" y="4122"/>
                  </a:cubicBezTo>
                  <a:cubicBezTo>
                    <a:pt x="7510" y="4213"/>
                    <a:pt x="7602" y="4305"/>
                    <a:pt x="7602" y="4419"/>
                  </a:cubicBezTo>
                  <a:cubicBezTo>
                    <a:pt x="7636" y="4453"/>
                    <a:pt x="7657" y="4487"/>
                    <a:pt x="7676" y="4516"/>
                  </a:cubicBezTo>
                  <a:lnTo>
                    <a:pt x="7676" y="4516"/>
                  </a:lnTo>
                  <a:cubicBezTo>
                    <a:pt x="7673" y="4525"/>
                    <a:pt x="7677" y="4550"/>
                    <a:pt x="7693" y="4601"/>
                  </a:cubicBezTo>
                  <a:cubicBezTo>
                    <a:pt x="7780" y="4741"/>
                    <a:pt x="7854" y="4894"/>
                    <a:pt x="7884" y="5040"/>
                  </a:cubicBezTo>
                  <a:lnTo>
                    <a:pt x="7884" y="5040"/>
                  </a:lnTo>
                  <a:cubicBezTo>
                    <a:pt x="7888" y="5024"/>
                    <a:pt x="7892" y="5007"/>
                    <a:pt x="7898" y="4989"/>
                  </a:cubicBezTo>
                  <a:lnTo>
                    <a:pt x="7898" y="4989"/>
                  </a:lnTo>
                  <a:lnTo>
                    <a:pt x="7898" y="5172"/>
                  </a:lnTo>
                  <a:cubicBezTo>
                    <a:pt x="7905" y="5186"/>
                    <a:pt x="7911" y="5198"/>
                    <a:pt x="7915" y="5209"/>
                  </a:cubicBezTo>
                  <a:lnTo>
                    <a:pt x="7915" y="5209"/>
                  </a:lnTo>
                  <a:cubicBezTo>
                    <a:pt x="7912" y="5227"/>
                    <a:pt x="7910" y="5245"/>
                    <a:pt x="7908" y="5263"/>
                  </a:cubicBezTo>
                  <a:lnTo>
                    <a:pt x="7908" y="5263"/>
                  </a:lnTo>
                  <a:cubicBezTo>
                    <a:pt x="7905" y="5261"/>
                    <a:pt x="7902" y="5257"/>
                    <a:pt x="7898" y="5252"/>
                  </a:cubicBezTo>
                  <a:lnTo>
                    <a:pt x="7898" y="5252"/>
                  </a:lnTo>
                  <a:lnTo>
                    <a:pt x="7898" y="5446"/>
                  </a:lnTo>
                  <a:lnTo>
                    <a:pt x="7898" y="5560"/>
                  </a:lnTo>
                  <a:cubicBezTo>
                    <a:pt x="7898" y="5743"/>
                    <a:pt x="7898" y="5925"/>
                    <a:pt x="7807" y="6131"/>
                  </a:cubicBezTo>
                  <a:cubicBezTo>
                    <a:pt x="7807" y="6131"/>
                    <a:pt x="7693" y="6313"/>
                    <a:pt x="7693" y="6405"/>
                  </a:cubicBezTo>
                  <a:cubicBezTo>
                    <a:pt x="7693" y="6336"/>
                    <a:pt x="7809" y="6151"/>
                    <a:pt x="7828" y="6151"/>
                  </a:cubicBezTo>
                  <a:cubicBezTo>
                    <a:pt x="7834" y="6151"/>
                    <a:pt x="7830" y="6171"/>
                    <a:pt x="7807" y="6222"/>
                  </a:cubicBezTo>
                  <a:cubicBezTo>
                    <a:pt x="7693" y="6405"/>
                    <a:pt x="7602" y="6587"/>
                    <a:pt x="7419" y="6701"/>
                  </a:cubicBezTo>
                  <a:cubicBezTo>
                    <a:pt x="7410" y="6728"/>
                    <a:pt x="7406" y="6747"/>
                    <a:pt x="7404" y="6761"/>
                  </a:cubicBezTo>
                  <a:lnTo>
                    <a:pt x="7404" y="6761"/>
                  </a:lnTo>
                  <a:cubicBezTo>
                    <a:pt x="7386" y="6778"/>
                    <a:pt x="7364" y="6793"/>
                    <a:pt x="7328" y="6793"/>
                  </a:cubicBezTo>
                  <a:cubicBezTo>
                    <a:pt x="7328" y="6884"/>
                    <a:pt x="7236" y="6884"/>
                    <a:pt x="7236" y="6975"/>
                  </a:cubicBezTo>
                  <a:cubicBezTo>
                    <a:pt x="7210" y="6975"/>
                    <a:pt x="7186" y="6985"/>
                    <a:pt x="7161" y="6999"/>
                  </a:cubicBezTo>
                  <a:lnTo>
                    <a:pt x="7161" y="6999"/>
                  </a:lnTo>
                  <a:cubicBezTo>
                    <a:pt x="7183" y="6992"/>
                    <a:pt x="7208" y="6984"/>
                    <a:pt x="7236" y="6975"/>
                  </a:cubicBezTo>
                  <a:lnTo>
                    <a:pt x="7236" y="6975"/>
                  </a:lnTo>
                  <a:cubicBezTo>
                    <a:pt x="7197" y="6993"/>
                    <a:pt x="7161" y="7007"/>
                    <a:pt x="7132" y="7018"/>
                  </a:cubicBezTo>
                  <a:lnTo>
                    <a:pt x="7132" y="7018"/>
                  </a:lnTo>
                  <a:cubicBezTo>
                    <a:pt x="7142" y="7011"/>
                    <a:pt x="7151" y="7005"/>
                    <a:pt x="7161" y="6999"/>
                  </a:cubicBezTo>
                  <a:lnTo>
                    <a:pt x="7161" y="6999"/>
                  </a:lnTo>
                  <a:cubicBezTo>
                    <a:pt x="7070" y="7029"/>
                    <a:pt x="7039" y="7044"/>
                    <a:pt x="7048" y="7044"/>
                  </a:cubicBezTo>
                  <a:cubicBezTo>
                    <a:pt x="7055" y="7044"/>
                    <a:pt x="7086" y="7035"/>
                    <a:pt x="7132" y="7018"/>
                  </a:cubicBezTo>
                  <a:lnTo>
                    <a:pt x="7132" y="7018"/>
                  </a:lnTo>
                  <a:cubicBezTo>
                    <a:pt x="7056" y="7072"/>
                    <a:pt x="6974" y="7158"/>
                    <a:pt x="6848" y="7158"/>
                  </a:cubicBezTo>
                  <a:cubicBezTo>
                    <a:pt x="6813" y="7201"/>
                    <a:pt x="6792" y="7228"/>
                    <a:pt x="6774" y="7245"/>
                  </a:cubicBezTo>
                  <a:lnTo>
                    <a:pt x="6774" y="7245"/>
                  </a:lnTo>
                  <a:cubicBezTo>
                    <a:pt x="6773" y="7245"/>
                    <a:pt x="6773" y="7245"/>
                    <a:pt x="6773" y="7245"/>
                  </a:cubicBezTo>
                  <a:cubicBezTo>
                    <a:pt x="6760" y="7245"/>
                    <a:pt x="6728" y="7253"/>
                    <a:pt x="6666" y="7272"/>
                  </a:cubicBezTo>
                  <a:cubicBezTo>
                    <a:pt x="6666" y="7272"/>
                    <a:pt x="6666" y="7272"/>
                    <a:pt x="6666" y="7272"/>
                  </a:cubicBezTo>
                  <a:lnTo>
                    <a:pt x="6666" y="7272"/>
                  </a:lnTo>
                  <a:cubicBezTo>
                    <a:pt x="6618" y="7301"/>
                    <a:pt x="6595" y="7318"/>
                    <a:pt x="6589" y="7327"/>
                  </a:cubicBezTo>
                  <a:lnTo>
                    <a:pt x="6589" y="7327"/>
                  </a:lnTo>
                  <a:cubicBezTo>
                    <a:pt x="6497" y="7384"/>
                    <a:pt x="6381" y="7434"/>
                    <a:pt x="6261" y="7450"/>
                  </a:cubicBezTo>
                  <a:lnTo>
                    <a:pt x="6261" y="7450"/>
                  </a:lnTo>
                  <a:cubicBezTo>
                    <a:pt x="6172" y="7423"/>
                    <a:pt x="6111" y="7414"/>
                    <a:pt x="6077" y="7414"/>
                  </a:cubicBezTo>
                  <a:cubicBezTo>
                    <a:pt x="6004" y="7414"/>
                    <a:pt x="6049" y="7455"/>
                    <a:pt x="6186" y="7455"/>
                  </a:cubicBezTo>
                  <a:lnTo>
                    <a:pt x="5616" y="7455"/>
                  </a:lnTo>
                  <a:cubicBezTo>
                    <a:pt x="5524" y="7455"/>
                    <a:pt x="5410" y="7455"/>
                    <a:pt x="5319" y="7363"/>
                  </a:cubicBezTo>
                  <a:cubicBezTo>
                    <a:pt x="5287" y="7363"/>
                    <a:pt x="5256" y="7363"/>
                    <a:pt x="5224" y="7360"/>
                  </a:cubicBezTo>
                  <a:lnTo>
                    <a:pt x="5224" y="7360"/>
                  </a:lnTo>
                  <a:cubicBezTo>
                    <a:pt x="5225" y="7361"/>
                    <a:pt x="5227" y="7362"/>
                    <a:pt x="5228" y="7363"/>
                  </a:cubicBezTo>
                  <a:cubicBezTo>
                    <a:pt x="5225" y="7362"/>
                    <a:pt x="5222" y="7360"/>
                    <a:pt x="5219" y="7359"/>
                  </a:cubicBezTo>
                  <a:lnTo>
                    <a:pt x="5219" y="7359"/>
                  </a:lnTo>
                  <a:cubicBezTo>
                    <a:pt x="5221" y="7359"/>
                    <a:pt x="5223" y="7359"/>
                    <a:pt x="5224" y="7360"/>
                  </a:cubicBezTo>
                  <a:lnTo>
                    <a:pt x="5224" y="7360"/>
                  </a:lnTo>
                  <a:cubicBezTo>
                    <a:pt x="5139" y="7265"/>
                    <a:pt x="5049" y="7240"/>
                    <a:pt x="4999" y="7240"/>
                  </a:cubicBezTo>
                  <a:cubicBezTo>
                    <a:pt x="4998" y="7240"/>
                    <a:pt x="4998" y="7240"/>
                    <a:pt x="4997" y="7240"/>
                  </a:cubicBezTo>
                  <a:lnTo>
                    <a:pt x="4997" y="7240"/>
                  </a:lnTo>
                  <a:cubicBezTo>
                    <a:pt x="5068" y="7281"/>
                    <a:pt x="5145" y="7322"/>
                    <a:pt x="5219" y="7359"/>
                  </a:cubicBezTo>
                  <a:lnTo>
                    <a:pt x="5219" y="7359"/>
                  </a:lnTo>
                  <a:cubicBezTo>
                    <a:pt x="5161" y="7351"/>
                    <a:pt x="5103" y="7330"/>
                    <a:pt x="5045" y="7272"/>
                  </a:cubicBezTo>
                  <a:cubicBezTo>
                    <a:pt x="4938" y="7272"/>
                    <a:pt x="4943" y="7241"/>
                    <a:pt x="4997" y="7240"/>
                  </a:cubicBezTo>
                  <a:lnTo>
                    <a:pt x="4997" y="7240"/>
                  </a:lnTo>
                  <a:cubicBezTo>
                    <a:pt x="4894" y="7181"/>
                    <a:pt x="4802" y="7120"/>
                    <a:pt x="4748" y="7067"/>
                  </a:cubicBezTo>
                  <a:cubicBezTo>
                    <a:pt x="4675" y="7067"/>
                    <a:pt x="4661" y="7007"/>
                    <a:pt x="4610" y="6984"/>
                  </a:cubicBezTo>
                  <a:lnTo>
                    <a:pt x="4610" y="6984"/>
                  </a:lnTo>
                  <a:cubicBezTo>
                    <a:pt x="4516" y="6840"/>
                    <a:pt x="4371" y="6701"/>
                    <a:pt x="4209" y="6605"/>
                  </a:cubicBezTo>
                  <a:lnTo>
                    <a:pt x="4209" y="6605"/>
                  </a:lnTo>
                  <a:cubicBezTo>
                    <a:pt x="4192" y="6571"/>
                    <a:pt x="4178" y="6531"/>
                    <a:pt x="4178" y="6496"/>
                  </a:cubicBezTo>
                  <a:cubicBezTo>
                    <a:pt x="4086" y="6405"/>
                    <a:pt x="4086" y="6405"/>
                    <a:pt x="4086" y="6313"/>
                  </a:cubicBezTo>
                  <a:lnTo>
                    <a:pt x="4078" y="6305"/>
                  </a:lnTo>
                  <a:lnTo>
                    <a:pt x="4078" y="6305"/>
                  </a:lnTo>
                  <a:cubicBezTo>
                    <a:pt x="4054" y="6152"/>
                    <a:pt x="3979" y="6000"/>
                    <a:pt x="3904" y="5925"/>
                  </a:cubicBezTo>
                  <a:lnTo>
                    <a:pt x="3904" y="5651"/>
                  </a:lnTo>
                  <a:lnTo>
                    <a:pt x="3904" y="5263"/>
                  </a:lnTo>
                  <a:cubicBezTo>
                    <a:pt x="3904" y="5154"/>
                    <a:pt x="3937" y="5004"/>
                    <a:pt x="3924" y="5004"/>
                  </a:cubicBezTo>
                  <a:cubicBezTo>
                    <a:pt x="3921" y="5004"/>
                    <a:pt x="3915" y="5012"/>
                    <a:pt x="3906" y="5032"/>
                  </a:cubicBezTo>
                  <a:lnTo>
                    <a:pt x="3906" y="5032"/>
                  </a:lnTo>
                  <a:cubicBezTo>
                    <a:pt x="3918" y="4859"/>
                    <a:pt x="3995" y="4769"/>
                    <a:pt x="3995" y="4601"/>
                  </a:cubicBezTo>
                  <a:cubicBezTo>
                    <a:pt x="4086" y="4601"/>
                    <a:pt x="4086" y="4510"/>
                    <a:pt x="4178" y="4419"/>
                  </a:cubicBezTo>
                  <a:cubicBezTo>
                    <a:pt x="4178" y="4305"/>
                    <a:pt x="4269" y="4213"/>
                    <a:pt x="4269" y="4213"/>
                  </a:cubicBezTo>
                  <a:cubicBezTo>
                    <a:pt x="4271" y="4208"/>
                    <a:pt x="4273" y="4203"/>
                    <a:pt x="4276" y="4198"/>
                  </a:cubicBezTo>
                  <a:lnTo>
                    <a:pt x="4276" y="4198"/>
                  </a:lnTo>
                  <a:cubicBezTo>
                    <a:pt x="4415" y="4152"/>
                    <a:pt x="4490" y="4015"/>
                    <a:pt x="4566" y="3939"/>
                  </a:cubicBezTo>
                  <a:cubicBezTo>
                    <a:pt x="4566" y="3927"/>
                    <a:pt x="4571" y="3912"/>
                    <a:pt x="4579" y="3897"/>
                  </a:cubicBezTo>
                  <a:lnTo>
                    <a:pt x="4579" y="3897"/>
                  </a:lnTo>
                  <a:cubicBezTo>
                    <a:pt x="4618" y="3874"/>
                    <a:pt x="4657" y="3848"/>
                    <a:pt x="4657" y="3848"/>
                  </a:cubicBezTo>
                  <a:cubicBezTo>
                    <a:pt x="4840" y="3734"/>
                    <a:pt x="5045" y="3643"/>
                    <a:pt x="5228" y="3551"/>
                  </a:cubicBezTo>
                  <a:cubicBezTo>
                    <a:pt x="5167" y="3551"/>
                    <a:pt x="4974" y="3592"/>
                    <a:pt x="4940" y="3592"/>
                  </a:cubicBezTo>
                  <a:cubicBezTo>
                    <a:pt x="4923" y="3592"/>
                    <a:pt x="4946" y="3582"/>
                    <a:pt x="5045" y="3551"/>
                  </a:cubicBezTo>
                  <a:cubicBezTo>
                    <a:pt x="5136" y="3551"/>
                    <a:pt x="5228" y="3551"/>
                    <a:pt x="5319" y="3460"/>
                  </a:cubicBezTo>
                  <a:lnTo>
                    <a:pt x="5524" y="3460"/>
                  </a:lnTo>
                  <a:cubicBezTo>
                    <a:pt x="5585" y="3460"/>
                    <a:pt x="5727" y="3420"/>
                    <a:pt x="5734" y="3420"/>
                  </a:cubicBezTo>
                  <a:cubicBezTo>
                    <a:pt x="5738" y="3420"/>
                    <a:pt x="5707" y="3430"/>
                    <a:pt x="5616" y="3460"/>
                  </a:cubicBezTo>
                  <a:lnTo>
                    <a:pt x="5707" y="3460"/>
                  </a:lnTo>
                  <a:cubicBezTo>
                    <a:pt x="5798" y="3369"/>
                    <a:pt x="5890" y="3369"/>
                    <a:pt x="5890" y="3369"/>
                  </a:cubicBezTo>
                  <a:close/>
                  <a:moveTo>
                    <a:pt x="6261" y="7450"/>
                  </a:moveTo>
                  <a:cubicBezTo>
                    <a:pt x="6267" y="7451"/>
                    <a:pt x="6272" y="7453"/>
                    <a:pt x="6278" y="7455"/>
                  </a:cubicBezTo>
                  <a:lnTo>
                    <a:pt x="6186" y="7455"/>
                  </a:lnTo>
                  <a:cubicBezTo>
                    <a:pt x="6211" y="7455"/>
                    <a:pt x="6237" y="7453"/>
                    <a:pt x="6261" y="7450"/>
                  </a:cubicBezTo>
                  <a:close/>
                  <a:moveTo>
                    <a:pt x="5935" y="0"/>
                  </a:moveTo>
                  <a:cubicBezTo>
                    <a:pt x="4367" y="0"/>
                    <a:pt x="2759" y="671"/>
                    <a:pt x="1804" y="1840"/>
                  </a:cubicBezTo>
                  <a:cubicBezTo>
                    <a:pt x="275" y="3643"/>
                    <a:pt x="1" y="6222"/>
                    <a:pt x="1233" y="8208"/>
                  </a:cubicBezTo>
                  <a:cubicBezTo>
                    <a:pt x="2212" y="9931"/>
                    <a:pt x="4099" y="10865"/>
                    <a:pt x="6056" y="10865"/>
                  </a:cubicBezTo>
                  <a:cubicBezTo>
                    <a:pt x="6380" y="10865"/>
                    <a:pt x="6707" y="10839"/>
                    <a:pt x="7031" y="10787"/>
                  </a:cubicBezTo>
                  <a:cubicBezTo>
                    <a:pt x="9519" y="10308"/>
                    <a:pt x="11322" y="7934"/>
                    <a:pt x="11322" y="5446"/>
                  </a:cubicBezTo>
                  <a:cubicBezTo>
                    <a:pt x="11322" y="3072"/>
                    <a:pt x="9884" y="1086"/>
                    <a:pt x="7693" y="310"/>
                  </a:cubicBezTo>
                  <a:cubicBezTo>
                    <a:pt x="7140" y="100"/>
                    <a:pt x="6540" y="0"/>
                    <a:pt x="59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50" name="Google Shape;930;p32">
              <a:extLst>
                <a:ext uri="{FF2B5EF4-FFF2-40B4-BE49-F238E27FC236}">
                  <a16:creationId xmlns:a16="http://schemas.microsoft.com/office/drawing/2014/main" id="{6FBFC10B-AE1D-4BBB-8C30-0806CC738706}"/>
                </a:ext>
              </a:extLst>
            </p:cNvPr>
            <p:cNvSpPr/>
            <p:nvPr/>
          </p:nvSpPr>
          <p:spPr>
            <a:xfrm>
              <a:off x="2501800" y="2806975"/>
              <a:ext cx="185500" cy="187775"/>
            </a:xfrm>
            <a:custGeom>
              <a:avLst/>
              <a:gdLst/>
              <a:ahLst/>
              <a:cxnLst/>
              <a:rect l="l" t="t" r="r" b="b"/>
              <a:pathLst>
                <a:path w="7420" h="7511" extrusionOk="0">
                  <a:moveTo>
                    <a:pt x="3699" y="1"/>
                  </a:moveTo>
                  <a:cubicBezTo>
                    <a:pt x="1622" y="1"/>
                    <a:pt x="1" y="1713"/>
                    <a:pt x="1" y="3790"/>
                  </a:cubicBezTo>
                  <a:cubicBezTo>
                    <a:pt x="1" y="5799"/>
                    <a:pt x="1622" y="7510"/>
                    <a:pt x="3699" y="7510"/>
                  </a:cubicBezTo>
                  <a:cubicBezTo>
                    <a:pt x="5799" y="7510"/>
                    <a:pt x="7419" y="5799"/>
                    <a:pt x="7419" y="3790"/>
                  </a:cubicBezTo>
                  <a:cubicBezTo>
                    <a:pt x="7419" y="1713"/>
                    <a:pt x="5799" y="1"/>
                    <a:pt x="3699" y="1"/>
                  </a:cubicBezTo>
                  <a:close/>
                </a:path>
              </a:pathLst>
            </a:custGeom>
            <a:solidFill>
              <a:srgbClr val="4F6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grpSp>
      <p:grpSp>
        <p:nvGrpSpPr>
          <p:cNvPr id="51" name="Google Shape;889;p32">
            <a:extLst>
              <a:ext uri="{FF2B5EF4-FFF2-40B4-BE49-F238E27FC236}">
                <a16:creationId xmlns:a16="http://schemas.microsoft.com/office/drawing/2014/main" id="{8ECCA292-C723-4C8B-A78E-01922AEE0367}"/>
              </a:ext>
            </a:extLst>
          </p:cNvPr>
          <p:cNvGrpSpPr/>
          <p:nvPr/>
        </p:nvGrpSpPr>
        <p:grpSpPr>
          <a:xfrm>
            <a:off x="5356935" y="3453932"/>
            <a:ext cx="6895950" cy="1516058"/>
            <a:chOff x="2775150" y="977475"/>
            <a:chExt cx="5407631" cy="943925"/>
          </a:xfrm>
        </p:grpSpPr>
        <p:sp>
          <p:nvSpPr>
            <p:cNvPr id="52" name="Google Shape;890;p32">
              <a:extLst>
                <a:ext uri="{FF2B5EF4-FFF2-40B4-BE49-F238E27FC236}">
                  <a16:creationId xmlns:a16="http://schemas.microsoft.com/office/drawing/2014/main" id="{AA7B0971-D9F0-4E42-A482-34655C080F82}"/>
                </a:ext>
              </a:extLst>
            </p:cNvPr>
            <p:cNvSpPr/>
            <p:nvPr/>
          </p:nvSpPr>
          <p:spPr>
            <a:xfrm>
              <a:off x="3345775" y="1123625"/>
              <a:ext cx="4720529" cy="648825"/>
            </a:xfrm>
            <a:custGeom>
              <a:avLst/>
              <a:gdLst/>
              <a:ahLst/>
              <a:cxnLst/>
              <a:rect l="l" t="t" r="r" b="b"/>
              <a:pathLst>
                <a:path w="135424" h="25953" extrusionOk="0">
                  <a:moveTo>
                    <a:pt x="1" y="0"/>
                  </a:moveTo>
                  <a:lnTo>
                    <a:pt x="1" y="13034"/>
                  </a:lnTo>
                  <a:lnTo>
                    <a:pt x="1" y="25953"/>
                  </a:lnTo>
                  <a:lnTo>
                    <a:pt x="122504" y="25953"/>
                  </a:lnTo>
                  <a:cubicBezTo>
                    <a:pt x="129626" y="25953"/>
                    <a:pt x="135423" y="20155"/>
                    <a:pt x="135423" y="13034"/>
                  </a:cubicBezTo>
                  <a:cubicBezTo>
                    <a:pt x="135423" y="5798"/>
                    <a:pt x="129626" y="0"/>
                    <a:pt x="122504" y="0"/>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53" name="Google Shape;891;p32">
              <a:extLst>
                <a:ext uri="{FF2B5EF4-FFF2-40B4-BE49-F238E27FC236}">
                  <a16:creationId xmlns:a16="http://schemas.microsoft.com/office/drawing/2014/main" id="{4B7C74D3-A343-4B29-8E99-62138C189AB2}"/>
                </a:ext>
              </a:extLst>
            </p:cNvPr>
            <p:cNvSpPr/>
            <p:nvPr/>
          </p:nvSpPr>
          <p:spPr>
            <a:xfrm>
              <a:off x="2775150" y="977475"/>
              <a:ext cx="986650" cy="943925"/>
            </a:xfrm>
            <a:custGeom>
              <a:avLst/>
              <a:gdLst/>
              <a:ahLst/>
              <a:cxnLst/>
              <a:rect l="l" t="t" r="r" b="b"/>
              <a:pathLst>
                <a:path w="39466" h="37757" extrusionOk="0">
                  <a:moveTo>
                    <a:pt x="19219" y="3655"/>
                  </a:moveTo>
                  <a:cubicBezTo>
                    <a:pt x="20452" y="3655"/>
                    <a:pt x="21205" y="4500"/>
                    <a:pt x="22072" y="5367"/>
                  </a:cubicBezTo>
                  <a:cubicBezTo>
                    <a:pt x="23100" y="6417"/>
                    <a:pt x="24058" y="7467"/>
                    <a:pt x="25108" y="8494"/>
                  </a:cubicBezTo>
                  <a:cubicBezTo>
                    <a:pt x="27573" y="10891"/>
                    <a:pt x="30061" y="13356"/>
                    <a:pt x="32526" y="15821"/>
                  </a:cubicBezTo>
                  <a:cubicBezTo>
                    <a:pt x="33097" y="16392"/>
                    <a:pt x="33850" y="17054"/>
                    <a:pt x="34238" y="17830"/>
                  </a:cubicBezTo>
                  <a:cubicBezTo>
                    <a:pt x="34809" y="19336"/>
                    <a:pt x="33942" y="20386"/>
                    <a:pt x="33006" y="21345"/>
                  </a:cubicBezTo>
                  <a:lnTo>
                    <a:pt x="25108" y="29242"/>
                  </a:lnTo>
                  <a:cubicBezTo>
                    <a:pt x="23737" y="30614"/>
                    <a:pt x="21385" y="33932"/>
                    <a:pt x="19036" y="33932"/>
                  </a:cubicBezTo>
                  <a:cubicBezTo>
                    <a:pt x="18453" y="33932"/>
                    <a:pt x="17870" y="33727"/>
                    <a:pt x="17302" y="33237"/>
                  </a:cubicBezTo>
                  <a:lnTo>
                    <a:pt x="17302" y="33237"/>
                  </a:lnTo>
                  <a:cubicBezTo>
                    <a:pt x="17302" y="33237"/>
                    <a:pt x="17302" y="33237"/>
                    <a:pt x="17302" y="33237"/>
                  </a:cubicBezTo>
                  <a:cubicBezTo>
                    <a:pt x="13399" y="29242"/>
                    <a:pt x="9404" y="25248"/>
                    <a:pt x="5410" y="21253"/>
                  </a:cubicBezTo>
                  <a:cubicBezTo>
                    <a:pt x="4474" y="20386"/>
                    <a:pt x="3698" y="19245"/>
                    <a:pt x="4269" y="17830"/>
                  </a:cubicBezTo>
                  <a:cubicBezTo>
                    <a:pt x="4565" y="17054"/>
                    <a:pt x="5410" y="16392"/>
                    <a:pt x="6095" y="15730"/>
                  </a:cubicBezTo>
                  <a:lnTo>
                    <a:pt x="13513" y="8312"/>
                  </a:lnTo>
                  <a:cubicBezTo>
                    <a:pt x="14837" y="6988"/>
                    <a:pt x="17119" y="3655"/>
                    <a:pt x="19219" y="3655"/>
                  </a:cubicBezTo>
                  <a:close/>
                  <a:moveTo>
                    <a:pt x="19394" y="1"/>
                  </a:moveTo>
                  <a:cubicBezTo>
                    <a:pt x="17419" y="1"/>
                    <a:pt x="15471" y="962"/>
                    <a:pt x="13878" y="2605"/>
                  </a:cubicBezTo>
                  <a:cubicBezTo>
                    <a:pt x="11116" y="5367"/>
                    <a:pt x="8377" y="8129"/>
                    <a:pt x="5615" y="10891"/>
                  </a:cubicBezTo>
                  <a:cubicBezTo>
                    <a:pt x="3242" y="13265"/>
                    <a:pt x="0" y="15547"/>
                    <a:pt x="274" y="19336"/>
                  </a:cubicBezTo>
                  <a:cubicBezTo>
                    <a:pt x="571" y="23057"/>
                    <a:pt x="4657" y="25910"/>
                    <a:pt x="7122" y="28284"/>
                  </a:cubicBezTo>
                  <a:cubicBezTo>
                    <a:pt x="9545" y="30796"/>
                    <a:pt x="12033" y="33286"/>
                    <a:pt x="14459" y="35691"/>
                  </a:cubicBezTo>
                  <a:lnTo>
                    <a:pt x="14459" y="35691"/>
                  </a:lnTo>
                  <a:cubicBezTo>
                    <a:pt x="14517" y="35757"/>
                    <a:pt x="14582" y="35822"/>
                    <a:pt x="14654" y="35884"/>
                  </a:cubicBezTo>
                  <a:cubicBezTo>
                    <a:pt x="14654" y="35884"/>
                    <a:pt x="14654" y="35884"/>
                    <a:pt x="14654" y="35884"/>
                  </a:cubicBezTo>
                  <a:lnTo>
                    <a:pt x="14654" y="35884"/>
                  </a:lnTo>
                  <a:cubicBezTo>
                    <a:pt x="14744" y="35974"/>
                    <a:pt x="14836" y="36052"/>
                    <a:pt x="14930" y="36118"/>
                  </a:cubicBezTo>
                  <a:lnTo>
                    <a:pt x="14930" y="36118"/>
                  </a:lnTo>
                  <a:cubicBezTo>
                    <a:pt x="16235" y="37172"/>
                    <a:pt x="17795" y="37756"/>
                    <a:pt x="19360" y="37756"/>
                  </a:cubicBezTo>
                  <a:cubicBezTo>
                    <a:pt x="20616" y="37756"/>
                    <a:pt x="21875" y="37380"/>
                    <a:pt x="23008" y="36569"/>
                  </a:cubicBezTo>
                  <a:cubicBezTo>
                    <a:pt x="23876" y="35999"/>
                    <a:pt x="24538" y="35131"/>
                    <a:pt x="25291" y="34469"/>
                  </a:cubicBezTo>
                  <a:cubicBezTo>
                    <a:pt x="28144" y="31525"/>
                    <a:pt x="30997" y="28672"/>
                    <a:pt x="33942" y="25819"/>
                  </a:cubicBezTo>
                  <a:cubicBezTo>
                    <a:pt x="36612" y="23148"/>
                    <a:pt x="39465" y="20295"/>
                    <a:pt x="37571" y="16118"/>
                  </a:cubicBezTo>
                  <a:cubicBezTo>
                    <a:pt x="36338" y="13447"/>
                    <a:pt x="33280" y="11256"/>
                    <a:pt x="31294" y="9179"/>
                  </a:cubicBezTo>
                  <a:cubicBezTo>
                    <a:pt x="28806" y="6782"/>
                    <a:pt x="26432" y="4317"/>
                    <a:pt x="23967" y="1943"/>
                  </a:cubicBezTo>
                  <a:cubicBezTo>
                    <a:pt x="22535" y="602"/>
                    <a:pt x="20956" y="1"/>
                    <a:pt x="193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54" name="Google Shape;892;p32">
              <a:extLst>
                <a:ext uri="{FF2B5EF4-FFF2-40B4-BE49-F238E27FC236}">
                  <a16:creationId xmlns:a16="http://schemas.microsoft.com/office/drawing/2014/main" id="{C65B2147-652F-4BF0-B8CD-C52666CE2AA9}"/>
                </a:ext>
              </a:extLst>
            </p:cNvPr>
            <p:cNvSpPr/>
            <p:nvPr/>
          </p:nvSpPr>
          <p:spPr>
            <a:xfrm>
              <a:off x="2817950" y="1022475"/>
              <a:ext cx="874800" cy="852850"/>
            </a:xfrm>
            <a:custGeom>
              <a:avLst/>
              <a:gdLst/>
              <a:ahLst/>
              <a:cxnLst/>
              <a:rect l="l" t="t" r="r" b="b"/>
              <a:pathLst>
                <a:path w="34992" h="34114" extrusionOk="0">
                  <a:moveTo>
                    <a:pt x="17530" y="1"/>
                  </a:moveTo>
                  <a:cubicBezTo>
                    <a:pt x="16355" y="1"/>
                    <a:pt x="15168" y="429"/>
                    <a:pt x="14266" y="1285"/>
                  </a:cubicBezTo>
                  <a:lnTo>
                    <a:pt x="1803" y="13838"/>
                  </a:lnTo>
                  <a:cubicBezTo>
                    <a:pt x="0" y="15550"/>
                    <a:pt x="0" y="18495"/>
                    <a:pt x="1803" y="20298"/>
                  </a:cubicBezTo>
                  <a:lnTo>
                    <a:pt x="14266" y="32761"/>
                  </a:lnTo>
                  <a:cubicBezTo>
                    <a:pt x="15168" y="33662"/>
                    <a:pt x="16355" y="34113"/>
                    <a:pt x="17530" y="34113"/>
                  </a:cubicBezTo>
                  <a:cubicBezTo>
                    <a:pt x="18706" y="34113"/>
                    <a:pt x="19870" y="33662"/>
                    <a:pt x="20726" y="32761"/>
                  </a:cubicBezTo>
                  <a:lnTo>
                    <a:pt x="33280" y="20298"/>
                  </a:lnTo>
                  <a:cubicBezTo>
                    <a:pt x="34991" y="18495"/>
                    <a:pt x="34991" y="15550"/>
                    <a:pt x="33280" y="13838"/>
                  </a:cubicBezTo>
                  <a:lnTo>
                    <a:pt x="20726" y="1285"/>
                  </a:lnTo>
                  <a:cubicBezTo>
                    <a:pt x="19870" y="429"/>
                    <a:pt x="18706" y="1"/>
                    <a:pt x="17530" y="1"/>
                  </a:cubicBezTo>
                  <a:close/>
                </a:path>
              </a:pathLst>
            </a:custGeom>
            <a:solidFill>
              <a:srgbClr val="4F67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dirty="0">
                  <a:solidFill>
                    <a:schemeClr val="lt1"/>
                  </a:solidFill>
                  <a:latin typeface="Times New Roman" panose="02020603050405020304" pitchFamily="18" charset="0"/>
                  <a:ea typeface="Fira Sans Extra Condensed"/>
                  <a:cs typeface="Times New Roman" panose="02020603050405020304" pitchFamily="18" charset="0"/>
                  <a:sym typeface="Fira Sans Extra Condensed"/>
                </a:rPr>
                <a:t>02</a:t>
              </a:r>
              <a:endParaRPr sz="3600" b="1" dirty="0">
                <a:solidFill>
                  <a:schemeClr val="lt1"/>
                </a:solidFill>
                <a:latin typeface="Times New Roman" panose="02020603050405020304" pitchFamily="18" charset="0"/>
                <a:ea typeface="Fira Sans Extra Condensed"/>
                <a:cs typeface="Times New Roman" panose="02020603050405020304" pitchFamily="18" charset="0"/>
                <a:sym typeface="Fira Sans Extra Condensed"/>
              </a:endParaRPr>
            </a:p>
          </p:txBody>
        </p:sp>
        <p:sp>
          <p:nvSpPr>
            <p:cNvPr id="55" name="Google Shape;893;p32">
              <a:extLst>
                <a:ext uri="{FF2B5EF4-FFF2-40B4-BE49-F238E27FC236}">
                  <a16:creationId xmlns:a16="http://schemas.microsoft.com/office/drawing/2014/main" id="{07170FFC-769E-4870-A12E-3BDDD714BFB3}"/>
                </a:ext>
              </a:extLst>
            </p:cNvPr>
            <p:cNvSpPr/>
            <p:nvPr/>
          </p:nvSpPr>
          <p:spPr>
            <a:xfrm>
              <a:off x="3462252" y="1182837"/>
              <a:ext cx="4720529" cy="530400"/>
            </a:xfrm>
            <a:custGeom>
              <a:avLst/>
              <a:gdLst/>
              <a:ahLst/>
              <a:cxnLst/>
              <a:rect l="l" t="t" r="r" b="b"/>
              <a:pathLst>
                <a:path w="80333" h="27766" extrusionOk="0">
                  <a:moveTo>
                    <a:pt x="1" y="0"/>
                  </a:moveTo>
                  <a:lnTo>
                    <a:pt x="1" y="27766"/>
                  </a:lnTo>
                  <a:lnTo>
                    <a:pt x="80332" y="27766"/>
                  </a:lnTo>
                  <a:lnTo>
                    <a:pt x="80332" y="0"/>
                  </a:lnTo>
                  <a:close/>
                </a:path>
              </a:pathLst>
            </a:custGeom>
            <a:noFill/>
            <a:ln>
              <a:noFill/>
            </a:ln>
          </p:spPr>
          <p:txBody>
            <a:bodyPr spcFirstLastPara="1" wrap="square" lIns="457200" tIns="91425" rIns="457200" bIns="91425" anchor="ctr" anchorCtr="0">
              <a:noAutofit/>
            </a:bodyPr>
            <a:lstStyle/>
            <a:p>
              <a:pPr lvl="0">
                <a:buClr>
                  <a:srgbClr val="000000"/>
                </a:buClr>
                <a:buSzPts val="1100"/>
              </a:pPr>
              <a:r>
                <a:rPr lang="fr-FR" sz="2400" dirty="0">
                  <a:latin typeface="Times New Roman" panose="02020603050405020304" pitchFamily="18" charset="0"/>
                  <a:cs typeface="Times New Roman" panose="02020603050405020304" pitchFamily="18" charset="0"/>
                </a:rPr>
                <a:t>Livraisons incrémentales vérifiables</a:t>
              </a:r>
              <a:endParaRPr sz="2400" dirty="0">
                <a:solidFill>
                  <a:schemeClr val="dk1"/>
                </a:solidFill>
                <a:latin typeface="Times New Roman" panose="02020603050405020304" pitchFamily="18" charset="0"/>
                <a:ea typeface="Roboto"/>
                <a:cs typeface="Times New Roman" panose="02020603050405020304" pitchFamily="18" charset="0"/>
                <a:sym typeface="Roboto"/>
              </a:endParaRPr>
            </a:p>
          </p:txBody>
        </p:sp>
      </p:grpSp>
      <p:grpSp>
        <p:nvGrpSpPr>
          <p:cNvPr id="56" name="Google Shape;889;p32">
            <a:extLst>
              <a:ext uri="{FF2B5EF4-FFF2-40B4-BE49-F238E27FC236}">
                <a16:creationId xmlns:a16="http://schemas.microsoft.com/office/drawing/2014/main" id="{1C187519-CB68-4BBF-9C2C-AFA3FA2B0092}"/>
              </a:ext>
            </a:extLst>
          </p:cNvPr>
          <p:cNvGrpSpPr/>
          <p:nvPr/>
        </p:nvGrpSpPr>
        <p:grpSpPr>
          <a:xfrm>
            <a:off x="4857289" y="4931774"/>
            <a:ext cx="6969154" cy="1579944"/>
            <a:chOff x="2775150" y="977475"/>
            <a:chExt cx="5750003" cy="943925"/>
          </a:xfrm>
        </p:grpSpPr>
        <p:sp>
          <p:nvSpPr>
            <p:cNvPr id="57" name="Google Shape;890;p32">
              <a:extLst>
                <a:ext uri="{FF2B5EF4-FFF2-40B4-BE49-F238E27FC236}">
                  <a16:creationId xmlns:a16="http://schemas.microsoft.com/office/drawing/2014/main" id="{B5AF6CBF-D40C-4610-A812-EC54585A13F6}"/>
                </a:ext>
              </a:extLst>
            </p:cNvPr>
            <p:cNvSpPr/>
            <p:nvPr/>
          </p:nvSpPr>
          <p:spPr>
            <a:xfrm>
              <a:off x="3345775" y="1123625"/>
              <a:ext cx="5000961" cy="648825"/>
            </a:xfrm>
            <a:custGeom>
              <a:avLst/>
              <a:gdLst/>
              <a:ahLst/>
              <a:cxnLst/>
              <a:rect l="l" t="t" r="r" b="b"/>
              <a:pathLst>
                <a:path w="135424" h="25953" extrusionOk="0">
                  <a:moveTo>
                    <a:pt x="1" y="0"/>
                  </a:moveTo>
                  <a:lnTo>
                    <a:pt x="1" y="13034"/>
                  </a:lnTo>
                  <a:lnTo>
                    <a:pt x="1" y="25953"/>
                  </a:lnTo>
                  <a:lnTo>
                    <a:pt x="122504" y="25953"/>
                  </a:lnTo>
                  <a:cubicBezTo>
                    <a:pt x="129626" y="25953"/>
                    <a:pt x="135423" y="20155"/>
                    <a:pt x="135423" y="13034"/>
                  </a:cubicBezTo>
                  <a:cubicBezTo>
                    <a:pt x="135423" y="5798"/>
                    <a:pt x="129626" y="0"/>
                    <a:pt x="122504" y="0"/>
                  </a:cubicBez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58" name="Google Shape;891;p32">
              <a:extLst>
                <a:ext uri="{FF2B5EF4-FFF2-40B4-BE49-F238E27FC236}">
                  <a16:creationId xmlns:a16="http://schemas.microsoft.com/office/drawing/2014/main" id="{D042B106-5A4B-4FE7-A7E1-1FEB52174DB6}"/>
                </a:ext>
              </a:extLst>
            </p:cNvPr>
            <p:cNvSpPr/>
            <p:nvPr/>
          </p:nvSpPr>
          <p:spPr>
            <a:xfrm>
              <a:off x="2775150" y="977475"/>
              <a:ext cx="986650" cy="943925"/>
            </a:xfrm>
            <a:custGeom>
              <a:avLst/>
              <a:gdLst/>
              <a:ahLst/>
              <a:cxnLst/>
              <a:rect l="l" t="t" r="r" b="b"/>
              <a:pathLst>
                <a:path w="39466" h="37757" extrusionOk="0">
                  <a:moveTo>
                    <a:pt x="19219" y="3655"/>
                  </a:moveTo>
                  <a:cubicBezTo>
                    <a:pt x="20452" y="3655"/>
                    <a:pt x="21205" y="4500"/>
                    <a:pt x="22072" y="5367"/>
                  </a:cubicBezTo>
                  <a:cubicBezTo>
                    <a:pt x="23100" y="6417"/>
                    <a:pt x="24058" y="7467"/>
                    <a:pt x="25108" y="8494"/>
                  </a:cubicBezTo>
                  <a:cubicBezTo>
                    <a:pt x="27573" y="10891"/>
                    <a:pt x="30061" y="13356"/>
                    <a:pt x="32526" y="15821"/>
                  </a:cubicBezTo>
                  <a:cubicBezTo>
                    <a:pt x="33097" y="16392"/>
                    <a:pt x="33850" y="17054"/>
                    <a:pt x="34238" y="17830"/>
                  </a:cubicBezTo>
                  <a:cubicBezTo>
                    <a:pt x="34809" y="19336"/>
                    <a:pt x="33942" y="20386"/>
                    <a:pt x="33006" y="21345"/>
                  </a:cubicBezTo>
                  <a:lnTo>
                    <a:pt x="25108" y="29242"/>
                  </a:lnTo>
                  <a:cubicBezTo>
                    <a:pt x="23737" y="30614"/>
                    <a:pt x="21385" y="33932"/>
                    <a:pt x="19036" y="33932"/>
                  </a:cubicBezTo>
                  <a:cubicBezTo>
                    <a:pt x="18453" y="33932"/>
                    <a:pt x="17870" y="33727"/>
                    <a:pt x="17302" y="33237"/>
                  </a:cubicBezTo>
                  <a:lnTo>
                    <a:pt x="17302" y="33237"/>
                  </a:lnTo>
                  <a:cubicBezTo>
                    <a:pt x="17302" y="33237"/>
                    <a:pt x="17302" y="33237"/>
                    <a:pt x="17302" y="33237"/>
                  </a:cubicBezTo>
                  <a:cubicBezTo>
                    <a:pt x="13399" y="29242"/>
                    <a:pt x="9404" y="25248"/>
                    <a:pt x="5410" y="21253"/>
                  </a:cubicBezTo>
                  <a:cubicBezTo>
                    <a:pt x="4474" y="20386"/>
                    <a:pt x="3698" y="19245"/>
                    <a:pt x="4269" y="17830"/>
                  </a:cubicBezTo>
                  <a:cubicBezTo>
                    <a:pt x="4565" y="17054"/>
                    <a:pt x="5410" y="16392"/>
                    <a:pt x="6095" y="15730"/>
                  </a:cubicBezTo>
                  <a:lnTo>
                    <a:pt x="13513" y="8312"/>
                  </a:lnTo>
                  <a:cubicBezTo>
                    <a:pt x="14837" y="6988"/>
                    <a:pt x="17119" y="3655"/>
                    <a:pt x="19219" y="3655"/>
                  </a:cubicBezTo>
                  <a:close/>
                  <a:moveTo>
                    <a:pt x="19394" y="1"/>
                  </a:moveTo>
                  <a:cubicBezTo>
                    <a:pt x="17419" y="1"/>
                    <a:pt x="15471" y="962"/>
                    <a:pt x="13878" y="2605"/>
                  </a:cubicBezTo>
                  <a:cubicBezTo>
                    <a:pt x="11116" y="5367"/>
                    <a:pt x="8377" y="8129"/>
                    <a:pt x="5615" y="10891"/>
                  </a:cubicBezTo>
                  <a:cubicBezTo>
                    <a:pt x="3242" y="13265"/>
                    <a:pt x="0" y="15547"/>
                    <a:pt x="274" y="19336"/>
                  </a:cubicBezTo>
                  <a:cubicBezTo>
                    <a:pt x="571" y="23057"/>
                    <a:pt x="4657" y="25910"/>
                    <a:pt x="7122" y="28284"/>
                  </a:cubicBezTo>
                  <a:cubicBezTo>
                    <a:pt x="9545" y="30796"/>
                    <a:pt x="12033" y="33286"/>
                    <a:pt x="14459" y="35691"/>
                  </a:cubicBezTo>
                  <a:lnTo>
                    <a:pt x="14459" y="35691"/>
                  </a:lnTo>
                  <a:cubicBezTo>
                    <a:pt x="14517" y="35757"/>
                    <a:pt x="14582" y="35822"/>
                    <a:pt x="14654" y="35884"/>
                  </a:cubicBezTo>
                  <a:cubicBezTo>
                    <a:pt x="14654" y="35884"/>
                    <a:pt x="14654" y="35884"/>
                    <a:pt x="14654" y="35884"/>
                  </a:cubicBezTo>
                  <a:lnTo>
                    <a:pt x="14654" y="35884"/>
                  </a:lnTo>
                  <a:cubicBezTo>
                    <a:pt x="14744" y="35974"/>
                    <a:pt x="14836" y="36052"/>
                    <a:pt x="14930" y="36118"/>
                  </a:cubicBezTo>
                  <a:lnTo>
                    <a:pt x="14930" y="36118"/>
                  </a:lnTo>
                  <a:cubicBezTo>
                    <a:pt x="16235" y="37172"/>
                    <a:pt x="17795" y="37756"/>
                    <a:pt x="19360" y="37756"/>
                  </a:cubicBezTo>
                  <a:cubicBezTo>
                    <a:pt x="20616" y="37756"/>
                    <a:pt x="21875" y="37380"/>
                    <a:pt x="23008" y="36569"/>
                  </a:cubicBezTo>
                  <a:cubicBezTo>
                    <a:pt x="23876" y="35999"/>
                    <a:pt x="24538" y="35131"/>
                    <a:pt x="25291" y="34469"/>
                  </a:cubicBezTo>
                  <a:cubicBezTo>
                    <a:pt x="28144" y="31525"/>
                    <a:pt x="30997" y="28672"/>
                    <a:pt x="33942" y="25819"/>
                  </a:cubicBezTo>
                  <a:cubicBezTo>
                    <a:pt x="36612" y="23148"/>
                    <a:pt x="39465" y="20295"/>
                    <a:pt x="37571" y="16118"/>
                  </a:cubicBezTo>
                  <a:cubicBezTo>
                    <a:pt x="36338" y="13447"/>
                    <a:pt x="33280" y="11256"/>
                    <a:pt x="31294" y="9179"/>
                  </a:cubicBezTo>
                  <a:cubicBezTo>
                    <a:pt x="28806" y="6782"/>
                    <a:pt x="26432" y="4317"/>
                    <a:pt x="23967" y="1943"/>
                  </a:cubicBezTo>
                  <a:cubicBezTo>
                    <a:pt x="22535" y="602"/>
                    <a:pt x="20956" y="1"/>
                    <a:pt x="193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59" name="Google Shape;892;p32">
              <a:extLst>
                <a:ext uri="{FF2B5EF4-FFF2-40B4-BE49-F238E27FC236}">
                  <a16:creationId xmlns:a16="http://schemas.microsoft.com/office/drawing/2014/main" id="{B2E6CAC5-E457-4D9D-BB27-3F927575487C}"/>
                </a:ext>
              </a:extLst>
            </p:cNvPr>
            <p:cNvSpPr/>
            <p:nvPr/>
          </p:nvSpPr>
          <p:spPr>
            <a:xfrm>
              <a:off x="2817950" y="1022475"/>
              <a:ext cx="874800" cy="852850"/>
            </a:xfrm>
            <a:custGeom>
              <a:avLst/>
              <a:gdLst/>
              <a:ahLst/>
              <a:cxnLst/>
              <a:rect l="l" t="t" r="r" b="b"/>
              <a:pathLst>
                <a:path w="34992" h="34114" extrusionOk="0">
                  <a:moveTo>
                    <a:pt x="17530" y="1"/>
                  </a:moveTo>
                  <a:cubicBezTo>
                    <a:pt x="16355" y="1"/>
                    <a:pt x="15168" y="429"/>
                    <a:pt x="14266" y="1285"/>
                  </a:cubicBezTo>
                  <a:lnTo>
                    <a:pt x="1803" y="13838"/>
                  </a:lnTo>
                  <a:cubicBezTo>
                    <a:pt x="0" y="15550"/>
                    <a:pt x="0" y="18495"/>
                    <a:pt x="1803" y="20298"/>
                  </a:cubicBezTo>
                  <a:lnTo>
                    <a:pt x="14266" y="32761"/>
                  </a:lnTo>
                  <a:cubicBezTo>
                    <a:pt x="15168" y="33662"/>
                    <a:pt x="16355" y="34113"/>
                    <a:pt x="17530" y="34113"/>
                  </a:cubicBezTo>
                  <a:cubicBezTo>
                    <a:pt x="18706" y="34113"/>
                    <a:pt x="19870" y="33662"/>
                    <a:pt x="20726" y="32761"/>
                  </a:cubicBezTo>
                  <a:lnTo>
                    <a:pt x="33280" y="20298"/>
                  </a:lnTo>
                  <a:cubicBezTo>
                    <a:pt x="34991" y="18495"/>
                    <a:pt x="34991" y="15550"/>
                    <a:pt x="33280" y="13838"/>
                  </a:cubicBezTo>
                  <a:lnTo>
                    <a:pt x="20726" y="1285"/>
                  </a:lnTo>
                  <a:cubicBezTo>
                    <a:pt x="19870" y="429"/>
                    <a:pt x="18706" y="1"/>
                    <a:pt x="17530" y="1"/>
                  </a:cubicBezTo>
                  <a:close/>
                </a:path>
              </a:pathLst>
            </a:custGeom>
            <a:solidFill>
              <a:srgbClr val="7962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dirty="0">
                  <a:solidFill>
                    <a:schemeClr val="lt1"/>
                  </a:solidFill>
                  <a:latin typeface="Times New Roman" panose="02020603050405020304" pitchFamily="18" charset="0"/>
                  <a:ea typeface="Fira Sans Extra Condensed"/>
                  <a:cs typeface="Times New Roman" panose="02020603050405020304" pitchFamily="18" charset="0"/>
                  <a:sym typeface="Fira Sans Extra Condensed"/>
                </a:rPr>
                <a:t>03</a:t>
              </a:r>
              <a:endParaRPr sz="3600" b="1" dirty="0">
                <a:solidFill>
                  <a:schemeClr val="lt1"/>
                </a:solidFill>
                <a:latin typeface="Times New Roman" panose="02020603050405020304" pitchFamily="18" charset="0"/>
                <a:ea typeface="Fira Sans Extra Condensed"/>
                <a:cs typeface="Times New Roman" panose="02020603050405020304" pitchFamily="18" charset="0"/>
                <a:sym typeface="Fira Sans Extra Condensed"/>
              </a:endParaRPr>
            </a:p>
          </p:txBody>
        </p:sp>
        <p:sp>
          <p:nvSpPr>
            <p:cNvPr id="60" name="Google Shape;893;p32">
              <a:extLst>
                <a:ext uri="{FF2B5EF4-FFF2-40B4-BE49-F238E27FC236}">
                  <a16:creationId xmlns:a16="http://schemas.microsoft.com/office/drawing/2014/main" id="{B30A4C87-F399-4A80-92FC-3566A46B08DE}"/>
                </a:ext>
              </a:extLst>
            </p:cNvPr>
            <p:cNvSpPr/>
            <p:nvPr/>
          </p:nvSpPr>
          <p:spPr>
            <a:xfrm>
              <a:off x="3462251" y="1182837"/>
              <a:ext cx="5062902" cy="530400"/>
            </a:xfrm>
            <a:custGeom>
              <a:avLst/>
              <a:gdLst/>
              <a:ahLst/>
              <a:cxnLst/>
              <a:rect l="l" t="t" r="r" b="b"/>
              <a:pathLst>
                <a:path w="80333" h="27766" extrusionOk="0">
                  <a:moveTo>
                    <a:pt x="1" y="0"/>
                  </a:moveTo>
                  <a:lnTo>
                    <a:pt x="1" y="27766"/>
                  </a:lnTo>
                  <a:lnTo>
                    <a:pt x="80332" y="27766"/>
                  </a:lnTo>
                  <a:lnTo>
                    <a:pt x="80332" y="0"/>
                  </a:lnTo>
                  <a:close/>
                </a:path>
              </a:pathLst>
            </a:custGeom>
            <a:noFill/>
            <a:ln>
              <a:noFill/>
            </a:ln>
          </p:spPr>
          <p:txBody>
            <a:bodyPr spcFirstLastPara="1" wrap="square" lIns="457200" tIns="91425" rIns="457200" bIns="91425" anchor="ctr" anchorCtr="0">
              <a:noAutofit/>
            </a:bodyPr>
            <a:lstStyle/>
            <a:p>
              <a:pPr lvl="0">
                <a:buClr>
                  <a:srgbClr val="000000"/>
                </a:buClr>
                <a:buSzPts val="1100"/>
              </a:pPr>
              <a:r>
                <a:rPr lang="fr-FR" sz="2400" dirty="0">
                  <a:latin typeface="Times New Roman" panose="02020603050405020304" pitchFamily="18" charset="0"/>
                  <a:cs typeface="Times New Roman" panose="02020603050405020304" pitchFamily="18" charset="0"/>
                </a:rPr>
                <a:t>Flexibilité et communication en équipe</a:t>
              </a:r>
              <a:endParaRPr sz="2400" dirty="0">
                <a:solidFill>
                  <a:schemeClr val="dk1"/>
                </a:solidFill>
                <a:latin typeface="Times New Roman" panose="02020603050405020304" pitchFamily="18" charset="0"/>
                <a:ea typeface="Roboto"/>
                <a:cs typeface="Times New Roman" panose="02020603050405020304" pitchFamily="18" charset="0"/>
                <a:sym typeface="Roboto"/>
              </a:endParaRPr>
            </a:p>
          </p:txBody>
        </p:sp>
      </p:grpSp>
      <p:sp>
        <p:nvSpPr>
          <p:cNvPr id="33" name="TextBox 27">
            <a:extLst>
              <a:ext uri="{FF2B5EF4-FFF2-40B4-BE49-F238E27FC236}">
                <a16:creationId xmlns:a16="http://schemas.microsoft.com/office/drawing/2014/main" id="{CAA73091-E666-45DD-B64A-405F61C22023}"/>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19</a:t>
            </a:r>
          </a:p>
        </p:txBody>
      </p:sp>
      <p:grpSp>
        <p:nvGrpSpPr>
          <p:cNvPr id="34" name="Group 92">
            <a:extLst>
              <a:ext uri="{FF2B5EF4-FFF2-40B4-BE49-F238E27FC236}">
                <a16:creationId xmlns:a16="http://schemas.microsoft.com/office/drawing/2014/main" id="{700237DD-20EC-4525-A499-C29D2A01394B}"/>
              </a:ext>
            </a:extLst>
          </p:cNvPr>
          <p:cNvGrpSpPr/>
          <p:nvPr/>
        </p:nvGrpSpPr>
        <p:grpSpPr>
          <a:xfrm>
            <a:off x="12489068" y="2417858"/>
            <a:ext cx="2134903" cy="4204815"/>
            <a:chOff x="5494825" y="4000501"/>
            <a:chExt cx="1910177" cy="3124108"/>
          </a:xfrm>
        </p:grpSpPr>
        <p:sp>
          <p:nvSpPr>
            <p:cNvPr id="35" name="Google Shape;98;p16">
              <a:extLst>
                <a:ext uri="{FF2B5EF4-FFF2-40B4-BE49-F238E27FC236}">
                  <a16:creationId xmlns:a16="http://schemas.microsoft.com/office/drawing/2014/main" id="{3F13BD5F-D226-4E22-9204-C4F4A916DEBA}"/>
                </a:ext>
              </a:extLst>
            </p:cNvPr>
            <p:cNvSpPr/>
            <p:nvPr/>
          </p:nvSpPr>
          <p:spPr>
            <a:xfrm rot="10800000" flipH="1">
              <a:off x="5494827" y="4715309"/>
              <a:ext cx="1792500" cy="2409300"/>
            </a:xfrm>
            <a:prstGeom prst="round2SameRect">
              <a:avLst>
                <a:gd name="adj1" fmla="val 0"/>
                <a:gd name="adj2" fmla="val 0"/>
              </a:avLst>
            </a:prstGeom>
            <a:noFill/>
            <a:ln w="38100" cap="flat"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6" name="Google Shape;140;p16">
              <a:extLst>
                <a:ext uri="{FF2B5EF4-FFF2-40B4-BE49-F238E27FC236}">
                  <a16:creationId xmlns:a16="http://schemas.microsoft.com/office/drawing/2014/main" id="{A3EF7D1C-5EF7-479E-AF7F-C236FD8FAA7E}"/>
                </a:ext>
              </a:extLst>
            </p:cNvPr>
            <p:cNvSpPr txBox="1"/>
            <p:nvPr/>
          </p:nvSpPr>
          <p:spPr>
            <a:xfrm>
              <a:off x="5494825" y="5497663"/>
              <a:ext cx="1910177" cy="905983"/>
            </a:xfrm>
            <a:prstGeom prst="rect">
              <a:avLst/>
            </a:prstGeom>
            <a:noFill/>
            <a:ln>
              <a:noFill/>
            </a:ln>
          </p:spPr>
          <p:txBody>
            <a:bodyPr spcFirstLastPara="1" wrap="square" lIns="91425" tIns="91425" rIns="91425" bIns="91425" anchor="t" anchorCtr="0">
              <a:noAutofit/>
            </a:bodyPr>
            <a:lstStyle/>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Authentification.</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rôles. </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Gestions des employés.</a:t>
              </a:r>
            </a:p>
          </p:txBody>
        </p:sp>
        <p:sp>
          <p:nvSpPr>
            <p:cNvPr id="37" name="Google Shape;141;p16">
              <a:extLst>
                <a:ext uri="{FF2B5EF4-FFF2-40B4-BE49-F238E27FC236}">
                  <a16:creationId xmlns:a16="http://schemas.microsoft.com/office/drawing/2014/main" id="{A0F7AAC9-DBE5-4DA9-B564-EC9967B138E8}"/>
                </a:ext>
              </a:extLst>
            </p:cNvPr>
            <p:cNvSpPr/>
            <p:nvPr/>
          </p:nvSpPr>
          <p:spPr>
            <a:xfrm>
              <a:off x="5494825" y="4000501"/>
              <a:ext cx="1792500" cy="585600"/>
            </a:xfrm>
            <a:prstGeom prst="round2SameRect">
              <a:avLst>
                <a:gd name="adj1" fmla="val 0"/>
                <a:gd name="adj2" fmla="val 0"/>
              </a:avLst>
            </a:prstGeom>
            <a:solidFill>
              <a:schemeClr val="bg2">
                <a:lumMod val="60000"/>
                <a:lumOff val="40000"/>
              </a:schemeClr>
            </a:solidFill>
            <a:ln w="38100">
              <a:solidFill>
                <a:schemeClr val="bg2">
                  <a:lumMod val="60000"/>
                  <a:lumOff val="40000"/>
                </a:schemeClr>
              </a:solid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rPr>
                <a:t>Sprint 1 – Authentification &amp; Fonctionnalités de base</a:t>
              </a:r>
              <a:endParaRP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endParaRPr>
            </a:p>
          </p:txBody>
        </p:sp>
      </p:grpSp>
      <p:pic>
        <p:nvPicPr>
          <p:cNvPr id="61" name="Image 60" descr="Une image contenant clipart, Graphique, dessin humoristique&#10;&#10;Description générée automatiquement">
            <a:extLst>
              <a:ext uri="{FF2B5EF4-FFF2-40B4-BE49-F238E27FC236}">
                <a16:creationId xmlns:a16="http://schemas.microsoft.com/office/drawing/2014/main" id="{EB8F449F-95BB-4C68-9BA5-3819EE8F7CFD}"/>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13100933" y="3591719"/>
            <a:ext cx="911171" cy="911171"/>
          </a:xfrm>
          <a:prstGeom prst="rect">
            <a:avLst/>
          </a:prstGeom>
        </p:spPr>
      </p:pic>
    </p:spTree>
    <p:extLst>
      <p:ext uri="{BB962C8B-B14F-4D97-AF65-F5344CB8AC3E}">
        <p14:creationId xmlns:p14="http://schemas.microsoft.com/office/powerpoint/2010/main" val="3980448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500"/>
                                        <p:tgtEl>
                                          <p:spTgt spid="3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left)">
                                      <p:cBhvr>
                                        <p:cTn id="15" dur="500"/>
                                        <p:tgtEl>
                                          <p:spTgt spid="5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793B-C024-FD89-9DDE-1909DD96D0DE}"/>
            </a:ext>
          </a:extLst>
        </p:cNvPr>
        <p:cNvGrpSpPr/>
        <p:nvPr/>
      </p:nvGrpSpPr>
      <p:grpSpPr>
        <a:xfrm>
          <a:off x="0" y="0"/>
          <a:ext cx="0" cy="0"/>
          <a:chOff x="0" y="0"/>
          <a:chExt cx="0" cy="0"/>
        </a:xfrm>
      </p:grpSpPr>
      <p:sp>
        <p:nvSpPr>
          <p:cNvPr id="11" name="TextBox 2">
            <a:extLst>
              <a:ext uri="{FF2B5EF4-FFF2-40B4-BE49-F238E27FC236}">
                <a16:creationId xmlns:a16="http://schemas.microsoft.com/office/drawing/2014/main" id="{B21A06E7-4054-47D9-A2F5-708156BD7241}"/>
              </a:ext>
            </a:extLst>
          </p:cNvPr>
          <p:cNvSpPr txBox="1"/>
          <p:nvPr/>
        </p:nvSpPr>
        <p:spPr>
          <a:xfrm>
            <a:off x="3889465" y="893908"/>
            <a:ext cx="6128238" cy="584775"/>
          </a:xfrm>
          <a:prstGeom prst="rect">
            <a:avLst/>
          </a:prstGeom>
          <a:noFill/>
        </p:spPr>
        <p:txBody>
          <a:bodyPr wrap="square">
            <a:spAutoFit/>
          </a:bodyPr>
          <a:lstStyle/>
          <a:p>
            <a:r>
              <a:rPr lang="fr-FR" sz="3200" b="1">
                <a:latin typeface="Times New Roman" panose="02020603050405020304" pitchFamily="18" charset="0"/>
                <a:cs typeface="Times New Roman" panose="02020603050405020304" pitchFamily="18" charset="0"/>
              </a:rPr>
              <a:t>Déroulement sprints</a:t>
            </a:r>
            <a:endParaRPr lang="en-US" sz="3200" b="1" dirty="0">
              <a:latin typeface="Times New Roman" panose="02020603050405020304" pitchFamily="18" charset="0"/>
              <a:cs typeface="Times New Roman" panose="02020603050405020304" pitchFamily="18" charset="0"/>
            </a:endParaRPr>
          </a:p>
        </p:txBody>
      </p:sp>
      <p:grpSp>
        <p:nvGrpSpPr>
          <p:cNvPr id="34" name="Group 80">
            <a:extLst>
              <a:ext uri="{FF2B5EF4-FFF2-40B4-BE49-F238E27FC236}">
                <a16:creationId xmlns:a16="http://schemas.microsoft.com/office/drawing/2014/main" id="{382394E9-D81C-4AD4-886F-98B7F31EF894}"/>
              </a:ext>
            </a:extLst>
          </p:cNvPr>
          <p:cNvGrpSpPr/>
          <p:nvPr/>
        </p:nvGrpSpPr>
        <p:grpSpPr>
          <a:xfrm>
            <a:off x="12355685" y="2370460"/>
            <a:ext cx="2125585" cy="4204816"/>
            <a:chOff x="7471800" y="4000500"/>
            <a:chExt cx="1792501" cy="3124109"/>
          </a:xfrm>
        </p:grpSpPr>
        <p:sp>
          <p:nvSpPr>
            <p:cNvPr id="35" name="Google Shape;97;p16">
              <a:extLst>
                <a:ext uri="{FF2B5EF4-FFF2-40B4-BE49-F238E27FC236}">
                  <a16:creationId xmlns:a16="http://schemas.microsoft.com/office/drawing/2014/main" id="{2B6D47A1-B114-4503-B375-49426877FB61}"/>
                </a:ext>
              </a:extLst>
            </p:cNvPr>
            <p:cNvSpPr/>
            <p:nvPr/>
          </p:nvSpPr>
          <p:spPr>
            <a:xfrm rot="10800000" flipH="1">
              <a:off x="7471811" y="4715309"/>
              <a:ext cx="1792490" cy="2409300"/>
            </a:xfrm>
            <a:prstGeom prst="round2SameRect">
              <a:avLst>
                <a:gd name="adj1" fmla="val 0"/>
                <a:gd name="adj2" fmla="val 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6" name="Google Shape;126;p16">
              <a:extLst>
                <a:ext uri="{FF2B5EF4-FFF2-40B4-BE49-F238E27FC236}">
                  <a16:creationId xmlns:a16="http://schemas.microsoft.com/office/drawing/2014/main" id="{604B1A7C-4196-4450-9ECA-88C6042849D1}"/>
                </a:ext>
              </a:extLst>
            </p:cNvPr>
            <p:cNvSpPr txBox="1"/>
            <p:nvPr/>
          </p:nvSpPr>
          <p:spPr>
            <a:xfrm>
              <a:off x="7492333" y="5506382"/>
              <a:ext cx="1731501" cy="890700"/>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offres d’emploi et de stages.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Candidatures spontanées.</a:t>
              </a:r>
            </a:p>
          </p:txBody>
        </p:sp>
        <p:sp>
          <p:nvSpPr>
            <p:cNvPr id="37" name="Google Shape;127;p16">
              <a:extLst>
                <a:ext uri="{FF2B5EF4-FFF2-40B4-BE49-F238E27FC236}">
                  <a16:creationId xmlns:a16="http://schemas.microsoft.com/office/drawing/2014/main" id="{874505F8-4E16-413E-AA55-1B61A526986E}"/>
                </a:ext>
              </a:extLst>
            </p:cNvPr>
            <p:cNvSpPr/>
            <p:nvPr/>
          </p:nvSpPr>
          <p:spPr>
            <a:xfrm>
              <a:off x="7471800" y="4000500"/>
              <a:ext cx="1792500" cy="585600"/>
            </a:xfrm>
            <a:prstGeom prst="round2Same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2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CRUD restants + synchronisation web ↔ mobile</a:t>
              </a:r>
              <a:endParaRPr lang="fr-F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pic>
        <p:nvPicPr>
          <p:cNvPr id="17" name="Image 16" descr="Une image contenant clipart, Graphique, conception, dessin humoristique&#10;&#10;Description générée automatiquement">
            <a:extLst>
              <a:ext uri="{FF2B5EF4-FFF2-40B4-BE49-F238E27FC236}">
                <a16:creationId xmlns:a16="http://schemas.microsoft.com/office/drawing/2014/main" id="{6B879342-96A5-430C-B694-EF8F39DEA02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2974690" y="3509690"/>
            <a:ext cx="887574" cy="887574"/>
          </a:xfrm>
          <a:prstGeom prst="rect">
            <a:avLst/>
          </a:prstGeom>
        </p:spPr>
      </p:pic>
      <p:grpSp>
        <p:nvGrpSpPr>
          <p:cNvPr id="19" name="Group 92">
            <a:extLst>
              <a:ext uri="{FF2B5EF4-FFF2-40B4-BE49-F238E27FC236}">
                <a16:creationId xmlns:a16="http://schemas.microsoft.com/office/drawing/2014/main" id="{0C2A4A50-1578-416A-9FFF-1570DFFA0B89}"/>
              </a:ext>
            </a:extLst>
          </p:cNvPr>
          <p:cNvGrpSpPr/>
          <p:nvPr/>
        </p:nvGrpSpPr>
        <p:grpSpPr>
          <a:xfrm>
            <a:off x="208680" y="2034795"/>
            <a:ext cx="2134903" cy="4204815"/>
            <a:chOff x="5494825" y="4000501"/>
            <a:chExt cx="1910177" cy="3124108"/>
          </a:xfrm>
        </p:grpSpPr>
        <p:sp>
          <p:nvSpPr>
            <p:cNvPr id="20" name="Google Shape;98;p16">
              <a:extLst>
                <a:ext uri="{FF2B5EF4-FFF2-40B4-BE49-F238E27FC236}">
                  <a16:creationId xmlns:a16="http://schemas.microsoft.com/office/drawing/2014/main" id="{FFF03E65-6D73-493B-A198-058413F9B48B}"/>
                </a:ext>
              </a:extLst>
            </p:cNvPr>
            <p:cNvSpPr/>
            <p:nvPr/>
          </p:nvSpPr>
          <p:spPr>
            <a:xfrm rot="10800000" flipH="1">
              <a:off x="5494827" y="4715309"/>
              <a:ext cx="1792500" cy="2409300"/>
            </a:xfrm>
            <a:prstGeom prst="round2SameRect">
              <a:avLst>
                <a:gd name="adj1" fmla="val 0"/>
                <a:gd name="adj2" fmla="val 0"/>
              </a:avLst>
            </a:prstGeom>
            <a:noFill/>
            <a:ln w="38100" cap="flat"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21" name="Google Shape;140;p16">
              <a:extLst>
                <a:ext uri="{FF2B5EF4-FFF2-40B4-BE49-F238E27FC236}">
                  <a16:creationId xmlns:a16="http://schemas.microsoft.com/office/drawing/2014/main" id="{DF4A1DBB-544F-402D-B607-99E279B534D6}"/>
                </a:ext>
              </a:extLst>
            </p:cNvPr>
            <p:cNvSpPr txBox="1"/>
            <p:nvPr/>
          </p:nvSpPr>
          <p:spPr>
            <a:xfrm>
              <a:off x="5494825" y="5497663"/>
              <a:ext cx="1910177" cy="905983"/>
            </a:xfrm>
            <a:prstGeom prst="rect">
              <a:avLst/>
            </a:prstGeom>
            <a:noFill/>
            <a:ln>
              <a:noFill/>
            </a:ln>
          </p:spPr>
          <p:txBody>
            <a:bodyPr spcFirstLastPara="1" wrap="square" lIns="91425" tIns="91425" rIns="91425" bIns="91425" anchor="t" anchorCtr="0">
              <a:noAutofit/>
            </a:bodyPr>
            <a:lstStyle/>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Authentification.</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rôles. </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Gestions des employés.</a:t>
              </a:r>
            </a:p>
          </p:txBody>
        </p:sp>
        <p:sp>
          <p:nvSpPr>
            <p:cNvPr id="22" name="Google Shape;141;p16">
              <a:extLst>
                <a:ext uri="{FF2B5EF4-FFF2-40B4-BE49-F238E27FC236}">
                  <a16:creationId xmlns:a16="http://schemas.microsoft.com/office/drawing/2014/main" id="{4237E94C-1538-4B2C-B900-06DD453FA395}"/>
                </a:ext>
              </a:extLst>
            </p:cNvPr>
            <p:cNvSpPr/>
            <p:nvPr/>
          </p:nvSpPr>
          <p:spPr>
            <a:xfrm>
              <a:off x="5494825" y="4000501"/>
              <a:ext cx="1792500" cy="585600"/>
            </a:xfrm>
            <a:prstGeom prst="round2SameRect">
              <a:avLst>
                <a:gd name="adj1" fmla="val 0"/>
                <a:gd name="adj2" fmla="val 0"/>
              </a:avLst>
            </a:prstGeom>
            <a:solidFill>
              <a:schemeClr val="bg2">
                <a:lumMod val="60000"/>
                <a:lumOff val="40000"/>
              </a:schemeClr>
            </a:solidFill>
            <a:ln w="38100">
              <a:solidFill>
                <a:schemeClr val="bg2">
                  <a:lumMod val="60000"/>
                  <a:lumOff val="40000"/>
                </a:schemeClr>
              </a:solid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rPr>
                <a:t>Sprint 1 – Authentification &amp; Fonctionnalités de base</a:t>
              </a:r>
              <a:endParaRP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endParaRPr>
            </a:p>
          </p:txBody>
        </p:sp>
      </p:grpSp>
      <p:pic>
        <p:nvPicPr>
          <p:cNvPr id="23" name="Image 22" descr="Une image contenant clipart, Graphique, dessin humoristique&#10;&#10;Description générée automatiquement">
            <a:extLst>
              <a:ext uri="{FF2B5EF4-FFF2-40B4-BE49-F238E27FC236}">
                <a16:creationId xmlns:a16="http://schemas.microsoft.com/office/drawing/2014/main" id="{C9491509-78BC-44A4-AE0A-B8F1B572325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20545" y="3208656"/>
            <a:ext cx="911171" cy="911171"/>
          </a:xfrm>
          <a:prstGeom prst="rect">
            <a:avLst/>
          </a:prstGeom>
        </p:spPr>
      </p:pic>
      <p:sp>
        <p:nvSpPr>
          <p:cNvPr id="14" name="TextBox 27">
            <a:extLst>
              <a:ext uri="{FF2B5EF4-FFF2-40B4-BE49-F238E27FC236}">
                <a16:creationId xmlns:a16="http://schemas.microsoft.com/office/drawing/2014/main" id="{9FE8CC3D-3140-4DAA-A39D-616257546B58}"/>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20</a:t>
            </a:r>
          </a:p>
        </p:txBody>
      </p:sp>
      <p:graphicFrame>
        <p:nvGraphicFramePr>
          <p:cNvPr id="15" name="Diagramme 30">
            <a:extLst>
              <a:ext uri="{FF2B5EF4-FFF2-40B4-BE49-F238E27FC236}">
                <a16:creationId xmlns:a16="http://schemas.microsoft.com/office/drawing/2014/main" id="{0DACA767-BFC0-49B7-939B-D7DA777CFC03}"/>
              </a:ext>
            </a:extLst>
          </p:cNvPr>
          <p:cNvGraphicFramePr/>
          <p:nvPr>
            <p:extLst>
              <p:ext uri="{D42A27DB-BD31-4B8C-83A1-F6EECF244321}">
                <p14:modId xmlns:p14="http://schemas.microsoft.com/office/powerpoint/2010/main" val="364150601"/>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81106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793B-C024-FD89-9DDE-1909DD96D0DE}"/>
            </a:ext>
          </a:extLst>
        </p:cNvPr>
        <p:cNvGrpSpPr/>
        <p:nvPr/>
      </p:nvGrpSpPr>
      <p:grpSpPr>
        <a:xfrm>
          <a:off x="0" y="0"/>
          <a:ext cx="0" cy="0"/>
          <a:chOff x="0" y="0"/>
          <a:chExt cx="0" cy="0"/>
        </a:xfrm>
      </p:grpSpPr>
      <p:sp>
        <p:nvSpPr>
          <p:cNvPr id="29" name="TextBox 2">
            <a:extLst>
              <a:ext uri="{FF2B5EF4-FFF2-40B4-BE49-F238E27FC236}">
                <a16:creationId xmlns:a16="http://schemas.microsoft.com/office/drawing/2014/main" id="{2B14DCD6-A91B-4B57-ACD8-CD5802F37293}"/>
              </a:ext>
            </a:extLst>
          </p:cNvPr>
          <p:cNvSpPr txBox="1"/>
          <p:nvPr/>
        </p:nvSpPr>
        <p:spPr>
          <a:xfrm>
            <a:off x="3889465" y="8939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Déroulement sprints</a:t>
            </a:r>
            <a:endParaRPr lang="en-US" sz="3200" b="1" dirty="0">
              <a:latin typeface="Times New Roman" panose="02020603050405020304" pitchFamily="18" charset="0"/>
              <a:cs typeface="Times New Roman" panose="02020603050405020304" pitchFamily="18" charset="0"/>
            </a:endParaRPr>
          </a:p>
        </p:txBody>
      </p:sp>
      <p:grpSp>
        <p:nvGrpSpPr>
          <p:cNvPr id="50" name="Group 80">
            <a:extLst>
              <a:ext uri="{FF2B5EF4-FFF2-40B4-BE49-F238E27FC236}">
                <a16:creationId xmlns:a16="http://schemas.microsoft.com/office/drawing/2014/main" id="{240770A3-496B-4610-814B-B7038ABF8AD3}"/>
              </a:ext>
            </a:extLst>
          </p:cNvPr>
          <p:cNvGrpSpPr/>
          <p:nvPr/>
        </p:nvGrpSpPr>
        <p:grpSpPr>
          <a:xfrm>
            <a:off x="2343583" y="2034795"/>
            <a:ext cx="2125585" cy="4204816"/>
            <a:chOff x="7471800" y="4000500"/>
            <a:chExt cx="1792501" cy="3124109"/>
          </a:xfrm>
        </p:grpSpPr>
        <p:sp>
          <p:nvSpPr>
            <p:cNvPr id="51" name="Google Shape;97;p16">
              <a:extLst>
                <a:ext uri="{FF2B5EF4-FFF2-40B4-BE49-F238E27FC236}">
                  <a16:creationId xmlns:a16="http://schemas.microsoft.com/office/drawing/2014/main" id="{44B0DAB1-FFB0-4B0A-82CB-3EB564B32962}"/>
                </a:ext>
              </a:extLst>
            </p:cNvPr>
            <p:cNvSpPr/>
            <p:nvPr/>
          </p:nvSpPr>
          <p:spPr>
            <a:xfrm rot="10800000" flipH="1">
              <a:off x="7471811" y="4715309"/>
              <a:ext cx="1792490" cy="2409300"/>
            </a:xfrm>
            <a:prstGeom prst="round2SameRect">
              <a:avLst>
                <a:gd name="adj1" fmla="val 0"/>
                <a:gd name="adj2" fmla="val 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52" name="Google Shape;126;p16">
              <a:extLst>
                <a:ext uri="{FF2B5EF4-FFF2-40B4-BE49-F238E27FC236}">
                  <a16:creationId xmlns:a16="http://schemas.microsoft.com/office/drawing/2014/main" id="{3392968C-2944-49F4-9EC2-74140C32C190}"/>
                </a:ext>
              </a:extLst>
            </p:cNvPr>
            <p:cNvSpPr txBox="1"/>
            <p:nvPr/>
          </p:nvSpPr>
          <p:spPr>
            <a:xfrm>
              <a:off x="7492333" y="5506382"/>
              <a:ext cx="1731501" cy="890700"/>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offres d’emploi et de stages.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Candidatures spontanées.</a:t>
              </a:r>
            </a:p>
          </p:txBody>
        </p:sp>
        <p:sp>
          <p:nvSpPr>
            <p:cNvPr id="53" name="Google Shape;127;p16">
              <a:extLst>
                <a:ext uri="{FF2B5EF4-FFF2-40B4-BE49-F238E27FC236}">
                  <a16:creationId xmlns:a16="http://schemas.microsoft.com/office/drawing/2014/main" id="{99FC1777-9EF9-467A-B921-B795BEB4BA34}"/>
                </a:ext>
              </a:extLst>
            </p:cNvPr>
            <p:cNvSpPr/>
            <p:nvPr/>
          </p:nvSpPr>
          <p:spPr>
            <a:xfrm>
              <a:off x="7471800" y="4000500"/>
              <a:ext cx="1792500" cy="585600"/>
            </a:xfrm>
            <a:prstGeom prst="round2Same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2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CRUD restants + synchronisation web ↔ mobile</a:t>
              </a:r>
              <a:endParaRP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grpSp>
        <p:nvGrpSpPr>
          <p:cNvPr id="60" name="Group 23">
            <a:extLst>
              <a:ext uri="{FF2B5EF4-FFF2-40B4-BE49-F238E27FC236}">
                <a16:creationId xmlns:a16="http://schemas.microsoft.com/office/drawing/2014/main" id="{6F3C5702-C79B-4B32-B6D2-AFC33C96C210}"/>
              </a:ext>
            </a:extLst>
          </p:cNvPr>
          <p:cNvGrpSpPr/>
          <p:nvPr/>
        </p:nvGrpSpPr>
        <p:grpSpPr>
          <a:xfrm>
            <a:off x="12352713" y="2289438"/>
            <a:ext cx="2273052" cy="4204815"/>
            <a:chOff x="9410921" y="4000500"/>
            <a:chExt cx="1921638" cy="3124109"/>
          </a:xfrm>
        </p:grpSpPr>
        <p:sp>
          <p:nvSpPr>
            <p:cNvPr id="61" name="Google Shape;95;p16">
              <a:extLst>
                <a:ext uri="{FF2B5EF4-FFF2-40B4-BE49-F238E27FC236}">
                  <a16:creationId xmlns:a16="http://schemas.microsoft.com/office/drawing/2014/main" id="{8B909B88-9B14-490B-9B12-E7E2E8331211}"/>
                </a:ext>
              </a:extLst>
            </p:cNvPr>
            <p:cNvSpPr/>
            <p:nvPr/>
          </p:nvSpPr>
          <p:spPr>
            <a:xfrm rot="10800000" flipH="1">
              <a:off x="9448793" y="4715309"/>
              <a:ext cx="1792500" cy="2409300"/>
            </a:xfrm>
            <a:prstGeom prst="round2SameRect">
              <a:avLst>
                <a:gd name="adj1" fmla="val 0"/>
                <a:gd name="adj2" fmla="val 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62" name="Google Shape;102;p16">
              <a:extLst>
                <a:ext uri="{FF2B5EF4-FFF2-40B4-BE49-F238E27FC236}">
                  <a16:creationId xmlns:a16="http://schemas.microsoft.com/office/drawing/2014/main" id="{0A9FE659-752E-414C-9B21-740728D11F5D}"/>
                </a:ext>
              </a:extLst>
            </p:cNvPr>
            <p:cNvSpPr txBox="1"/>
            <p:nvPr/>
          </p:nvSpPr>
          <p:spPr>
            <a:xfrm>
              <a:off x="9410921" y="5534689"/>
              <a:ext cx="1921638" cy="855441"/>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Analyse intelligente des profils candidats.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Génération des quiz technique.</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fiches de renseignements et d’évaluation.</a:t>
              </a:r>
            </a:p>
          </p:txBody>
        </p:sp>
        <p:sp>
          <p:nvSpPr>
            <p:cNvPr id="63" name="Google Shape;103;p16">
              <a:extLst>
                <a:ext uri="{FF2B5EF4-FFF2-40B4-BE49-F238E27FC236}">
                  <a16:creationId xmlns:a16="http://schemas.microsoft.com/office/drawing/2014/main" id="{A2DB0182-80FE-4384-878B-B710861242F8}"/>
                </a:ext>
              </a:extLst>
            </p:cNvPr>
            <p:cNvSpPr/>
            <p:nvPr/>
          </p:nvSpPr>
          <p:spPr>
            <a:xfrm>
              <a:off x="9448800" y="4000500"/>
              <a:ext cx="1792500" cy="585600"/>
            </a:xfrm>
            <a:prstGeom prst="round2SameRect">
              <a:avLst>
                <a:gd name="adj1" fmla="val 0"/>
                <a:gd name="adj2" fmla="val 0"/>
              </a:avLst>
            </a:prstGeom>
            <a:solidFill>
              <a:schemeClr val="accent4"/>
            </a:solidFill>
            <a:ln>
              <a:no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3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synchronisation web → mobile</a:t>
              </a:r>
              <a:endParaRPr lang="fr-F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pic>
        <p:nvPicPr>
          <p:cNvPr id="3" name="Image 2" descr="Une image contenant clipart, Graphique, conception, dessin humoristique&#10;&#10;Description générée automatiquement">
            <a:extLst>
              <a:ext uri="{FF2B5EF4-FFF2-40B4-BE49-F238E27FC236}">
                <a16:creationId xmlns:a16="http://schemas.microsoft.com/office/drawing/2014/main" id="{FA6F0291-4881-4067-80A1-442652E4FDD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955447" y="3208656"/>
            <a:ext cx="887574" cy="887574"/>
          </a:xfrm>
          <a:prstGeom prst="rect">
            <a:avLst/>
          </a:prstGeom>
        </p:spPr>
      </p:pic>
      <p:pic>
        <p:nvPicPr>
          <p:cNvPr id="5" name="Image 4" descr="Une image contenant symbole, clipart, Graphique, dessin humoristique&#10;&#10;Description générée automatiquement">
            <a:extLst>
              <a:ext uri="{FF2B5EF4-FFF2-40B4-BE49-F238E27FC236}">
                <a16:creationId xmlns:a16="http://schemas.microsoft.com/office/drawing/2014/main" id="{9B20032D-B926-46A2-B5E0-D0C2BBA9377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2985940" y="3433363"/>
            <a:ext cx="943440" cy="943440"/>
          </a:xfrm>
          <a:prstGeom prst="rect">
            <a:avLst/>
          </a:prstGeom>
        </p:spPr>
      </p:pic>
      <p:graphicFrame>
        <p:nvGraphicFramePr>
          <p:cNvPr id="21" name="Diagramme 30">
            <a:extLst>
              <a:ext uri="{FF2B5EF4-FFF2-40B4-BE49-F238E27FC236}">
                <a16:creationId xmlns:a16="http://schemas.microsoft.com/office/drawing/2014/main" id="{7F6C4196-B290-414A-91F2-4980D050C5CC}"/>
              </a:ext>
            </a:extLst>
          </p:cNvPr>
          <p:cNvGraphicFramePr/>
          <p:nvPr>
            <p:extLst>
              <p:ext uri="{D42A27DB-BD31-4B8C-83A1-F6EECF244321}">
                <p14:modId xmlns:p14="http://schemas.microsoft.com/office/powerpoint/2010/main" val="364150601"/>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22" name="Group 92">
            <a:extLst>
              <a:ext uri="{FF2B5EF4-FFF2-40B4-BE49-F238E27FC236}">
                <a16:creationId xmlns:a16="http://schemas.microsoft.com/office/drawing/2014/main" id="{521C4EEB-5AE4-429B-91D9-645B47388227}"/>
              </a:ext>
            </a:extLst>
          </p:cNvPr>
          <p:cNvGrpSpPr/>
          <p:nvPr/>
        </p:nvGrpSpPr>
        <p:grpSpPr>
          <a:xfrm>
            <a:off x="208680" y="2034795"/>
            <a:ext cx="2134903" cy="4204815"/>
            <a:chOff x="5494825" y="4000501"/>
            <a:chExt cx="1910177" cy="3124108"/>
          </a:xfrm>
        </p:grpSpPr>
        <p:sp>
          <p:nvSpPr>
            <p:cNvPr id="23" name="Google Shape;98;p16">
              <a:extLst>
                <a:ext uri="{FF2B5EF4-FFF2-40B4-BE49-F238E27FC236}">
                  <a16:creationId xmlns:a16="http://schemas.microsoft.com/office/drawing/2014/main" id="{5CB828E7-7725-4C64-9631-F390B0BF4663}"/>
                </a:ext>
              </a:extLst>
            </p:cNvPr>
            <p:cNvSpPr/>
            <p:nvPr/>
          </p:nvSpPr>
          <p:spPr>
            <a:xfrm rot="10800000" flipH="1">
              <a:off x="5494827" y="4715309"/>
              <a:ext cx="1792500" cy="2409300"/>
            </a:xfrm>
            <a:prstGeom prst="round2SameRect">
              <a:avLst>
                <a:gd name="adj1" fmla="val 0"/>
                <a:gd name="adj2" fmla="val 0"/>
              </a:avLst>
            </a:prstGeom>
            <a:noFill/>
            <a:ln w="38100" cap="flat"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24" name="Google Shape;140;p16">
              <a:extLst>
                <a:ext uri="{FF2B5EF4-FFF2-40B4-BE49-F238E27FC236}">
                  <a16:creationId xmlns:a16="http://schemas.microsoft.com/office/drawing/2014/main" id="{B1FFCE9D-A90D-4DD9-B9EF-8458B1DE6AF6}"/>
                </a:ext>
              </a:extLst>
            </p:cNvPr>
            <p:cNvSpPr txBox="1"/>
            <p:nvPr/>
          </p:nvSpPr>
          <p:spPr>
            <a:xfrm>
              <a:off x="5494825" y="5497663"/>
              <a:ext cx="1910177" cy="905983"/>
            </a:xfrm>
            <a:prstGeom prst="rect">
              <a:avLst/>
            </a:prstGeom>
            <a:noFill/>
            <a:ln>
              <a:noFill/>
            </a:ln>
          </p:spPr>
          <p:txBody>
            <a:bodyPr spcFirstLastPara="1" wrap="square" lIns="91425" tIns="91425" rIns="91425" bIns="91425" anchor="t" anchorCtr="0">
              <a:noAutofit/>
            </a:bodyPr>
            <a:lstStyle/>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Authentification.</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rôles. </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Gestions des employés.</a:t>
              </a:r>
            </a:p>
          </p:txBody>
        </p:sp>
        <p:sp>
          <p:nvSpPr>
            <p:cNvPr id="25" name="Google Shape;141;p16">
              <a:extLst>
                <a:ext uri="{FF2B5EF4-FFF2-40B4-BE49-F238E27FC236}">
                  <a16:creationId xmlns:a16="http://schemas.microsoft.com/office/drawing/2014/main" id="{4BA63201-D55E-4451-9C6D-D314B0206D38}"/>
                </a:ext>
              </a:extLst>
            </p:cNvPr>
            <p:cNvSpPr/>
            <p:nvPr/>
          </p:nvSpPr>
          <p:spPr>
            <a:xfrm>
              <a:off x="5494825" y="4000501"/>
              <a:ext cx="1792500" cy="585600"/>
            </a:xfrm>
            <a:prstGeom prst="round2SameRect">
              <a:avLst>
                <a:gd name="adj1" fmla="val 0"/>
                <a:gd name="adj2" fmla="val 0"/>
              </a:avLst>
            </a:prstGeom>
            <a:solidFill>
              <a:schemeClr val="bg2">
                <a:lumMod val="60000"/>
                <a:lumOff val="40000"/>
              </a:schemeClr>
            </a:solidFill>
            <a:ln w="38100">
              <a:solidFill>
                <a:schemeClr val="bg2">
                  <a:lumMod val="60000"/>
                  <a:lumOff val="40000"/>
                </a:schemeClr>
              </a:solid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rPr>
                <a:t>Sprint 1 – Authentification &amp; Fonctionnalités de base</a:t>
              </a:r>
              <a:endParaRP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endParaRPr>
            </a:p>
          </p:txBody>
        </p:sp>
      </p:grpSp>
      <p:pic>
        <p:nvPicPr>
          <p:cNvPr id="26" name="Image 25" descr="Une image contenant clipart, Graphique, dessin humoristique&#10;&#10;Description générée automatiquement">
            <a:extLst>
              <a:ext uri="{FF2B5EF4-FFF2-40B4-BE49-F238E27FC236}">
                <a16:creationId xmlns:a16="http://schemas.microsoft.com/office/drawing/2014/main" id="{A1B2829E-41D7-4D04-AED5-B191F8ACFE36}"/>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820545" y="3208656"/>
            <a:ext cx="911171" cy="911171"/>
          </a:xfrm>
          <a:prstGeom prst="rect">
            <a:avLst/>
          </a:prstGeom>
        </p:spPr>
      </p:pic>
      <p:sp>
        <p:nvSpPr>
          <p:cNvPr id="27" name="TextBox 27">
            <a:extLst>
              <a:ext uri="{FF2B5EF4-FFF2-40B4-BE49-F238E27FC236}">
                <a16:creationId xmlns:a16="http://schemas.microsoft.com/office/drawing/2014/main" id="{97D52A77-E86E-4894-84A5-A34DB18F4AC8}"/>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20</a:t>
            </a:r>
          </a:p>
        </p:txBody>
      </p:sp>
    </p:spTree>
    <p:extLst>
      <p:ext uri="{BB962C8B-B14F-4D97-AF65-F5344CB8AC3E}">
        <p14:creationId xmlns:p14="http://schemas.microsoft.com/office/powerpoint/2010/main" val="730001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793B-C024-FD89-9DDE-1909DD96D0DE}"/>
            </a:ext>
          </a:extLst>
        </p:cNvPr>
        <p:cNvGrpSpPr/>
        <p:nvPr/>
      </p:nvGrpSpPr>
      <p:grpSpPr>
        <a:xfrm>
          <a:off x="0" y="0"/>
          <a:ext cx="0" cy="0"/>
          <a:chOff x="0" y="0"/>
          <a:chExt cx="0" cy="0"/>
        </a:xfrm>
      </p:grpSpPr>
      <p:sp>
        <p:nvSpPr>
          <p:cNvPr id="34" name="TextBox 2">
            <a:extLst>
              <a:ext uri="{FF2B5EF4-FFF2-40B4-BE49-F238E27FC236}">
                <a16:creationId xmlns:a16="http://schemas.microsoft.com/office/drawing/2014/main" id="{371A6025-D5C6-417A-8B2E-01FF131B79FD}"/>
              </a:ext>
            </a:extLst>
          </p:cNvPr>
          <p:cNvSpPr txBox="1"/>
          <p:nvPr/>
        </p:nvSpPr>
        <p:spPr>
          <a:xfrm>
            <a:off x="3889465" y="8939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Déroulement sprints</a:t>
            </a:r>
            <a:endParaRPr lang="en-US" sz="3200" b="1" dirty="0">
              <a:latin typeface="Times New Roman" panose="02020603050405020304" pitchFamily="18" charset="0"/>
              <a:cs typeface="Times New Roman" panose="02020603050405020304" pitchFamily="18" charset="0"/>
            </a:endParaRPr>
          </a:p>
        </p:txBody>
      </p:sp>
      <p:grpSp>
        <p:nvGrpSpPr>
          <p:cNvPr id="65" name="Group 23">
            <a:extLst>
              <a:ext uri="{FF2B5EF4-FFF2-40B4-BE49-F238E27FC236}">
                <a16:creationId xmlns:a16="http://schemas.microsoft.com/office/drawing/2014/main" id="{5AB57E91-76EA-4D48-89DF-DC2D118FD1CF}"/>
              </a:ext>
            </a:extLst>
          </p:cNvPr>
          <p:cNvGrpSpPr/>
          <p:nvPr/>
        </p:nvGrpSpPr>
        <p:grpSpPr>
          <a:xfrm>
            <a:off x="4493503" y="2034795"/>
            <a:ext cx="2273052" cy="4204815"/>
            <a:chOff x="9410921" y="4000500"/>
            <a:chExt cx="1921638" cy="3124109"/>
          </a:xfrm>
        </p:grpSpPr>
        <p:sp>
          <p:nvSpPr>
            <p:cNvPr id="66" name="Google Shape;95;p16">
              <a:extLst>
                <a:ext uri="{FF2B5EF4-FFF2-40B4-BE49-F238E27FC236}">
                  <a16:creationId xmlns:a16="http://schemas.microsoft.com/office/drawing/2014/main" id="{A1327B50-9C1E-464F-A599-46B74A6ED190}"/>
                </a:ext>
              </a:extLst>
            </p:cNvPr>
            <p:cNvSpPr/>
            <p:nvPr/>
          </p:nvSpPr>
          <p:spPr>
            <a:xfrm rot="10800000" flipH="1">
              <a:off x="9448793" y="4715309"/>
              <a:ext cx="1792500" cy="2409300"/>
            </a:xfrm>
            <a:prstGeom prst="round2SameRect">
              <a:avLst>
                <a:gd name="adj1" fmla="val 0"/>
                <a:gd name="adj2" fmla="val 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67" name="Google Shape;102;p16">
              <a:extLst>
                <a:ext uri="{FF2B5EF4-FFF2-40B4-BE49-F238E27FC236}">
                  <a16:creationId xmlns:a16="http://schemas.microsoft.com/office/drawing/2014/main" id="{89EEF881-653A-4444-BAA5-FF982AF05D19}"/>
                </a:ext>
              </a:extLst>
            </p:cNvPr>
            <p:cNvSpPr txBox="1"/>
            <p:nvPr/>
          </p:nvSpPr>
          <p:spPr>
            <a:xfrm>
              <a:off x="9410921" y="5534689"/>
              <a:ext cx="1921638" cy="855441"/>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Analyse intelligente des profils candidats.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Génération des quiz technique.</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fiches de renseignements et d’évaluation.</a:t>
              </a:r>
            </a:p>
          </p:txBody>
        </p:sp>
        <p:sp>
          <p:nvSpPr>
            <p:cNvPr id="68" name="Google Shape;103;p16">
              <a:extLst>
                <a:ext uri="{FF2B5EF4-FFF2-40B4-BE49-F238E27FC236}">
                  <a16:creationId xmlns:a16="http://schemas.microsoft.com/office/drawing/2014/main" id="{8A011759-53B2-4921-84E1-FBD577348069}"/>
                </a:ext>
              </a:extLst>
            </p:cNvPr>
            <p:cNvSpPr/>
            <p:nvPr/>
          </p:nvSpPr>
          <p:spPr>
            <a:xfrm>
              <a:off x="9448800" y="4000500"/>
              <a:ext cx="1792500" cy="585600"/>
            </a:xfrm>
            <a:prstGeom prst="round2SameRect">
              <a:avLst>
                <a:gd name="adj1" fmla="val 0"/>
                <a:gd name="adj2" fmla="val 0"/>
              </a:avLst>
            </a:prstGeom>
            <a:solidFill>
              <a:schemeClr val="accent4"/>
            </a:solidFill>
            <a:ln>
              <a:no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3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synchronisation web → mobile</a:t>
              </a:r>
              <a:endParaRP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grpSp>
        <p:nvGrpSpPr>
          <p:cNvPr id="75" name="Group 19">
            <a:extLst>
              <a:ext uri="{FF2B5EF4-FFF2-40B4-BE49-F238E27FC236}">
                <a16:creationId xmlns:a16="http://schemas.microsoft.com/office/drawing/2014/main" id="{D47CEDD2-A0BA-4538-B88E-0F50B3FEA47E}"/>
              </a:ext>
            </a:extLst>
          </p:cNvPr>
          <p:cNvGrpSpPr/>
          <p:nvPr/>
        </p:nvGrpSpPr>
        <p:grpSpPr>
          <a:xfrm>
            <a:off x="12416021" y="2370327"/>
            <a:ext cx="2485442" cy="4204816"/>
            <a:chOff x="9443288" y="4000500"/>
            <a:chExt cx="1858928" cy="3124109"/>
          </a:xfrm>
        </p:grpSpPr>
        <p:sp>
          <p:nvSpPr>
            <p:cNvPr id="76" name="Google Shape;95;p16">
              <a:extLst>
                <a:ext uri="{FF2B5EF4-FFF2-40B4-BE49-F238E27FC236}">
                  <a16:creationId xmlns:a16="http://schemas.microsoft.com/office/drawing/2014/main" id="{AE6A93BA-1AEF-4C32-8454-60533728C71A}"/>
                </a:ext>
              </a:extLst>
            </p:cNvPr>
            <p:cNvSpPr/>
            <p:nvPr/>
          </p:nvSpPr>
          <p:spPr>
            <a:xfrm rot="10800000" flipH="1">
              <a:off x="9448793" y="4715309"/>
              <a:ext cx="1792500" cy="2409300"/>
            </a:xfrm>
            <a:prstGeom prst="round2SameRect">
              <a:avLst>
                <a:gd name="adj1" fmla="val 0"/>
                <a:gd name="adj2" fmla="val 0"/>
              </a:avLst>
            </a:prstGeom>
            <a:noFill/>
            <a:ln w="9525" cap="flat" cmpd="sng">
              <a:solidFill>
                <a:schemeClr val="accent6">
                  <a:lumMod val="60000"/>
                  <a:lumOff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77" name="Google Shape;102;p16">
              <a:extLst>
                <a:ext uri="{FF2B5EF4-FFF2-40B4-BE49-F238E27FC236}">
                  <a16:creationId xmlns:a16="http://schemas.microsoft.com/office/drawing/2014/main" id="{1EE274E3-C0A4-4705-A959-36FFBF2B5A16}"/>
                </a:ext>
              </a:extLst>
            </p:cNvPr>
            <p:cNvSpPr txBox="1"/>
            <p:nvPr/>
          </p:nvSpPr>
          <p:spPr>
            <a:xfrm>
              <a:off x="9443288" y="5532458"/>
              <a:ext cx="1858928" cy="890700"/>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rPr>
                <a:t>Planification des entretiens.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événements dans calendrier.</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Comparaison intelligente des candidats.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Prise de décision.</a:t>
              </a:r>
              <a:endParaRPr sz="1600" dirty="0">
                <a:latin typeface="Times New Roman" panose="02020603050405020304" pitchFamily="18" charset="0"/>
                <a:ea typeface="Montserrat Medium"/>
                <a:cs typeface="Times New Roman" panose="02020603050405020304" pitchFamily="18" charset="0"/>
                <a:sym typeface="Montserrat Medium"/>
              </a:endParaRPr>
            </a:p>
          </p:txBody>
        </p:sp>
        <p:sp>
          <p:nvSpPr>
            <p:cNvPr id="78" name="Google Shape;103;p16">
              <a:extLst>
                <a:ext uri="{FF2B5EF4-FFF2-40B4-BE49-F238E27FC236}">
                  <a16:creationId xmlns:a16="http://schemas.microsoft.com/office/drawing/2014/main" id="{DE076D93-D8D6-4C25-8444-CEAEE017EDBE}"/>
                </a:ext>
              </a:extLst>
            </p:cNvPr>
            <p:cNvSpPr/>
            <p:nvPr/>
          </p:nvSpPr>
          <p:spPr>
            <a:xfrm>
              <a:off x="9448800" y="4000500"/>
              <a:ext cx="1792500" cy="585600"/>
            </a:xfrm>
            <a:prstGeom prst="round2SameRect">
              <a:avLst>
                <a:gd name="adj1" fmla="val 0"/>
                <a:gd name="adj2" fmla="val 0"/>
              </a:avLst>
            </a:prstGeom>
            <a:solidFill>
              <a:schemeClr val="accent6">
                <a:lumMod val="60000"/>
                <a:lumOff val="40000"/>
              </a:schemeClr>
            </a:solidFill>
            <a:ln>
              <a:solidFill>
                <a:schemeClr val="accent6">
                  <a:lumMod val="60000"/>
                  <a:lumOff val="40000"/>
                </a:schemeClr>
              </a:solid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4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exécution globale, tests de performance et de sécurité</a:t>
              </a:r>
              <a:endParaRPr lang="fr-F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grpSp>
        <p:nvGrpSpPr>
          <p:cNvPr id="94" name="Group 80">
            <a:extLst>
              <a:ext uri="{FF2B5EF4-FFF2-40B4-BE49-F238E27FC236}">
                <a16:creationId xmlns:a16="http://schemas.microsoft.com/office/drawing/2014/main" id="{99EB1252-A31C-4D07-BEEC-4039A5F53682}"/>
              </a:ext>
            </a:extLst>
          </p:cNvPr>
          <p:cNvGrpSpPr/>
          <p:nvPr/>
        </p:nvGrpSpPr>
        <p:grpSpPr>
          <a:xfrm>
            <a:off x="2343583" y="2034795"/>
            <a:ext cx="2125585" cy="4204816"/>
            <a:chOff x="7471800" y="4000500"/>
            <a:chExt cx="1792501" cy="3124109"/>
          </a:xfrm>
        </p:grpSpPr>
        <p:sp>
          <p:nvSpPr>
            <p:cNvPr id="95" name="Google Shape;97;p16">
              <a:extLst>
                <a:ext uri="{FF2B5EF4-FFF2-40B4-BE49-F238E27FC236}">
                  <a16:creationId xmlns:a16="http://schemas.microsoft.com/office/drawing/2014/main" id="{03890E6E-4FC5-4294-95AB-858142F4878C}"/>
                </a:ext>
              </a:extLst>
            </p:cNvPr>
            <p:cNvSpPr/>
            <p:nvPr/>
          </p:nvSpPr>
          <p:spPr>
            <a:xfrm rot="10800000" flipH="1">
              <a:off x="7471811" y="4715309"/>
              <a:ext cx="1792490" cy="2409300"/>
            </a:xfrm>
            <a:prstGeom prst="round2SameRect">
              <a:avLst>
                <a:gd name="adj1" fmla="val 0"/>
                <a:gd name="adj2" fmla="val 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 name="Google Shape;126;p16">
              <a:extLst>
                <a:ext uri="{FF2B5EF4-FFF2-40B4-BE49-F238E27FC236}">
                  <a16:creationId xmlns:a16="http://schemas.microsoft.com/office/drawing/2014/main" id="{5A8AEA6F-7C00-4329-8AEF-F24DCDAD1F8C}"/>
                </a:ext>
              </a:extLst>
            </p:cNvPr>
            <p:cNvSpPr txBox="1"/>
            <p:nvPr/>
          </p:nvSpPr>
          <p:spPr>
            <a:xfrm>
              <a:off x="7492333" y="5506382"/>
              <a:ext cx="1731501" cy="890700"/>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offres d’emploi et de stages.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Candidatures spontanées.</a:t>
              </a:r>
            </a:p>
          </p:txBody>
        </p:sp>
        <p:sp>
          <p:nvSpPr>
            <p:cNvPr id="97" name="Google Shape;127;p16">
              <a:extLst>
                <a:ext uri="{FF2B5EF4-FFF2-40B4-BE49-F238E27FC236}">
                  <a16:creationId xmlns:a16="http://schemas.microsoft.com/office/drawing/2014/main" id="{531469EB-458B-42F9-A83C-9106B1A58D31}"/>
                </a:ext>
              </a:extLst>
            </p:cNvPr>
            <p:cNvSpPr/>
            <p:nvPr/>
          </p:nvSpPr>
          <p:spPr>
            <a:xfrm>
              <a:off x="7471800" y="4000500"/>
              <a:ext cx="1792500" cy="585600"/>
            </a:xfrm>
            <a:prstGeom prst="round2Same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2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CRUD restants + synchronisation web ↔ mobile</a:t>
              </a:r>
              <a:endParaRPr lang="fr-F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pic>
        <p:nvPicPr>
          <p:cNvPr id="25" name="Image 24" descr="Une image contenant clipart, Graphique, conception, dessin humoristique&#10;&#10;Description générée automatiquement">
            <a:extLst>
              <a:ext uri="{FF2B5EF4-FFF2-40B4-BE49-F238E27FC236}">
                <a16:creationId xmlns:a16="http://schemas.microsoft.com/office/drawing/2014/main" id="{88386A0D-EEBB-478F-A790-EEF7A9CF13F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955447" y="3208656"/>
            <a:ext cx="887574" cy="887574"/>
          </a:xfrm>
          <a:prstGeom prst="rect">
            <a:avLst/>
          </a:prstGeom>
        </p:spPr>
      </p:pic>
      <p:pic>
        <p:nvPicPr>
          <p:cNvPr id="26" name="Image 25" descr="Une image contenant symbole, clipart, Graphique, dessin humoristique&#10;&#10;Description générée automatiquement">
            <a:extLst>
              <a:ext uri="{FF2B5EF4-FFF2-40B4-BE49-F238E27FC236}">
                <a16:creationId xmlns:a16="http://schemas.microsoft.com/office/drawing/2014/main" id="{37289CE0-DC3D-45AA-9508-31CCE8C2074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008697" y="3152740"/>
            <a:ext cx="943440" cy="943440"/>
          </a:xfrm>
          <a:prstGeom prst="rect">
            <a:avLst/>
          </a:prstGeom>
        </p:spPr>
      </p:pic>
      <p:pic>
        <p:nvPicPr>
          <p:cNvPr id="3" name="Image 2" descr="Une image contenant Dessin d’enfant, Visage humain, habits, dessin humoristique&#10;&#10;Description générée automatiquement">
            <a:extLst>
              <a:ext uri="{FF2B5EF4-FFF2-40B4-BE49-F238E27FC236}">
                <a16:creationId xmlns:a16="http://schemas.microsoft.com/office/drawing/2014/main" id="{5298B338-B94B-48EC-B856-4696B5CA214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3094965" y="3429000"/>
            <a:ext cx="1174191" cy="1174191"/>
          </a:xfrm>
          <a:prstGeom prst="rect">
            <a:avLst/>
          </a:prstGeom>
        </p:spPr>
      </p:pic>
      <p:graphicFrame>
        <p:nvGraphicFramePr>
          <p:cNvPr id="28" name="Diagramme 30">
            <a:extLst>
              <a:ext uri="{FF2B5EF4-FFF2-40B4-BE49-F238E27FC236}">
                <a16:creationId xmlns:a16="http://schemas.microsoft.com/office/drawing/2014/main" id="{92C7F3DD-DD91-42A4-BF91-F320ABD80E90}"/>
              </a:ext>
            </a:extLst>
          </p:cNvPr>
          <p:cNvGraphicFramePr/>
          <p:nvPr>
            <p:extLst>
              <p:ext uri="{D42A27DB-BD31-4B8C-83A1-F6EECF244321}">
                <p14:modId xmlns:p14="http://schemas.microsoft.com/office/powerpoint/2010/main" val="364150601"/>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29" name="Group 92">
            <a:extLst>
              <a:ext uri="{FF2B5EF4-FFF2-40B4-BE49-F238E27FC236}">
                <a16:creationId xmlns:a16="http://schemas.microsoft.com/office/drawing/2014/main" id="{C907A37E-2E09-47FC-94C1-621C0AC6E2E8}"/>
              </a:ext>
            </a:extLst>
          </p:cNvPr>
          <p:cNvGrpSpPr/>
          <p:nvPr/>
        </p:nvGrpSpPr>
        <p:grpSpPr>
          <a:xfrm>
            <a:off x="208680" y="2034795"/>
            <a:ext cx="2134903" cy="4204815"/>
            <a:chOff x="5494825" y="4000501"/>
            <a:chExt cx="1910177" cy="3124108"/>
          </a:xfrm>
        </p:grpSpPr>
        <p:sp>
          <p:nvSpPr>
            <p:cNvPr id="30" name="Google Shape;98;p16">
              <a:extLst>
                <a:ext uri="{FF2B5EF4-FFF2-40B4-BE49-F238E27FC236}">
                  <a16:creationId xmlns:a16="http://schemas.microsoft.com/office/drawing/2014/main" id="{3D92D8D5-3726-480C-BEE1-A8F734258871}"/>
                </a:ext>
              </a:extLst>
            </p:cNvPr>
            <p:cNvSpPr/>
            <p:nvPr/>
          </p:nvSpPr>
          <p:spPr>
            <a:xfrm rot="10800000" flipH="1">
              <a:off x="5494827" y="4715309"/>
              <a:ext cx="1792500" cy="2409300"/>
            </a:xfrm>
            <a:prstGeom prst="round2SameRect">
              <a:avLst>
                <a:gd name="adj1" fmla="val 0"/>
                <a:gd name="adj2" fmla="val 0"/>
              </a:avLst>
            </a:prstGeom>
            <a:noFill/>
            <a:ln w="38100" cap="flat"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1" name="Google Shape;140;p16">
              <a:extLst>
                <a:ext uri="{FF2B5EF4-FFF2-40B4-BE49-F238E27FC236}">
                  <a16:creationId xmlns:a16="http://schemas.microsoft.com/office/drawing/2014/main" id="{E186F78B-617E-452A-9A06-9EAED75487BD}"/>
                </a:ext>
              </a:extLst>
            </p:cNvPr>
            <p:cNvSpPr txBox="1"/>
            <p:nvPr/>
          </p:nvSpPr>
          <p:spPr>
            <a:xfrm>
              <a:off x="5494825" y="5497663"/>
              <a:ext cx="1910177" cy="905983"/>
            </a:xfrm>
            <a:prstGeom prst="rect">
              <a:avLst/>
            </a:prstGeom>
            <a:noFill/>
            <a:ln>
              <a:noFill/>
            </a:ln>
          </p:spPr>
          <p:txBody>
            <a:bodyPr spcFirstLastPara="1" wrap="square" lIns="91425" tIns="91425" rIns="91425" bIns="91425" anchor="t" anchorCtr="0">
              <a:noAutofit/>
            </a:bodyPr>
            <a:lstStyle/>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Authentification.</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rôles. </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Gestions des employés.</a:t>
              </a:r>
            </a:p>
          </p:txBody>
        </p:sp>
        <p:sp>
          <p:nvSpPr>
            <p:cNvPr id="32" name="Google Shape;141;p16">
              <a:extLst>
                <a:ext uri="{FF2B5EF4-FFF2-40B4-BE49-F238E27FC236}">
                  <a16:creationId xmlns:a16="http://schemas.microsoft.com/office/drawing/2014/main" id="{C00096DA-381C-4FE2-98E6-E91B5CC84DCD}"/>
                </a:ext>
              </a:extLst>
            </p:cNvPr>
            <p:cNvSpPr/>
            <p:nvPr/>
          </p:nvSpPr>
          <p:spPr>
            <a:xfrm>
              <a:off x="5494825" y="4000501"/>
              <a:ext cx="1792500" cy="585600"/>
            </a:xfrm>
            <a:prstGeom prst="round2SameRect">
              <a:avLst>
                <a:gd name="adj1" fmla="val 0"/>
                <a:gd name="adj2" fmla="val 0"/>
              </a:avLst>
            </a:prstGeom>
            <a:solidFill>
              <a:schemeClr val="bg2">
                <a:lumMod val="60000"/>
                <a:lumOff val="40000"/>
              </a:schemeClr>
            </a:solidFill>
            <a:ln w="38100">
              <a:solidFill>
                <a:schemeClr val="bg2">
                  <a:lumMod val="60000"/>
                  <a:lumOff val="40000"/>
                </a:schemeClr>
              </a:solid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rPr>
                <a:t>Sprint 1 – Authentification &amp; Fonctionnalités de base</a:t>
              </a:r>
              <a:endParaRP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endParaRPr>
            </a:p>
          </p:txBody>
        </p:sp>
      </p:grpSp>
      <p:pic>
        <p:nvPicPr>
          <p:cNvPr id="33" name="Image 32" descr="Une image contenant clipart, Graphique, dessin humoristique&#10;&#10;Description générée automatiquement">
            <a:extLst>
              <a:ext uri="{FF2B5EF4-FFF2-40B4-BE49-F238E27FC236}">
                <a16:creationId xmlns:a16="http://schemas.microsoft.com/office/drawing/2014/main" id="{A4A72475-0709-4A21-BF6B-3419C0388391}"/>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820545" y="3208656"/>
            <a:ext cx="911171" cy="911171"/>
          </a:xfrm>
          <a:prstGeom prst="rect">
            <a:avLst/>
          </a:prstGeom>
        </p:spPr>
      </p:pic>
      <p:sp>
        <p:nvSpPr>
          <p:cNvPr id="35" name="TextBox 27">
            <a:extLst>
              <a:ext uri="{FF2B5EF4-FFF2-40B4-BE49-F238E27FC236}">
                <a16:creationId xmlns:a16="http://schemas.microsoft.com/office/drawing/2014/main" id="{C953684A-7F41-4A2B-B10E-5980DC777B03}"/>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20</a:t>
            </a:r>
          </a:p>
        </p:txBody>
      </p:sp>
    </p:spTree>
    <p:extLst>
      <p:ext uri="{BB962C8B-B14F-4D97-AF65-F5344CB8AC3E}">
        <p14:creationId xmlns:p14="http://schemas.microsoft.com/office/powerpoint/2010/main" val="2981662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793B-C024-FD89-9DDE-1909DD96D0DE}"/>
            </a:ext>
          </a:extLst>
        </p:cNvPr>
        <p:cNvGrpSpPr/>
        <p:nvPr/>
      </p:nvGrpSpPr>
      <p:grpSpPr>
        <a:xfrm>
          <a:off x="0" y="0"/>
          <a:ext cx="0" cy="0"/>
          <a:chOff x="0" y="0"/>
          <a:chExt cx="0" cy="0"/>
        </a:xfrm>
      </p:grpSpPr>
      <p:sp>
        <p:nvSpPr>
          <p:cNvPr id="38" name="TextBox 2">
            <a:extLst>
              <a:ext uri="{FF2B5EF4-FFF2-40B4-BE49-F238E27FC236}">
                <a16:creationId xmlns:a16="http://schemas.microsoft.com/office/drawing/2014/main" id="{ED335107-10C5-4F09-94B2-7383B7F9A5FF}"/>
              </a:ext>
            </a:extLst>
          </p:cNvPr>
          <p:cNvSpPr txBox="1"/>
          <p:nvPr/>
        </p:nvSpPr>
        <p:spPr>
          <a:xfrm>
            <a:off x="3889465" y="8939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Déroulement sprints</a:t>
            </a:r>
            <a:endParaRPr lang="en-US" sz="3200" b="1" dirty="0">
              <a:latin typeface="Times New Roman" panose="02020603050405020304" pitchFamily="18" charset="0"/>
              <a:cs typeface="Times New Roman" panose="02020603050405020304" pitchFamily="18" charset="0"/>
            </a:endParaRPr>
          </a:p>
        </p:txBody>
      </p:sp>
      <p:grpSp>
        <p:nvGrpSpPr>
          <p:cNvPr id="59" name="Group 19">
            <a:extLst>
              <a:ext uri="{FF2B5EF4-FFF2-40B4-BE49-F238E27FC236}">
                <a16:creationId xmlns:a16="http://schemas.microsoft.com/office/drawing/2014/main" id="{7483B13F-FD88-40F0-A5FA-486D2D93AB6C}"/>
              </a:ext>
            </a:extLst>
          </p:cNvPr>
          <p:cNvGrpSpPr/>
          <p:nvPr/>
        </p:nvGrpSpPr>
        <p:grpSpPr>
          <a:xfrm>
            <a:off x="6747367" y="2034794"/>
            <a:ext cx="2485442" cy="4204816"/>
            <a:chOff x="9443288" y="4000500"/>
            <a:chExt cx="1858928" cy="3124109"/>
          </a:xfrm>
        </p:grpSpPr>
        <p:sp>
          <p:nvSpPr>
            <p:cNvPr id="60" name="Google Shape;95;p16">
              <a:extLst>
                <a:ext uri="{FF2B5EF4-FFF2-40B4-BE49-F238E27FC236}">
                  <a16:creationId xmlns:a16="http://schemas.microsoft.com/office/drawing/2014/main" id="{6BA1F3C8-2776-43BF-9E34-0A010659E9D8}"/>
                </a:ext>
              </a:extLst>
            </p:cNvPr>
            <p:cNvSpPr/>
            <p:nvPr/>
          </p:nvSpPr>
          <p:spPr>
            <a:xfrm rot="10800000" flipH="1">
              <a:off x="9448793" y="4715309"/>
              <a:ext cx="1792500" cy="2409300"/>
            </a:xfrm>
            <a:prstGeom prst="round2SameRect">
              <a:avLst>
                <a:gd name="adj1" fmla="val 0"/>
                <a:gd name="adj2" fmla="val 0"/>
              </a:avLst>
            </a:prstGeom>
            <a:noFill/>
            <a:ln w="9525" cap="flat" cmpd="sng">
              <a:solidFill>
                <a:schemeClr val="accent6">
                  <a:lumMod val="60000"/>
                  <a:lumOff val="4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61" name="Google Shape;102;p16">
              <a:extLst>
                <a:ext uri="{FF2B5EF4-FFF2-40B4-BE49-F238E27FC236}">
                  <a16:creationId xmlns:a16="http://schemas.microsoft.com/office/drawing/2014/main" id="{11575828-49BE-4525-922F-758FEE0C1544}"/>
                </a:ext>
              </a:extLst>
            </p:cNvPr>
            <p:cNvSpPr txBox="1"/>
            <p:nvPr/>
          </p:nvSpPr>
          <p:spPr>
            <a:xfrm>
              <a:off x="9443288" y="5532458"/>
              <a:ext cx="1858928" cy="890700"/>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rPr>
                <a:t>Planification des entretiens.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événements dans calendrier.</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Comparaison intelligente des candidats.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Prise de décision.</a:t>
              </a:r>
              <a:endParaRPr sz="1600" dirty="0">
                <a:latin typeface="Times New Roman" panose="02020603050405020304" pitchFamily="18" charset="0"/>
                <a:ea typeface="Montserrat Medium"/>
                <a:cs typeface="Times New Roman" panose="02020603050405020304" pitchFamily="18" charset="0"/>
                <a:sym typeface="Montserrat Medium"/>
              </a:endParaRPr>
            </a:p>
          </p:txBody>
        </p:sp>
        <p:sp>
          <p:nvSpPr>
            <p:cNvPr id="62" name="Google Shape;103;p16">
              <a:extLst>
                <a:ext uri="{FF2B5EF4-FFF2-40B4-BE49-F238E27FC236}">
                  <a16:creationId xmlns:a16="http://schemas.microsoft.com/office/drawing/2014/main" id="{58DDDE30-65BF-429D-AFEB-37C84C2830C1}"/>
                </a:ext>
              </a:extLst>
            </p:cNvPr>
            <p:cNvSpPr/>
            <p:nvPr/>
          </p:nvSpPr>
          <p:spPr>
            <a:xfrm>
              <a:off x="9448800" y="4000500"/>
              <a:ext cx="1792500" cy="585600"/>
            </a:xfrm>
            <a:prstGeom prst="round2SameRect">
              <a:avLst>
                <a:gd name="adj1" fmla="val 0"/>
                <a:gd name="adj2" fmla="val 0"/>
              </a:avLst>
            </a:prstGeom>
            <a:solidFill>
              <a:schemeClr val="accent6">
                <a:lumMod val="60000"/>
                <a:lumOff val="40000"/>
              </a:schemeClr>
            </a:solidFill>
            <a:ln>
              <a:solidFill>
                <a:schemeClr val="accent6">
                  <a:lumMod val="60000"/>
                  <a:lumOff val="40000"/>
                </a:schemeClr>
              </a:solid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4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exécution globale, tests de performance et de sécurité</a:t>
              </a:r>
              <a:endParaRP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grpSp>
        <p:nvGrpSpPr>
          <p:cNvPr id="84" name="Group 23">
            <a:extLst>
              <a:ext uri="{FF2B5EF4-FFF2-40B4-BE49-F238E27FC236}">
                <a16:creationId xmlns:a16="http://schemas.microsoft.com/office/drawing/2014/main" id="{17E818E8-F330-4AC9-BAD8-A31CDDF63C5D}"/>
              </a:ext>
            </a:extLst>
          </p:cNvPr>
          <p:cNvGrpSpPr/>
          <p:nvPr/>
        </p:nvGrpSpPr>
        <p:grpSpPr>
          <a:xfrm>
            <a:off x="4493503" y="2034795"/>
            <a:ext cx="2273052" cy="4204815"/>
            <a:chOff x="9410921" y="4000500"/>
            <a:chExt cx="1921638" cy="3124109"/>
          </a:xfrm>
        </p:grpSpPr>
        <p:sp>
          <p:nvSpPr>
            <p:cNvPr id="85" name="Google Shape;95;p16">
              <a:extLst>
                <a:ext uri="{FF2B5EF4-FFF2-40B4-BE49-F238E27FC236}">
                  <a16:creationId xmlns:a16="http://schemas.microsoft.com/office/drawing/2014/main" id="{5F2E2628-59F0-40A6-97AC-A95DAF5977D8}"/>
                </a:ext>
              </a:extLst>
            </p:cNvPr>
            <p:cNvSpPr/>
            <p:nvPr/>
          </p:nvSpPr>
          <p:spPr>
            <a:xfrm rot="10800000" flipH="1">
              <a:off x="9448793" y="4715309"/>
              <a:ext cx="1792500" cy="2409300"/>
            </a:xfrm>
            <a:prstGeom prst="round2SameRect">
              <a:avLst>
                <a:gd name="adj1" fmla="val 0"/>
                <a:gd name="adj2" fmla="val 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86" name="Google Shape;102;p16">
              <a:extLst>
                <a:ext uri="{FF2B5EF4-FFF2-40B4-BE49-F238E27FC236}">
                  <a16:creationId xmlns:a16="http://schemas.microsoft.com/office/drawing/2014/main" id="{E12B6054-3659-4446-AE62-3945E8949ECF}"/>
                </a:ext>
              </a:extLst>
            </p:cNvPr>
            <p:cNvSpPr txBox="1"/>
            <p:nvPr/>
          </p:nvSpPr>
          <p:spPr>
            <a:xfrm>
              <a:off x="9410921" y="5534689"/>
              <a:ext cx="1921638" cy="855441"/>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Analyse intelligente des profils candidats.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Génération des quiz technique.</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fiches de renseignements et d’évaluation.</a:t>
              </a:r>
            </a:p>
          </p:txBody>
        </p:sp>
        <p:sp>
          <p:nvSpPr>
            <p:cNvPr id="87" name="Google Shape;103;p16">
              <a:extLst>
                <a:ext uri="{FF2B5EF4-FFF2-40B4-BE49-F238E27FC236}">
                  <a16:creationId xmlns:a16="http://schemas.microsoft.com/office/drawing/2014/main" id="{ABEC5242-EB3D-4902-8D14-3B7A82A286CB}"/>
                </a:ext>
              </a:extLst>
            </p:cNvPr>
            <p:cNvSpPr/>
            <p:nvPr/>
          </p:nvSpPr>
          <p:spPr>
            <a:xfrm>
              <a:off x="9448800" y="4000500"/>
              <a:ext cx="1792500" cy="585600"/>
            </a:xfrm>
            <a:prstGeom prst="round2SameRect">
              <a:avLst>
                <a:gd name="adj1" fmla="val 0"/>
                <a:gd name="adj2" fmla="val 0"/>
              </a:avLst>
            </a:prstGeom>
            <a:solidFill>
              <a:schemeClr val="accent4"/>
            </a:solidFill>
            <a:ln>
              <a:no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3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synchronisation web → mobile</a:t>
              </a:r>
              <a:endParaRPr lang="fr-F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grpSp>
        <p:nvGrpSpPr>
          <p:cNvPr id="94" name="Group 80">
            <a:extLst>
              <a:ext uri="{FF2B5EF4-FFF2-40B4-BE49-F238E27FC236}">
                <a16:creationId xmlns:a16="http://schemas.microsoft.com/office/drawing/2014/main" id="{6D1AA64C-A5E2-4C62-8D26-52CA83596C7F}"/>
              </a:ext>
            </a:extLst>
          </p:cNvPr>
          <p:cNvGrpSpPr/>
          <p:nvPr/>
        </p:nvGrpSpPr>
        <p:grpSpPr>
          <a:xfrm>
            <a:off x="2343596" y="2044471"/>
            <a:ext cx="2125572" cy="4195140"/>
            <a:chOff x="7471811" y="4007689"/>
            <a:chExt cx="1792490" cy="3116920"/>
          </a:xfrm>
        </p:grpSpPr>
        <p:sp>
          <p:nvSpPr>
            <p:cNvPr id="95" name="Google Shape;97;p16">
              <a:extLst>
                <a:ext uri="{FF2B5EF4-FFF2-40B4-BE49-F238E27FC236}">
                  <a16:creationId xmlns:a16="http://schemas.microsoft.com/office/drawing/2014/main" id="{3E233D85-949B-42A2-AF4C-52BE91B1FC46}"/>
                </a:ext>
              </a:extLst>
            </p:cNvPr>
            <p:cNvSpPr/>
            <p:nvPr/>
          </p:nvSpPr>
          <p:spPr>
            <a:xfrm rot="10800000" flipH="1">
              <a:off x="7471811" y="4715309"/>
              <a:ext cx="1792490" cy="2409300"/>
            </a:xfrm>
            <a:prstGeom prst="round2SameRect">
              <a:avLst>
                <a:gd name="adj1" fmla="val 0"/>
                <a:gd name="adj2" fmla="val 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96" name="Google Shape;126;p16">
              <a:extLst>
                <a:ext uri="{FF2B5EF4-FFF2-40B4-BE49-F238E27FC236}">
                  <a16:creationId xmlns:a16="http://schemas.microsoft.com/office/drawing/2014/main" id="{A7EBF099-F9C8-4923-B53C-99663AB1AEBA}"/>
                </a:ext>
              </a:extLst>
            </p:cNvPr>
            <p:cNvSpPr txBox="1"/>
            <p:nvPr/>
          </p:nvSpPr>
          <p:spPr>
            <a:xfrm>
              <a:off x="7492333" y="5506382"/>
              <a:ext cx="1731501" cy="890700"/>
            </a:xfrm>
            <a:prstGeom prst="rect">
              <a:avLst/>
            </a:prstGeom>
            <a:noFill/>
            <a:ln>
              <a:noFill/>
            </a:ln>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offres d’emploi et de stages.</a:t>
              </a:r>
            </a:p>
            <a:p>
              <a:pPr marL="285750" lvl="0" indent="-285750">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Candidatures spontanées.</a:t>
              </a:r>
            </a:p>
          </p:txBody>
        </p:sp>
        <p:sp>
          <p:nvSpPr>
            <p:cNvPr id="97" name="Google Shape;127;p16">
              <a:extLst>
                <a:ext uri="{FF2B5EF4-FFF2-40B4-BE49-F238E27FC236}">
                  <a16:creationId xmlns:a16="http://schemas.microsoft.com/office/drawing/2014/main" id="{8E5EF503-A986-4279-9FE0-E45B7200E63B}"/>
                </a:ext>
              </a:extLst>
            </p:cNvPr>
            <p:cNvSpPr/>
            <p:nvPr/>
          </p:nvSpPr>
          <p:spPr>
            <a:xfrm>
              <a:off x="7492333" y="4007689"/>
              <a:ext cx="1771968" cy="578410"/>
            </a:xfrm>
            <a:prstGeom prst="round2Same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rPr>
                <a:t>Sprint 2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CRUD restants + synchronisation web ↔ </a:t>
              </a:r>
            </a:p>
            <a:p>
              <a:pPr lvl="0" algn="ctr">
                <a:buClr>
                  <a:srgbClr val="000000"/>
                </a:buClr>
                <a:buSzPts val="1100"/>
              </a:pPr>
              <a:r>
                <a:rPr lang="fr-FR" sz="1400" b="1" dirty="0">
                  <a:solidFill>
                    <a:schemeClr val="tx1">
                      <a:lumMod val="95000"/>
                      <a:lumOff val="5000"/>
                    </a:schemeClr>
                  </a:solidFill>
                  <a:latin typeface="Times New Roman" panose="02020603050405020304" pitchFamily="18" charset="0"/>
                  <a:cs typeface="Times New Roman" panose="02020603050405020304" pitchFamily="18" charset="0"/>
                </a:rPr>
                <a:t>mobile</a:t>
              </a:r>
              <a:endParaRPr lang="fr-FR" sz="1400" b="1" dirty="0">
                <a:solidFill>
                  <a:schemeClr val="tx1">
                    <a:lumMod val="95000"/>
                    <a:lumOff val="5000"/>
                  </a:schemeClr>
                </a:solidFill>
                <a:latin typeface="Times New Roman" panose="02020603050405020304" pitchFamily="18" charset="0"/>
                <a:cs typeface="Times New Roman" panose="02020603050405020304" pitchFamily="18" charset="0"/>
                <a:sym typeface="Montserrat"/>
              </a:endParaRPr>
            </a:p>
          </p:txBody>
        </p:sp>
      </p:grpSp>
      <p:pic>
        <p:nvPicPr>
          <p:cNvPr id="30" name="Image 29" descr="Une image contenant clipart, Graphique, conception, dessin humoristique&#10;&#10;Description générée automatiquement">
            <a:extLst>
              <a:ext uri="{FF2B5EF4-FFF2-40B4-BE49-F238E27FC236}">
                <a16:creationId xmlns:a16="http://schemas.microsoft.com/office/drawing/2014/main" id="{E3132CAE-2910-40F5-87E1-9A5C3A31E23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955447" y="3208656"/>
            <a:ext cx="887574" cy="887574"/>
          </a:xfrm>
          <a:prstGeom prst="rect">
            <a:avLst/>
          </a:prstGeom>
        </p:spPr>
      </p:pic>
      <p:pic>
        <p:nvPicPr>
          <p:cNvPr id="31" name="Image 30" descr="Une image contenant symbole, clipart, Graphique, dessin humoristique&#10;&#10;Description générée automatiquement">
            <a:extLst>
              <a:ext uri="{FF2B5EF4-FFF2-40B4-BE49-F238E27FC236}">
                <a16:creationId xmlns:a16="http://schemas.microsoft.com/office/drawing/2014/main" id="{458E63AC-9954-4B79-A768-C1BE4D31273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008697" y="3154756"/>
            <a:ext cx="943440" cy="943440"/>
          </a:xfrm>
          <a:prstGeom prst="rect">
            <a:avLst/>
          </a:prstGeom>
        </p:spPr>
      </p:pic>
      <p:pic>
        <p:nvPicPr>
          <p:cNvPr id="32" name="Image 31" descr="Une image contenant Dessin d’enfant, Visage humain, habits, dessin humoristique&#10;&#10;Description générée automatiquement">
            <a:extLst>
              <a:ext uri="{FF2B5EF4-FFF2-40B4-BE49-F238E27FC236}">
                <a16:creationId xmlns:a16="http://schemas.microsoft.com/office/drawing/2014/main" id="{40CF2209-B530-4544-8C3B-5B908F9DB9A6}"/>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291544" y="3021601"/>
            <a:ext cx="1174191" cy="1174191"/>
          </a:xfrm>
          <a:prstGeom prst="rect">
            <a:avLst/>
          </a:prstGeom>
        </p:spPr>
      </p:pic>
      <p:graphicFrame>
        <p:nvGraphicFramePr>
          <p:cNvPr id="35" name="Diagramme 30">
            <a:extLst>
              <a:ext uri="{FF2B5EF4-FFF2-40B4-BE49-F238E27FC236}">
                <a16:creationId xmlns:a16="http://schemas.microsoft.com/office/drawing/2014/main" id="{24F7A692-73AA-4ECD-9556-B2D15A3BD8B9}"/>
              </a:ext>
            </a:extLst>
          </p:cNvPr>
          <p:cNvGraphicFramePr/>
          <p:nvPr>
            <p:extLst>
              <p:ext uri="{D42A27DB-BD31-4B8C-83A1-F6EECF244321}">
                <p14:modId xmlns:p14="http://schemas.microsoft.com/office/powerpoint/2010/main" val="364150601"/>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36" name="Group 92">
            <a:extLst>
              <a:ext uri="{FF2B5EF4-FFF2-40B4-BE49-F238E27FC236}">
                <a16:creationId xmlns:a16="http://schemas.microsoft.com/office/drawing/2014/main" id="{71DC7B66-1F9E-4C03-AC4F-9CDA443D4B67}"/>
              </a:ext>
            </a:extLst>
          </p:cNvPr>
          <p:cNvGrpSpPr/>
          <p:nvPr/>
        </p:nvGrpSpPr>
        <p:grpSpPr>
          <a:xfrm>
            <a:off x="208680" y="2034795"/>
            <a:ext cx="2134903" cy="4204815"/>
            <a:chOff x="5494825" y="4000501"/>
            <a:chExt cx="1910177" cy="3124108"/>
          </a:xfrm>
        </p:grpSpPr>
        <p:sp>
          <p:nvSpPr>
            <p:cNvPr id="37" name="Google Shape;98;p16">
              <a:extLst>
                <a:ext uri="{FF2B5EF4-FFF2-40B4-BE49-F238E27FC236}">
                  <a16:creationId xmlns:a16="http://schemas.microsoft.com/office/drawing/2014/main" id="{E6E56B42-50AC-4396-93AA-DF516D0A7E47}"/>
                </a:ext>
              </a:extLst>
            </p:cNvPr>
            <p:cNvSpPr/>
            <p:nvPr/>
          </p:nvSpPr>
          <p:spPr>
            <a:xfrm rot="10800000" flipH="1">
              <a:off x="5494827" y="4715309"/>
              <a:ext cx="1792500" cy="2409300"/>
            </a:xfrm>
            <a:prstGeom prst="round2SameRect">
              <a:avLst>
                <a:gd name="adj1" fmla="val 0"/>
                <a:gd name="adj2" fmla="val 0"/>
              </a:avLst>
            </a:prstGeom>
            <a:noFill/>
            <a:ln w="38100" cap="flat" cmpd="sng">
              <a:solidFill>
                <a:schemeClr val="bg2">
                  <a:lumMod val="40000"/>
                  <a:lumOff val="6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9" name="Google Shape;140;p16">
              <a:extLst>
                <a:ext uri="{FF2B5EF4-FFF2-40B4-BE49-F238E27FC236}">
                  <a16:creationId xmlns:a16="http://schemas.microsoft.com/office/drawing/2014/main" id="{3CC9DFC3-BA35-4C89-AA1A-CC7A9D334142}"/>
                </a:ext>
              </a:extLst>
            </p:cNvPr>
            <p:cNvSpPr txBox="1"/>
            <p:nvPr/>
          </p:nvSpPr>
          <p:spPr>
            <a:xfrm>
              <a:off x="5494825" y="5497663"/>
              <a:ext cx="1910177" cy="905983"/>
            </a:xfrm>
            <a:prstGeom prst="rect">
              <a:avLst/>
            </a:prstGeom>
            <a:noFill/>
            <a:ln>
              <a:noFill/>
            </a:ln>
          </p:spPr>
          <p:txBody>
            <a:bodyPr spcFirstLastPara="1" wrap="square" lIns="91425" tIns="91425" rIns="91425" bIns="91425" anchor="t" anchorCtr="0">
              <a:noAutofit/>
            </a:bodyPr>
            <a:lstStyle/>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Authentification.</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 des rôles. </a:t>
              </a:r>
            </a:p>
            <a:p>
              <a:pPr marL="285750" lvl="0" indent="-285750">
                <a:lnSpc>
                  <a:spcPct val="150000"/>
                </a:lnSpc>
                <a:buFont typeface="Arial" panose="020B0604020202020204" pitchFamily="34" charset="0"/>
                <a:buChar char="•"/>
              </a:pPr>
              <a:r>
                <a:rPr lang="fr-FR" sz="1600" dirty="0">
                  <a:latin typeface="Times New Roman" panose="02020603050405020304" pitchFamily="18" charset="0"/>
                  <a:ea typeface="Montserrat Medium"/>
                  <a:cs typeface="Times New Roman" panose="02020603050405020304" pitchFamily="18" charset="0"/>
                  <a:sym typeface="Montserrat Medium"/>
                </a:rPr>
                <a:t>Gestions des employés.</a:t>
              </a:r>
            </a:p>
          </p:txBody>
        </p:sp>
        <p:sp>
          <p:nvSpPr>
            <p:cNvPr id="40" name="Google Shape;141;p16">
              <a:extLst>
                <a:ext uri="{FF2B5EF4-FFF2-40B4-BE49-F238E27FC236}">
                  <a16:creationId xmlns:a16="http://schemas.microsoft.com/office/drawing/2014/main" id="{8825F852-A208-45A8-A8DB-87FFCB94FA9F}"/>
                </a:ext>
              </a:extLst>
            </p:cNvPr>
            <p:cNvSpPr/>
            <p:nvPr/>
          </p:nvSpPr>
          <p:spPr>
            <a:xfrm>
              <a:off x="5494825" y="4000501"/>
              <a:ext cx="1792500" cy="585600"/>
            </a:xfrm>
            <a:prstGeom prst="round2SameRect">
              <a:avLst>
                <a:gd name="adj1" fmla="val 0"/>
                <a:gd name="adj2" fmla="val 0"/>
              </a:avLst>
            </a:prstGeom>
            <a:solidFill>
              <a:schemeClr val="bg2">
                <a:lumMod val="60000"/>
                <a:lumOff val="40000"/>
              </a:schemeClr>
            </a:solidFill>
            <a:ln w="38100">
              <a:solidFill>
                <a:schemeClr val="bg2">
                  <a:lumMod val="60000"/>
                  <a:lumOff val="40000"/>
                </a:schemeClr>
              </a:solidFill>
            </a:ln>
          </p:spPr>
          <p:txBody>
            <a:bodyPr spcFirstLastPara="1" wrap="square" lIns="91425" tIns="91425" rIns="91425" bIns="91425" anchor="ctr" anchorCtr="0">
              <a:noAutofit/>
            </a:bodyPr>
            <a:lstStyle/>
            <a:p>
              <a:pPr lvl="0" algn="ctr">
                <a:buClr>
                  <a:srgbClr val="000000"/>
                </a:buClr>
                <a:buSzPts val="1100"/>
              </a:pPr>
              <a:r>
                <a:rPr lang="fr-F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rPr>
                <a:t>Sprint 1 – Authentification &amp; Fonctionnalités de base</a:t>
              </a:r>
              <a:endParaRPr sz="1400" b="1" dirty="0">
                <a:solidFill>
                  <a:schemeClr val="tx1">
                    <a:lumMod val="95000"/>
                    <a:lumOff val="5000"/>
                  </a:schemeClr>
                </a:solidFill>
                <a:latin typeface="Times New Roman" panose="02020603050405020304" pitchFamily="18" charset="0"/>
                <a:ea typeface="Montserrat"/>
                <a:cs typeface="Times New Roman" panose="02020603050405020304" pitchFamily="18" charset="0"/>
                <a:sym typeface="Montserrat"/>
              </a:endParaRPr>
            </a:p>
          </p:txBody>
        </p:sp>
      </p:grpSp>
      <p:pic>
        <p:nvPicPr>
          <p:cNvPr id="41" name="Image 40" descr="Une image contenant clipart, Graphique, dessin humoristique&#10;&#10;Description générée automatiquement">
            <a:extLst>
              <a:ext uri="{FF2B5EF4-FFF2-40B4-BE49-F238E27FC236}">
                <a16:creationId xmlns:a16="http://schemas.microsoft.com/office/drawing/2014/main" id="{B7717166-4A6D-4F61-BC29-D2B85F7632BD}"/>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820545" y="3208656"/>
            <a:ext cx="911171" cy="911171"/>
          </a:xfrm>
          <a:prstGeom prst="rect">
            <a:avLst/>
          </a:prstGeom>
        </p:spPr>
      </p:pic>
      <p:sp>
        <p:nvSpPr>
          <p:cNvPr id="42" name="TextBox 27">
            <a:extLst>
              <a:ext uri="{FF2B5EF4-FFF2-40B4-BE49-F238E27FC236}">
                <a16:creationId xmlns:a16="http://schemas.microsoft.com/office/drawing/2014/main" id="{8F71347A-9585-4F02-A621-ACBD20AB094D}"/>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20</a:t>
            </a:r>
          </a:p>
        </p:txBody>
      </p:sp>
    </p:spTree>
    <p:extLst>
      <p:ext uri="{BB962C8B-B14F-4D97-AF65-F5344CB8AC3E}">
        <p14:creationId xmlns:p14="http://schemas.microsoft.com/office/powerpoint/2010/main" val="2654932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891EA-A615-5F10-B9A1-008ECDE523BE}"/>
            </a:ext>
          </a:extLst>
        </p:cNvPr>
        <p:cNvGrpSpPr/>
        <p:nvPr/>
      </p:nvGrpSpPr>
      <p:grpSpPr>
        <a:xfrm>
          <a:off x="0" y="0"/>
          <a:ext cx="0" cy="0"/>
          <a:chOff x="0" y="0"/>
          <a:chExt cx="0" cy="0"/>
        </a:xfrm>
      </p:grpSpPr>
      <p:sp>
        <p:nvSpPr>
          <p:cNvPr id="22" name="Arc plein 21">
            <a:extLst>
              <a:ext uri="{FF2B5EF4-FFF2-40B4-BE49-F238E27FC236}">
                <a16:creationId xmlns:a16="http://schemas.microsoft.com/office/drawing/2014/main" id="{E11FFAEE-A583-E46A-7CD6-0BDEA04C7524}"/>
              </a:ext>
            </a:extLst>
          </p:cNvPr>
          <p:cNvSpPr/>
          <p:nvPr/>
        </p:nvSpPr>
        <p:spPr>
          <a:xfrm>
            <a:off x="-1827946" y="-354297"/>
            <a:ext cx="7291592" cy="7291592"/>
          </a:xfrm>
          <a:prstGeom prst="blockArc">
            <a:avLst>
              <a:gd name="adj1" fmla="val 18900000"/>
              <a:gd name="adj2" fmla="val 2700000"/>
              <a:gd name="adj3" fmla="val 296"/>
            </a:avLst>
          </a:prstGeom>
          <a:solidFill>
            <a:schemeClr val="tx1">
              <a:lumMod val="50000"/>
              <a:lumOff val="50000"/>
            </a:schemeClr>
          </a:solidFill>
          <a:ln>
            <a:no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TN">
              <a:latin typeface="+mj-lt"/>
            </a:endParaRPr>
          </a:p>
        </p:txBody>
      </p:sp>
      <p:graphicFrame>
        <p:nvGraphicFramePr>
          <p:cNvPr id="7" name="Chart 6">
            <a:extLst>
              <a:ext uri="{FF2B5EF4-FFF2-40B4-BE49-F238E27FC236}">
                <a16:creationId xmlns:a16="http://schemas.microsoft.com/office/drawing/2014/main" id="{82F1E342-A693-0DCD-2096-EEDEB04BB9EF}"/>
              </a:ext>
            </a:extLst>
          </p:cNvPr>
          <p:cNvGraphicFramePr/>
          <p:nvPr/>
        </p:nvGraphicFramePr>
        <p:xfrm>
          <a:off x="1388680" y="2182163"/>
          <a:ext cx="4608792" cy="3983560"/>
        </p:xfrm>
        <a:graphic>
          <a:graphicData uri="http://schemas.openxmlformats.org/drawingml/2006/chart">
            <c:chart xmlns:c="http://schemas.openxmlformats.org/drawingml/2006/chart" xmlns:r="http://schemas.openxmlformats.org/officeDocument/2006/relationships" r:id="rId3"/>
          </a:graphicData>
        </a:graphic>
      </p:graphicFrame>
      <p:sp>
        <p:nvSpPr>
          <p:cNvPr id="27" name="Donut 101">
            <a:extLst>
              <a:ext uri="{FF2B5EF4-FFF2-40B4-BE49-F238E27FC236}">
                <a16:creationId xmlns:a16="http://schemas.microsoft.com/office/drawing/2014/main" id="{3A5E7AA7-9373-7285-5861-49D3F7EFAFEA}"/>
              </a:ext>
            </a:extLst>
          </p:cNvPr>
          <p:cNvSpPr/>
          <p:nvPr/>
        </p:nvSpPr>
        <p:spPr>
          <a:xfrm>
            <a:off x="963458" y="1326976"/>
            <a:ext cx="3871476" cy="3871476"/>
          </a:xfrm>
          <a:prstGeom prst="donut">
            <a:avLst>
              <a:gd name="adj" fmla="val 1514"/>
            </a:avLst>
          </a:prstGeom>
          <a:gradFill>
            <a:gsLst>
              <a:gs pos="16000">
                <a:schemeClr val="bg1">
                  <a:lumMod val="8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solidFill>
                <a:schemeClr val="tx1"/>
              </a:solidFill>
              <a:latin typeface="+mj-lt"/>
            </a:endParaRPr>
          </a:p>
        </p:txBody>
      </p:sp>
      <p:sp>
        <p:nvSpPr>
          <p:cNvPr id="29" name="Donut 2">
            <a:extLst>
              <a:ext uri="{FF2B5EF4-FFF2-40B4-BE49-F238E27FC236}">
                <a16:creationId xmlns:a16="http://schemas.microsoft.com/office/drawing/2014/main" id="{A8DE820A-D7A7-471E-6B72-B0FEF618BFF2}"/>
              </a:ext>
            </a:extLst>
          </p:cNvPr>
          <p:cNvSpPr/>
          <p:nvPr/>
        </p:nvSpPr>
        <p:spPr>
          <a:xfrm>
            <a:off x="1153016" y="1464760"/>
            <a:ext cx="3519523" cy="3519523"/>
          </a:xfrm>
          <a:prstGeom prst="donut">
            <a:avLst>
              <a:gd name="adj" fmla="val 10687"/>
            </a:avLst>
          </a:prstGeom>
          <a:gradFill>
            <a:gsLst>
              <a:gs pos="16000">
                <a:schemeClr val="bg1">
                  <a:lumMod val="9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tx1"/>
              </a:solidFill>
              <a:latin typeface="+mj-lt"/>
            </a:endParaRPr>
          </a:p>
        </p:txBody>
      </p:sp>
      <p:sp>
        <p:nvSpPr>
          <p:cNvPr id="3" name="ZoneTexte 2">
            <a:extLst>
              <a:ext uri="{FF2B5EF4-FFF2-40B4-BE49-F238E27FC236}">
                <a16:creationId xmlns:a16="http://schemas.microsoft.com/office/drawing/2014/main" id="{B5AC76B8-ED13-1B21-6FBE-FBEC88B8EF17}"/>
              </a:ext>
            </a:extLst>
          </p:cNvPr>
          <p:cNvSpPr txBox="1"/>
          <p:nvPr/>
        </p:nvSpPr>
        <p:spPr>
          <a:xfrm>
            <a:off x="2310014" y="2891289"/>
            <a:ext cx="237566" cy="369332"/>
          </a:xfrm>
          <a:prstGeom prst="rect">
            <a:avLst/>
          </a:prstGeom>
          <a:noFill/>
        </p:spPr>
        <p:txBody>
          <a:bodyPr wrap="none" rtlCol="0">
            <a:spAutoFit/>
          </a:bodyPr>
          <a:lstStyle/>
          <a:p>
            <a:r>
              <a:rPr lang="en-US" dirty="0">
                <a:latin typeface="+mj-lt"/>
              </a:rPr>
              <a:t> </a:t>
            </a:r>
          </a:p>
        </p:txBody>
      </p:sp>
      <p:sp>
        <p:nvSpPr>
          <p:cNvPr id="4" name="Rectangle 3">
            <a:extLst>
              <a:ext uri="{FF2B5EF4-FFF2-40B4-BE49-F238E27FC236}">
                <a16:creationId xmlns:a16="http://schemas.microsoft.com/office/drawing/2014/main" id="{19214690-1912-F0D0-1298-2CD4528A58ED}"/>
              </a:ext>
            </a:extLst>
          </p:cNvPr>
          <p:cNvSpPr/>
          <p:nvPr/>
        </p:nvSpPr>
        <p:spPr>
          <a:xfrm>
            <a:off x="1449941" y="2624356"/>
            <a:ext cx="2925671" cy="1200329"/>
          </a:xfrm>
          <a:prstGeom prst="rect">
            <a:avLst/>
          </a:prstGeom>
        </p:spPr>
        <p:txBody>
          <a:bodyPr wrap="square">
            <a:spAutoFit/>
          </a:bodyPr>
          <a:lstStyle/>
          <a:p>
            <a:pPr algn="ctr"/>
            <a:r>
              <a:rPr lang="en-US" sz="7200" b="1" dirty="0">
                <a:solidFill>
                  <a:schemeClr val="accent1">
                    <a:lumMod val="50000"/>
                  </a:schemeClr>
                </a:solidFill>
                <a:latin typeface="Times New Roman" panose="02020603050405020304" pitchFamily="18" charset="0"/>
                <a:cs typeface="Times New Roman" panose="02020603050405020304" pitchFamily="18" charset="0"/>
              </a:rPr>
              <a:t>PLAN</a:t>
            </a:r>
            <a:endParaRPr lang="fr-FR" sz="7200" b="1" dirty="0">
              <a:solidFill>
                <a:srgbClr val="002060"/>
              </a:solidFill>
              <a:latin typeface="+mj-lt"/>
            </a:endParaRPr>
          </a:p>
        </p:txBody>
      </p:sp>
      <p:grpSp>
        <p:nvGrpSpPr>
          <p:cNvPr id="49" name="Groupe 48">
            <a:extLst>
              <a:ext uri="{FF2B5EF4-FFF2-40B4-BE49-F238E27FC236}">
                <a16:creationId xmlns:a16="http://schemas.microsoft.com/office/drawing/2014/main" id="{B637B734-21C2-28B9-6057-2136BD3B17F8}"/>
              </a:ext>
            </a:extLst>
          </p:cNvPr>
          <p:cNvGrpSpPr/>
          <p:nvPr/>
        </p:nvGrpSpPr>
        <p:grpSpPr>
          <a:xfrm>
            <a:off x="4884292" y="3883875"/>
            <a:ext cx="6486714" cy="846717"/>
            <a:chOff x="5226948" y="3883875"/>
            <a:chExt cx="6109911" cy="846717"/>
          </a:xfrm>
        </p:grpSpPr>
        <p:sp>
          <p:nvSpPr>
            <p:cNvPr id="41" name="Forme libre 40">
              <a:extLst>
                <a:ext uri="{FF2B5EF4-FFF2-40B4-BE49-F238E27FC236}">
                  <a16:creationId xmlns:a16="http://schemas.microsoft.com/office/drawing/2014/main" id="{43469D58-81A1-3FE7-82BA-E462942D1E5E}"/>
                </a:ext>
              </a:extLst>
            </p:cNvPr>
            <p:cNvSpPr/>
            <p:nvPr/>
          </p:nvSpPr>
          <p:spPr>
            <a:xfrm>
              <a:off x="5724792" y="3968547"/>
              <a:ext cx="5612067" cy="677373"/>
            </a:xfrm>
            <a:custGeom>
              <a:avLst/>
              <a:gdLst>
                <a:gd name="connsiteX0" fmla="*/ 0 w 4936243"/>
                <a:gd name="connsiteY0" fmla="*/ 112898 h 677373"/>
                <a:gd name="connsiteX1" fmla="*/ 112898 w 4936243"/>
                <a:gd name="connsiteY1" fmla="*/ 0 h 677373"/>
                <a:gd name="connsiteX2" fmla="*/ 4823345 w 4936243"/>
                <a:gd name="connsiteY2" fmla="*/ 0 h 677373"/>
                <a:gd name="connsiteX3" fmla="*/ 4936243 w 4936243"/>
                <a:gd name="connsiteY3" fmla="*/ 112898 h 677373"/>
                <a:gd name="connsiteX4" fmla="*/ 4936243 w 4936243"/>
                <a:gd name="connsiteY4" fmla="*/ 564475 h 677373"/>
                <a:gd name="connsiteX5" fmla="*/ 4823345 w 4936243"/>
                <a:gd name="connsiteY5" fmla="*/ 677373 h 677373"/>
                <a:gd name="connsiteX6" fmla="*/ 112898 w 4936243"/>
                <a:gd name="connsiteY6" fmla="*/ 677373 h 677373"/>
                <a:gd name="connsiteX7" fmla="*/ 0 w 4936243"/>
                <a:gd name="connsiteY7" fmla="*/ 564475 h 677373"/>
                <a:gd name="connsiteX8" fmla="*/ 0 w 4936243"/>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36243" h="677373">
                  <a:moveTo>
                    <a:pt x="0" y="112898"/>
                  </a:moveTo>
                  <a:cubicBezTo>
                    <a:pt x="0" y="50546"/>
                    <a:pt x="50546" y="0"/>
                    <a:pt x="112898" y="0"/>
                  </a:cubicBezTo>
                  <a:lnTo>
                    <a:pt x="4823345" y="0"/>
                  </a:lnTo>
                  <a:cubicBezTo>
                    <a:pt x="4885697" y="0"/>
                    <a:pt x="4936243" y="50546"/>
                    <a:pt x="4936243" y="112898"/>
                  </a:cubicBezTo>
                  <a:lnTo>
                    <a:pt x="4936243" y="564475"/>
                  </a:lnTo>
                  <a:cubicBezTo>
                    <a:pt x="4936243" y="626827"/>
                    <a:pt x="4885697" y="677373"/>
                    <a:pt x="4823345" y="677373"/>
                  </a:cubicBezTo>
                  <a:lnTo>
                    <a:pt x="112898" y="677373"/>
                  </a:lnTo>
                  <a:cubicBezTo>
                    <a:pt x="50546" y="677373"/>
                    <a:pt x="0" y="626827"/>
                    <a:pt x="0" y="564475"/>
                  </a:cubicBezTo>
                  <a:lnTo>
                    <a:pt x="0" y="112898"/>
                  </a:lnTo>
                  <a:close/>
                </a:path>
              </a:pathLst>
            </a:custGeom>
            <a:solidFill>
              <a:srgbClr val="97C459"/>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104187" rIns="104187" bIns="104187" numCol="1" spcCol="1270" anchor="ctr" anchorCtr="0">
              <a:noAutofit/>
            </a:bodyPr>
            <a:lstStyle/>
            <a:p>
              <a:pPr defTabSz="1244600">
                <a:lnSpc>
                  <a:spcPct val="90000"/>
                </a:lnSpc>
                <a:spcBef>
                  <a:spcPct val="0"/>
                </a:spcBef>
                <a:spcAft>
                  <a:spcPct val="35000"/>
                </a:spcAft>
              </a:pPr>
              <a:r>
                <a:rPr lang="fr-FR" altLang="ko-KR" sz="2800" b="1" kern="1200" dirty="0">
                  <a:solidFill>
                    <a:schemeClr val="bg1"/>
                  </a:solidFill>
                  <a:latin typeface="Times New Roman" panose="02020603050405020304" pitchFamily="18" charset="0"/>
                  <a:cs typeface="Times New Roman" panose="02020603050405020304" pitchFamily="18" charset="0"/>
                </a:rPr>
                <a:t>4. Réalisation</a:t>
              </a:r>
              <a:r>
                <a:rPr lang="fr-FR" altLang="ko-KR" sz="2300" b="1" kern="1200" dirty="0">
                  <a:solidFill>
                    <a:schemeClr val="bg1"/>
                  </a:solidFill>
                  <a:latin typeface="Times New Roman" panose="02020603050405020304" pitchFamily="18" charset="0"/>
                  <a:cs typeface="Times New Roman" panose="02020603050405020304" pitchFamily="18" charset="0"/>
                </a:rPr>
                <a:t> </a:t>
              </a:r>
              <a:endParaRPr lang="fr-FR" sz="2300" kern="1200" dirty="0">
                <a:solidFill>
                  <a:schemeClr val="bg1"/>
                </a:solidFill>
                <a:latin typeface="Times New Roman" panose="02020603050405020304" pitchFamily="18" charset="0"/>
                <a:cs typeface="Times New Roman" panose="02020603050405020304" pitchFamily="18" charset="0"/>
              </a:endParaRPr>
            </a:p>
          </p:txBody>
        </p:sp>
        <p:sp>
          <p:nvSpPr>
            <p:cNvPr id="42" name="Ellipse 41">
              <a:extLst>
                <a:ext uri="{FF2B5EF4-FFF2-40B4-BE49-F238E27FC236}">
                  <a16:creationId xmlns:a16="http://schemas.microsoft.com/office/drawing/2014/main" id="{C7441E1F-1BE9-BDF3-D948-B996A1B0F7C8}"/>
                </a:ext>
              </a:extLst>
            </p:cNvPr>
            <p:cNvSpPr/>
            <p:nvPr/>
          </p:nvSpPr>
          <p:spPr>
            <a:xfrm>
              <a:off x="5226948" y="3883875"/>
              <a:ext cx="846717" cy="846717"/>
            </a:xfrm>
            <a:prstGeom prst="ellipse">
              <a:avLst/>
            </a:prstGeom>
            <a:ln w="38100">
              <a:solidFill>
                <a:srgbClr val="97C459"/>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a:latin typeface="+mj-lt"/>
              </a:endParaRPr>
            </a:p>
          </p:txBody>
        </p:sp>
        <p:pic>
          <p:nvPicPr>
            <p:cNvPr id="12" name="Image 11">
              <a:extLst>
                <a:ext uri="{FF2B5EF4-FFF2-40B4-BE49-F238E27FC236}">
                  <a16:creationId xmlns:a16="http://schemas.microsoft.com/office/drawing/2014/main" id="{21C74F91-6155-BFA2-96BF-70939D4874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60189" y="4064186"/>
              <a:ext cx="504000" cy="504000"/>
            </a:xfrm>
            <a:prstGeom prst="rect">
              <a:avLst/>
            </a:prstGeom>
          </p:spPr>
        </p:pic>
      </p:grpSp>
      <p:sp>
        <p:nvSpPr>
          <p:cNvPr id="14" name="Shape 2">
            <a:extLst>
              <a:ext uri="{FF2B5EF4-FFF2-40B4-BE49-F238E27FC236}">
                <a16:creationId xmlns:a16="http://schemas.microsoft.com/office/drawing/2014/main" id="{2FB7E51F-6993-4B1E-8738-7724719E3501}"/>
              </a:ext>
            </a:extLst>
          </p:cNvPr>
          <p:cNvSpPr/>
          <p:nvPr/>
        </p:nvSpPr>
        <p:spPr>
          <a:xfrm>
            <a:off x="13270992" y="2036074"/>
            <a:ext cx="3201493" cy="4792929"/>
          </a:xfrm>
          <a:prstGeom prst="rect">
            <a:avLst/>
          </a:prstGeom>
          <a:solidFill>
            <a:schemeClr val="bg2">
              <a:lumMod val="20000"/>
              <a:lumOff val="80000"/>
            </a:schemeClr>
          </a:solidFill>
          <a:ln w="12700">
            <a:solidFill>
              <a:schemeClr val="bg2">
                <a:lumMod val="50000"/>
              </a:schemeClr>
            </a:solidFill>
            <a:prstDash val="solid"/>
          </a:ln>
          <a:effectLst>
            <a:outerShdw blurRad="101600" dist="25400" dir="8100000" algn="bl" rotWithShape="0">
              <a:srgbClr val="000000">
                <a:alpha val="10000"/>
              </a:srgbClr>
            </a:outerShdw>
          </a:effectLst>
        </p:spPr>
        <p:txBody>
          <a:bodyPr/>
          <a:lstStyle/>
          <a:p>
            <a:pPr marL="285750" indent="-285750">
              <a:buFont typeface="Arial" panose="020B0604020202020204" pitchFamily="34" charset="0"/>
              <a:buChar char="•"/>
            </a:pPr>
            <a:endParaRPr lang="fr-FR" dirty="0"/>
          </a:p>
        </p:txBody>
      </p:sp>
      <p:sp>
        <p:nvSpPr>
          <p:cNvPr id="15" name="Shape 3">
            <a:extLst>
              <a:ext uri="{FF2B5EF4-FFF2-40B4-BE49-F238E27FC236}">
                <a16:creationId xmlns:a16="http://schemas.microsoft.com/office/drawing/2014/main" id="{7C766EC5-A8EE-4516-B7FF-1CB73CE818D2}"/>
              </a:ext>
            </a:extLst>
          </p:cNvPr>
          <p:cNvSpPr/>
          <p:nvPr/>
        </p:nvSpPr>
        <p:spPr>
          <a:xfrm>
            <a:off x="13270993" y="2006720"/>
            <a:ext cx="3201492" cy="584775"/>
          </a:xfrm>
          <a:prstGeom prst="rect">
            <a:avLst/>
          </a:prstGeom>
          <a:solidFill>
            <a:schemeClr val="bg2">
              <a:lumMod val="50000"/>
            </a:schemeClr>
          </a:solidFill>
          <a:ln w="12700">
            <a:solidFill>
              <a:schemeClr val="bg2">
                <a:lumMod val="50000"/>
              </a:schemeClr>
            </a:solidFill>
            <a:prstDash val="solid"/>
          </a:ln>
        </p:spPr>
        <p:txBody>
          <a:bodyPr/>
          <a:lstStyle/>
          <a:p>
            <a:endParaRPr lang="fr-FR" dirty="0"/>
          </a:p>
        </p:txBody>
      </p:sp>
      <p:sp>
        <p:nvSpPr>
          <p:cNvPr id="16" name="Text 4">
            <a:extLst>
              <a:ext uri="{FF2B5EF4-FFF2-40B4-BE49-F238E27FC236}">
                <a16:creationId xmlns:a16="http://schemas.microsoft.com/office/drawing/2014/main" id="{7115E485-ECF5-4482-BDDB-D1E6C85C1CB4}"/>
              </a:ext>
            </a:extLst>
          </p:cNvPr>
          <p:cNvSpPr/>
          <p:nvPr/>
        </p:nvSpPr>
        <p:spPr>
          <a:xfrm>
            <a:off x="13478307" y="1982038"/>
            <a:ext cx="2841842" cy="584775"/>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anose="02020603050405020304" pitchFamily="18" charset="0"/>
                <a:ea typeface="Calibri" pitchFamily="34" charset="-122"/>
                <a:cs typeface="Times New Roman" panose="02020603050405020304" pitchFamily="18" charset="0"/>
              </a:rPr>
              <a:t>spaCy / Règles</a:t>
            </a:r>
            <a:endParaRPr lang="en-US" sz="2000" dirty="0">
              <a:latin typeface="Times New Roman" panose="02020603050405020304" pitchFamily="18" charset="0"/>
              <a:cs typeface="Times New Roman" panose="02020603050405020304" pitchFamily="18" charset="0"/>
            </a:endParaRPr>
          </a:p>
        </p:txBody>
      </p:sp>
      <p:sp>
        <p:nvSpPr>
          <p:cNvPr id="17" name="Shape 5">
            <a:extLst>
              <a:ext uri="{FF2B5EF4-FFF2-40B4-BE49-F238E27FC236}">
                <a16:creationId xmlns:a16="http://schemas.microsoft.com/office/drawing/2014/main" id="{A4CA5847-E4CB-45B5-8B8B-E1BAB21235A4}"/>
              </a:ext>
            </a:extLst>
          </p:cNvPr>
          <p:cNvSpPr/>
          <p:nvPr/>
        </p:nvSpPr>
        <p:spPr>
          <a:xfrm>
            <a:off x="13313287" y="2681257"/>
            <a:ext cx="957801" cy="268537"/>
          </a:xfrm>
          <a:prstGeom prst="roundRect">
            <a:avLst>
              <a:gd name="adj" fmla="val 25000"/>
            </a:avLst>
          </a:prstGeom>
          <a:solidFill>
            <a:schemeClr val="bg2">
              <a:lumMod val="50000"/>
            </a:schemeClr>
          </a:solidFill>
          <a:ln w="12700">
            <a:solidFill>
              <a:schemeClr val="bg2">
                <a:lumMod val="50000"/>
              </a:schemeClr>
            </a:solidFill>
            <a:prstDash val="solid"/>
          </a:ln>
        </p:spPr>
        <p:txBody>
          <a:bodyPr/>
          <a:lstStyle/>
          <a:p>
            <a:endParaRPr lang="fr-FR" dirty="0"/>
          </a:p>
        </p:txBody>
      </p:sp>
      <p:sp>
        <p:nvSpPr>
          <p:cNvPr id="18" name="Text 6">
            <a:extLst>
              <a:ext uri="{FF2B5EF4-FFF2-40B4-BE49-F238E27FC236}">
                <a16:creationId xmlns:a16="http://schemas.microsoft.com/office/drawing/2014/main" id="{1D9DDA16-6939-4ADC-9134-DB24933B657E}"/>
              </a:ext>
            </a:extLst>
          </p:cNvPr>
          <p:cNvSpPr/>
          <p:nvPr/>
        </p:nvSpPr>
        <p:spPr>
          <a:xfrm>
            <a:off x="13318065" y="2675013"/>
            <a:ext cx="937844" cy="268537"/>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Rapide</a:t>
            </a:r>
            <a:endParaRPr lang="en-US" sz="1100" dirty="0">
              <a:latin typeface="Times New Roman" panose="02020603050405020304" pitchFamily="18" charset="0"/>
              <a:cs typeface="Times New Roman" panose="02020603050405020304" pitchFamily="18" charset="0"/>
            </a:endParaRPr>
          </a:p>
        </p:txBody>
      </p:sp>
      <p:sp>
        <p:nvSpPr>
          <p:cNvPr id="19" name="Text 11">
            <a:extLst>
              <a:ext uri="{FF2B5EF4-FFF2-40B4-BE49-F238E27FC236}">
                <a16:creationId xmlns:a16="http://schemas.microsoft.com/office/drawing/2014/main" id="{E09C428E-28BE-4071-B097-4A3090EC80E7}"/>
              </a:ext>
            </a:extLst>
          </p:cNvPr>
          <p:cNvSpPr/>
          <p:nvPr/>
        </p:nvSpPr>
        <p:spPr>
          <a:xfrm>
            <a:off x="13314115" y="3188219"/>
            <a:ext cx="2881868" cy="220622"/>
          </a:xfrm>
          <a:prstGeom prst="rect">
            <a:avLst/>
          </a:prstGeom>
          <a:noFill/>
          <a:ln/>
        </p:spPr>
        <p:txBody>
          <a:bodyPr wrap="square" rtlCol="0" anchor="ctr"/>
          <a:lstStyle/>
          <a:p>
            <a:pPr marL="285750" indent="-285750">
              <a:buFont typeface="Wingdings" panose="05000000000000000000" pitchFamily="2" charset="2"/>
              <a:buChar char="Ø"/>
            </a:pPr>
            <a:r>
              <a:rPr lang="en-US" sz="1600" b="1" dirty="0">
                <a:latin typeface="Times New Roman" panose="02020603050405020304" pitchFamily="18" charset="0"/>
                <a:ea typeface="Calibri" pitchFamily="34" charset="-122"/>
                <a:cs typeface="Times New Roman" panose="02020603050405020304" pitchFamily="18" charset="0"/>
              </a:rPr>
              <a:t>Points forts</a:t>
            </a:r>
            <a:endParaRPr lang="en-US" sz="1600" dirty="0">
              <a:latin typeface="Times New Roman" panose="02020603050405020304" pitchFamily="18" charset="0"/>
              <a:cs typeface="Times New Roman" panose="02020603050405020304" pitchFamily="18" charset="0"/>
            </a:endParaRPr>
          </a:p>
        </p:txBody>
      </p:sp>
      <p:sp>
        <p:nvSpPr>
          <p:cNvPr id="20" name="Text 12">
            <a:extLst>
              <a:ext uri="{FF2B5EF4-FFF2-40B4-BE49-F238E27FC236}">
                <a16:creationId xmlns:a16="http://schemas.microsoft.com/office/drawing/2014/main" id="{04F10651-F48A-45AE-91FE-B020523893DA}"/>
              </a:ext>
            </a:extLst>
          </p:cNvPr>
          <p:cNvSpPr/>
          <p:nvPr/>
        </p:nvSpPr>
        <p:spPr>
          <a:xfrm>
            <a:off x="13594861" y="3510745"/>
            <a:ext cx="2841842" cy="279455"/>
          </a:xfrm>
          <a:prstGeom prst="rect">
            <a:avLst/>
          </a:prstGeom>
          <a:noFill/>
          <a:ln/>
        </p:spPr>
        <p:txBody>
          <a:bodyPr wrap="square" rtlCol="0" anchor="ctr"/>
          <a:lstStyle/>
          <a:p>
            <a:pPr marL="171450" indent="-171450">
              <a:buFont typeface="Wingdings" panose="05000000000000000000" pitchFamily="2" charset="2"/>
              <a:buChar char="ü"/>
            </a:pPr>
            <a:r>
              <a:rPr lang="en-US" sz="1400" dirty="0">
                <a:solidFill>
                  <a:srgbClr val="1A2E0A"/>
                </a:solidFill>
                <a:latin typeface="Times New Roman" panose="02020603050405020304" pitchFamily="18" charset="0"/>
                <a:ea typeface="Calibri" pitchFamily="34" charset="-122"/>
                <a:cs typeface="Times New Roman" panose="02020603050405020304" pitchFamily="18" charset="0"/>
              </a:rPr>
              <a:t>Vitesse d'exécution rapide</a:t>
            </a:r>
            <a:endParaRPr lang="en-US" sz="1400" dirty="0">
              <a:latin typeface="Times New Roman" panose="02020603050405020304" pitchFamily="18" charset="0"/>
              <a:cs typeface="Times New Roman" panose="02020603050405020304" pitchFamily="18" charset="0"/>
            </a:endParaRPr>
          </a:p>
        </p:txBody>
      </p:sp>
      <p:sp>
        <p:nvSpPr>
          <p:cNvPr id="21" name="Text 13">
            <a:extLst>
              <a:ext uri="{FF2B5EF4-FFF2-40B4-BE49-F238E27FC236}">
                <a16:creationId xmlns:a16="http://schemas.microsoft.com/office/drawing/2014/main" id="{E1170A4C-20F6-433F-B010-4C1387340EE8}"/>
              </a:ext>
            </a:extLst>
          </p:cNvPr>
          <p:cNvSpPr/>
          <p:nvPr/>
        </p:nvSpPr>
        <p:spPr>
          <a:xfrm>
            <a:off x="13574074" y="3825436"/>
            <a:ext cx="2841842" cy="279455"/>
          </a:xfrm>
          <a:prstGeom prst="rect">
            <a:avLst/>
          </a:prstGeom>
          <a:noFill/>
          <a:ln/>
        </p:spPr>
        <p:txBody>
          <a:bodyPr wrap="square" rtlCol="0" anchor="ctr"/>
          <a:lstStyle/>
          <a:p>
            <a:pPr marL="171450" indent="-171450">
              <a:buFont typeface="Wingdings" panose="05000000000000000000" pitchFamily="2" charset="2"/>
              <a:buChar char="ü"/>
            </a:pPr>
            <a:r>
              <a:rPr lang="en-US" sz="1400" dirty="0" err="1">
                <a:solidFill>
                  <a:srgbClr val="1A2E0A"/>
                </a:solidFill>
                <a:latin typeface="Times New Roman" panose="02020603050405020304" pitchFamily="18" charset="0"/>
                <a:ea typeface="Calibri" pitchFamily="34" charset="-122"/>
                <a:cs typeface="Times New Roman" panose="02020603050405020304" pitchFamily="18" charset="0"/>
              </a:rPr>
              <a:t>Aucune</a:t>
            </a:r>
            <a:r>
              <a:rPr lang="en-US" sz="1400" dirty="0">
                <a:solidFill>
                  <a:srgbClr val="1A2E0A"/>
                </a:solidFill>
                <a:latin typeface="Times New Roman" panose="02020603050405020304" pitchFamily="18" charset="0"/>
                <a:ea typeface="Calibri" pitchFamily="34" charset="-122"/>
                <a:cs typeface="Times New Roman" panose="02020603050405020304" pitchFamily="18" charset="0"/>
              </a:rPr>
              <a:t> dépendance externe</a:t>
            </a:r>
            <a:endParaRPr lang="en-US" sz="1400" dirty="0">
              <a:latin typeface="Times New Roman" panose="02020603050405020304" pitchFamily="18" charset="0"/>
              <a:cs typeface="Times New Roman" panose="02020603050405020304" pitchFamily="18" charset="0"/>
            </a:endParaRPr>
          </a:p>
        </p:txBody>
      </p:sp>
      <p:sp>
        <p:nvSpPr>
          <p:cNvPr id="23" name="Text 14">
            <a:extLst>
              <a:ext uri="{FF2B5EF4-FFF2-40B4-BE49-F238E27FC236}">
                <a16:creationId xmlns:a16="http://schemas.microsoft.com/office/drawing/2014/main" id="{80E22273-C4F6-44F0-9AD6-D8750BE6F045}"/>
              </a:ext>
            </a:extLst>
          </p:cNvPr>
          <p:cNvSpPr/>
          <p:nvPr/>
        </p:nvSpPr>
        <p:spPr>
          <a:xfrm>
            <a:off x="13574074" y="4157474"/>
            <a:ext cx="2841842" cy="279455"/>
          </a:xfrm>
          <a:prstGeom prst="rect">
            <a:avLst/>
          </a:prstGeom>
          <a:noFill/>
          <a:ln/>
        </p:spPr>
        <p:txBody>
          <a:bodyPr wrap="square" rtlCol="0" anchor="ctr"/>
          <a:lstStyle/>
          <a:p>
            <a:pPr marL="171450" indent="-171450">
              <a:buFont typeface="Wingdings" panose="05000000000000000000" pitchFamily="2" charset="2"/>
              <a:buChar char="ü"/>
            </a:pPr>
            <a:r>
              <a:rPr lang="en-US" sz="1400" dirty="0">
                <a:solidFill>
                  <a:srgbClr val="1A2E0A"/>
                </a:solidFill>
                <a:latin typeface="Times New Roman" panose="02020603050405020304" pitchFamily="18" charset="0"/>
                <a:ea typeface="Calibri" pitchFamily="34" charset="-122"/>
                <a:cs typeface="Times New Roman" panose="02020603050405020304" pitchFamily="18" charset="0"/>
              </a:rPr>
              <a:t>Facile à ajuster via règles</a:t>
            </a:r>
            <a:endParaRPr lang="en-US" sz="1400" dirty="0">
              <a:latin typeface="Times New Roman" panose="02020603050405020304" pitchFamily="18" charset="0"/>
              <a:cs typeface="Times New Roman" panose="02020603050405020304" pitchFamily="18" charset="0"/>
            </a:endParaRPr>
          </a:p>
        </p:txBody>
      </p:sp>
      <p:sp>
        <p:nvSpPr>
          <p:cNvPr id="24" name="Text 16">
            <a:extLst>
              <a:ext uri="{FF2B5EF4-FFF2-40B4-BE49-F238E27FC236}">
                <a16:creationId xmlns:a16="http://schemas.microsoft.com/office/drawing/2014/main" id="{DB023239-DEC9-4A43-8CCF-8C2E43E46119}"/>
              </a:ext>
            </a:extLst>
          </p:cNvPr>
          <p:cNvSpPr/>
          <p:nvPr/>
        </p:nvSpPr>
        <p:spPr>
          <a:xfrm>
            <a:off x="13574074" y="5035200"/>
            <a:ext cx="2841842" cy="279455"/>
          </a:xfrm>
          <a:prstGeom prst="rect">
            <a:avLst/>
          </a:prstGeom>
          <a:noFill/>
          <a:ln/>
        </p:spPr>
        <p:txBody>
          <a:bodyPr wrap="square" rtlCol="0" anchor="ctr"/>
          <a:lstStyle/>
          <a:p>
            <a:pPr marL="171450" indent="-171450">
              <a:buFont typeface="Arial" panose="020B0604020202020204" pitchFamily="34" charset="0"/>
              <a:buChar char="•"/>
            </a:pPr>
            <a:r>
              <a:rPr lang="en-US" sz="1400" dirty="0">
                <a:solidFill>
                  <a:srgbClr val="1A2E0A"/>
                </a:solidFill>
                <a:latin typeface="Times New Roman" panose="02020603050405020304" pitchFamily="18" charset="0"/>
                <a:ea typeface="Calibri" pitchFamily="34" charset="-122"/>
                <a:cs typeface="Times New Roman" panose="02020603050405020304" pitchFamily="18" charset="0"/>
              </a:rPr>
              <a:t>Sensible aux formats non standard</a:t>
            </a:r>
            <a:endParaRPr lang="en-US" sz="1200" dirty="0">
              <a:latin typeface="Times New Roman" panose="02020603050405020304" pitchFamily="18" charset="0"/>
              <a:cs typeface="Times New Roman" panose="02020603050405020304" pitchFamily="18" charset="0"/>
            </a:endParaRPr>
          </a:p>
        </p:txBody>
      </p:sp>
      <p:sp>
        <p:nvSpPr>
          <p:cNvPr id="25" name="Text 17">
            <a:extLst>
              <a:ext uri="{FF2B5EF4-FFF2-40B4-BE49-F238E27FC236}">
                <a16:creationId xmlns:a16="http://schemas.microsoft.com/office/drawing/2014/main" id="{2405E7CB-90AB-40DE-B2FB-0B2BCDFF3AC3}"/>
              </a:ext>
            </a:extLst>
          </p:cNvPr>
          <p:cNvSpPr/>
          <p:nvPr/>
        </p:nvSpPr>
        <p:spPr>
          <a:xfrm>
            <a:off x="13563681" y="5410316"/>
            <a:ext cx="2841842" cy="279455"/>
          </a:xfrm>
          <a:prstGeom prst="rect">
            <a:avLst/>
          </a:prstGeom>
          <a:noFill/>
          <a:ln/>
        </p:spPr>
        <p:txBody>
          <a:bodyPr wrap="square" rtlCol="0" anchor="ctr"/>
          <a:lstStyle/>
          <a:p>
            <a:pPr marL="171450" indent="-171450">
              <a:buFont typeface="Arial" panose="020B0604020202020204" pitchFamily="34" charset="0"/>
              <a:buChar char="•"/>
            </a:pPr>
            <a:r>
              <a:rPr lang="en-US" sz="1400" dirty="0">
                <a:solidFill>
                  <a:srgbClr val="1A2E0A"/>
                </a:solidFill>
                <a:latin typeface="Times New Roman" panose="02020603050405020304" pitchFamily="18" charset="0"/>
                <a:ea typeface="Calibri" pitchFamily="34" charset="-122"/>
                <a:cs typeface="Times New Roman" panose="02020603050405020304" pitchFamily="18" charset="0"/>
              </a:rPr>
              <a:t>Gestion des ambiguïtés limitée</a:t>
            </a:r>
            <a:endParaRPr lang="en-US" sz="1400" dirty="0">
              <a:latin typeface="Times New Roman" panose="02020603050405020304" pitchFamily="18" charset="0"/>
              <a:cs typeface="Times New Roman" panose="02020603050405020304" pitchFamily="18" charset="0"/>
            </a:endParaRPr>
          </a:p>
        </p:txBody>
      </p:sp>
      <p:sp>
        <p:nvSpPr>
          <p:cNvPr id="26" name="Text 18">
            <a:extLst>
              <a:ext uri="{FF2B5EF4-FFF2-40B4-BE49-F238E27FC236}">
                <a16:creationId xmlns:a16="http://schemas.microsoft.com/office/drawing/2014/main" id="{F12C4591-B5C4-49EB-A30A-9F39D8EC6F2C}"/>
              </a:ext>
            </a:extLst>
          </p:cNvPr>
          <p:cNvSpPr/>
          <p:nvPr/>
        </p:nvSpPr>
        <p:spPr>
          <a:xfrm>
            <a:off x="13561455" y="5769626"/>
            <a:ext cx="2841842" cy="279455"/>
          </a:xfrm>
          <a:prstGeom prst="rect">
            <a:avLst/>
          </a:prstGeom>
          <a:noFill/>
          <a:ln/>
        </p:spPr>
        <p:txBody>
          <a:bodyPr wrap="square" rtlCol="0" anchor="ctr"/>
          <a:lstStyle/>
          <a:p>
            <a:pPr marL="171450" indent="-171450">
              <a:buFont typeface="Arial" panose="020B0604020202020204" pitchFamily="34" charset="0"/>
              <a:buChar char="•"/>
            </a:pPr>
            <a:r>
              <a:rPr lang="en-US" sz="1400" dirty="0">
                <a:solidFill>
                  <a:srgbClr val="1A2E0A"/>
                </a:solidFill>
                <a:latin typeface="Times New Roman" panose="02020603050405020304" pitchFamily="18" charset="0"/>
                <a:ea typeface="Calibri" pitchFamily="34" charset="-122"/>
                <a:cs typeface="Times New Roman" panose="02020603050405020304" pitchFamily="18" charset="0"/>
              </a:rPr>
              <a:t>Maintenance des règles fréquente</a:t>
            </a:r>
            <a:endParaRPr lang="en-US" sz="1400" dirty="0">
              <a:latin typeface="Times New Roman" panose="02020603050405020304" pitchFamily="18" charset="0"/>
              <a:cs typeface="Times New Roman" panose="02020603050405020304" pitchFamily="18" charset="0"/>
            </a:endParaRPr>
          </a:p>
        </p:txBody>
      </p:sp>
      <p:sp>
        <p:nvSpPr>
          <p:cNvPr id="28" name="Text 11">
            <a:extLst>
              <a:ext uri="{FF2B5EF4-FFF2-40B4-BE49-F238E27FC236}">
                <a16:creationId xmlns:a16="http://schemas.microsoft.com/office/drawing/2014/main" id="{5F835895-19DF-4E7B-B626-0BB1B0697F8C}"/>
              </a:ext>
            </a:extLst>
          </p:cNvPr>
          <p:cNvSpPr/>
          <p:nvPr/>
        </p:nvSpPr>
        <p:spPr>
          <a:xfrm>
            <a:off x="13314115" y="4700072"/>
            <a:ext cx="2881868" cy="220622"/>
          </a:xfrm>
          <a:prstGeom prst="rect">
            <a:avLst/>
          </a:prstGeom>
          <a:noFill/>
          <a:ln/>
        </p:spPr>
        <p:txBody>
          <a:bodyPr wrap="square" rtlCol="0" anchor="ctr"/>
          <a:lstStyle/>
          <a:p>
            <a:pPr marL="285750" indent="-285750">
              <a:buFont typeface="Wingdings" panose="05000000000000000000" pitchFamily="2" charset="2"/>
              <a:buChar char="Ø"/>
            </a:pPr>
            <a:r>
              <a:rPr lang="en-US" sz="1600" b="1" dirty="0" err="1">
                <a:latin typeface="Times New Roman" panose="02020603050405020304" pitchFamily="18" charset="0"/>
                <a:cs typeface="Times New Roman" panose="02020603050405020304" pitchFamily="18" charset="0"/>
              </a:rPr>
              <a:t>Limites</a:t>
            </a:r>
            <a:endParaRPr lang="en-US" sz="1400" b="1" dirty="0">
              <a:latin typeface="Times New Roman" panose="02020603050405020304" pitchFamily="18" charset="0"/>
              <a:cs typeface="Times New Roman" panose="02020603050405020304" pitchFamily="18" charset="0"/>
            </a:endParaRPr>
          </a:p>
        </p:txBody>
      </p:sp>
      <p:sp>
        <p:nvSpPr>
          <p:cNvPr id="30" name="Shape 5">
            <a:extLst>
              <a:ext uri="{FF2B5EF4-FFF2-40B4-BE49-F238E27FC236}">
                <a16:creationId xmlns:a16="http://schemas.microsoft.com/office/drawing/2014/main" id="{5DF4D294-6E18-4913-8087-BC0566D68830}"/>
              </a:ext>
            </a:extLst>
          </p:cNvPr>
          <p:cNvSpPr/>
          <p:nvPr/>
        </p:nvSpPr>
        <p:spPr>
          <a:xfrm>
            <a:off x="14410422" y="2676760"/>
            <a:ext cx="928188" cy="268537"/>
          </a:xfrm>
          <a:prstGeom prst="roundRect">
            <a:avLst>
              <a:gd name="adj" fmla="val 25000"/>
            </a:avLst>
          </a:prstGeom>
          <a:solidFill>
            <a:schemeClr val="bg2">
              <a:lumMod val="50000"/>
            </a:schemeClr>
          </a:solidFill>
          <a:ln w="12700">
            <a:solidFill>
              <a:schemeClr val="bg2">
                <a:lumMod val="50000"/>
              </a:schemeClr>
            </a:solidFill>
            <a:prstDash val="solid"/>
          </a:ln>
        </p:spPr>
        <p:txBody>
          <a:bodyPr/>
          <a:lstStyle/>
          <a:p>
            <a:endParaRPr lang="fr-FR" dirty="0"/>
          </a:p>
        </p:txBody>
      </p:sp>
      <p:sp>
        <p:nvSpPr>
          <p:cNvPr id="31" name="Text 6">
            <a:extLst>
              <a:ext uri="{FF2B5EF4-FFF2-40B4-BE49-F238E27FC236}">
                <a16:creationId xmlns:a16="http://schemas.microsoft.com/office/drawing/2014/main" id="{6351F952-3B71-464A-B17C-9815FA4C8BF7}"/>
              </a:ext>
            </a:extLst>
          </p:cNvPr>
          <p:cNvSpPr/>
          <p:nvPr/>
        </p:nvSpPr>
        <p:spPr>
          <a:xfrm>
            <a:off x="14452737" y="2670969"/>
            <a:ext cx="880570" cy="268537"/>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Local</a:t>
            </a:r>
            <a:endParaRPr lang="en-US" sz="1100" dirty="0">
              <a:latin typeface="Times New Roman" panose="02020603050405020304" pitchFamily="18" charset="0"/>
              <a:cs typeface="Times New Roman" panose="02020603050405020304" pitchFamily="18" charset="0"/>
            </a:endParaRPr>
          </a:p>
        </p:txBody>
      </p:sp>
      <p:sp>
        <p:nvSpPr>
          <p:cNvPr id="32" name="Shape 5">
            <a:extLst>
              <a:ext uri="{FF2B5EF4-FFF2-40B4-BE49-F238E27FC236}">
                <a16:creationId xmlns:a16="http://schemas.microsoft.com/office/drawing/2014/main" id="{1848EDF3-2E86-4934-BEA8-79C1919FDF9B}"/>
              </a:ext>
            </a:extLst>
          </p:cNvPr>
          <p:cNvSpPr/>
          <p:nvPr/>
        </p:nvSpPr>
        <p:spPr>
          <a:xfrm>
            <a:off x="15452833" y="2675466"/>
            <a:ext cx="940070" cy="268537"/>
          </a:xfrm>
          <a:prstGeom prst="roundRect">
            <a:avLst>
              <a:gd name="adj" fmla="val 25000"/>
            </a:avLst>
          </a:prstGeom>
          <a:solidFill>
            <a:schemeClr val="bg2">
              <a:lumMod val="50000"/>
            </a:schemeClr>
          </a:solidFill>
          <a:ln w="12700">
            <a:solidFill>
              <a:schemeClr val="bg2">
                <a:lumMod val="50000"/>
              </a:schemeClr>
            </a:solidFill>
            <a:prstDash val="solid"/>
          </a:ln>
        </p:spPr>
        <p:txBody>
          <a:bodyPr/>
          <a:lstStyle/>
          <a:p>
            <a:endParaRPr lang="fr-FR" dirty="0"/>
          </a:p>
        </p:txBody>
      </p:sp>
      <p:sp>
        <p:nvSpPr>
          <p:cNvPr id="33" name="Text 6">
            <a:extLst>
              <a:ext uri="{FF2B5EF4-FFF2-40B4-BE49-F238E27FC236}">
                <a16:creationId xmlns:a16="http://schemas.microsoft.com/office/drawing/2014/main" id="{A52841D4-576B-4744-860F-95165CD4CD4C}"/>
              </a:ext>
            </a:extLst>
          </p:cNvPr>
          <p:cNvSpPr/>
          <p:nvPr/>
        </p:nvSpPr>
        <p:spPr>
          <a:xfrm>
            <a:off x="15488292" y="2661057"/>
            <a:ext cx="880570" cy="268537"/>
          </a:xfrm>
          <a:prstGeom prst="rect">
            <a:avLst/>
          </a:prstGeom>
          <a:noFill/>
          <a:ln/>
        </p:spPr>
        <p:txBody>
          <a:bodyPr wrap="square" lIns="0" tIns="0" rIns="0" bIns="0" rtlCol="0" anchor="ctr"/>
          <a:lstStyle/>
          <a:p>
            <a:pPr marL="0" indent="0" algn="ctr">
              <a:buNone/>
            </a:pPr>
            <a:r>
              <a:rPr lang="en-US" sz="1100" b="1" dirty="0" err="1">
                <a:solidFill>
                  <a:srgbClr val="FFFFFF"/>
                </a:solidFill>
                <a:latin typeface="Times New Roman" panose="02020603050405020304" pitchFamily="18" charset="0"/>
                <a:ea typeface="Calibri" pitchFamily="34" charset="-122"/>
                <a:cs typeface="Times New Roman" panose="02020603050405020304" pitchFamily="18" charset="0"/>
              </a:rPr>
              <a:t>Économique</a:t>
            </a:r>
            <a:endParaRPr lang="en-US" sz="1100" dirty="0">
              <a:latin typeface="Times New Roman" panose="02020603050405020304" pitchFamily="18" charset="0"/>
              <a:cs typeface="Times New Roman" panose="02020603050405020304" pitchFamily="18" charset="0"/>
            </a:endParaRPr>
          </a:p>
        </p:txBody>
      </p:sp>
      <p:grpSp>
        <p:nvGrpSpPr>
          <p:cNvPr id="34" name="Group 33"/>
          <p:cNvGrpSpPr/>
          <p:nvPr/>
        </p:nvGrpSpPr>
        <p:grpSpPr>
          <a:xfrm>
            <a:off x="1001055" y="7931805"/>
            <a:ext cx="9894898" cy="3932215"/>
            <a:chOff x="1001055" y="1335832"/>
            <a:chExt cx="9894898" cy="3932215"/>
          </a:xfrm>
        </p:grpSpPr>
        <p:pic>
          <p:nvPicPr>
            <p:cNvPr id="35" name="Picture 34"/>
            <p:cNvPicPr>
              <a:picLocks noChangeAspect="1"/>
            </p:cNvPicPr>
            <p:nvPr/>
          </p:nvPicPr>
          <p:blipFill rotWithShape="1">
            <a:blip r:embed="rId5" cstate="hqprint">
              <a:extLst>
                <a:ext uri="{28A0092B-C50C-407E-A947-70E740481C1C}">
                  <a14:useLocalDpi xmlns:a14="http://schemas.microsoft.com/office/drawing/2010/main" val="0"/>
                </a:ext>
              </a:extLst>
            </a:blip>
            <a:srcRect l="26394" t="19313" r="26154" b="40391"/>
            <a:stretch/>
          </p:blipFill>
          <p:spPr>
            <a:xfrm>
              <a:off x="1001055" y="1335832"/>
              <a:ext cx="9894898" cy="3909838"/>
            </a:xfrm>
            <a:prstGeom prst="rect">
              <a:avLst/>
            </a:prstGeom>
          </p:spPr>
        </p:pic>
        <p:sp>
          <p:nvSpPr>
            <p:cNvPr id="36" name="Rectangle 35"/>
            <p:cNvSpPr/>
            <p:nvPr/>
          </p:nvSpPr>
          <p:spPr>
            <a:xfrm>
              <a:off x="1001055" y="1337481"/>
              <a:ext cx="9889857" cy="3930566"/>
            </a:xfrm>
            <a:prstGeom prst="rect">
              <a:avLst/>
            </a:prstGeom>
            <a:solidFill>
              <a:schemeClr val="bg1">
                <a:alpha val="7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7" name="TextBox 2">
            <a:extLst>
              <a:ext uri="{FF2B5EF4-FFF2-40B4-BE49-F238E27FC236}">
                <a16:creationId xmlns:a16="http://schemas.microsoft.com/office/drawing/2014/main" id="{2D9C9ABF-AAF8-45D2-8DE1-D9A296A230CC}"/>
              </a:ext>
            </a:extLst>
          </p:cNvPr>
          <p:cNvSpPr txBox="1"/>
          <p:nvPr/>
        </p:nvSpPr>
        <p:spPr>
          <a:xfrm>
            <a:off x="1212201" y="9395835"/>
            <a:ext cx="9678711" cy="1077218"/>
          </a:xfrm>
          <a:prstGeom prst="rect">
            <a:avLst/>
          </a:prstGeom>
          <a:solidFill>
            <a:schemeClr val="bg1">
              <a:alpha val="67000"/>
            </a:schemeClr>
          </a:solidFill>
        </p:spPr>
        <p:txBody>
          <a:bodyPr wrap="square">
            <a:spAutoFit/>
          </a:bodyPr>
          <a:lstStyle/>
          <a:p>
            <a:pPr algn="ctr"/>
            <a:r>
              <a:rPr lang="fr-FR" sz="3200" b="1" dirty="0">
                <a:solidFill>
                  <a:schemeClr val="tx1">
                    <a:lumMod val="95000"/>
                    <a:lumOff val="5000"/>
                  </a:schemeClr>
                </a:solidFill>
                <a:latin typeface="Times New Roman" panose="02020603050405020304" pitchFamily="18" charset="0"/>
                <a:cs typeface="Times New Roman" panose="02020603050405020304" pitchFamily="18" charset="0"/>
              </a:rPr>
              <a:t>Sprint 3 : Analyse intelligente </a:t>
            </a:r>
          </a:p>
          <a:p>
            <a:pPr algn="ctr"/>
            <a:r>
              <a:rPr lang="fr-FR" sz="3200" b="1" dirty="0">
                <a:solidFill>
                  <a:schemeClr val="tx1">
                    <a:lumMod val="95000"/>
                    <a:lumOff val="5000"/>
                  </a:schemeClr>
                </a:solidFill>
                <a:latin typeface="Times New Roman" panose="02020603050405020304" pitchFamily="18" charset="0"/>
                <a:cs typeface="Times New Roman" panose="02020603050405020304" pitchFamily="18" charset="0"/>
              </a:rPr>
              <a:t>et évaluation</a:t>
            </a:r>
            <a:endParaRPr lang="en-US" sz="3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595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remove" grpId="0" nodeType="withEffect">
                                  <p:stCondLst>
                                    <p:cond delay="0"/>
                                  </p:stCondLst>
                                  <p:childTnLst>
                                    <p:animRot by="21600000">
                                      <p:cBhvr>
                                        <p:cTn id="6" dur="2000" fill="hold"/>
                                        <p:tgtEl>
                                          <p:spTgt spid="29"/>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27"/>
                                        </p:tgtEl>
                                        <p:attrNameLst>
                                          <p:attrName>r</p:attrName>
                                        </p:attrNameLst>
                                      </p:cBhvr>
                                    </p:animRot>
                                  </p:childTnLst>
                                </p:cTn>
                              </p:par>
                              <p:par>
                                <p:cTn id="9" presetID="64" presetClass="path" presetSubtype="0" accel="50000" decel="50000" fill="hold" nodeType="withEffect">
                                  <p:stCondLst>
                                    <p:cond delay="0"/>
                                  </p:stCondLst>
                                  <p:childTnLst>
                                    <p:animMotion origin="layout" path="M 3.33333E-6 7.40741E-7 L 0.01041 -0.15255 " pathEditMode="relative" rAng="0" ptsTypes="AA">
                                      <p:cBhvr>
                                        <p:cTn id="10" dur="2000" fill="hold"/>
                                        <p:tgtEl>
                                          <p:spTgt spid="49"/>
                                        </p:tgtEl>
                                        <p:attrNameLst>
                                          <p:attrName>ppt_x</p:attrName>
                                          <p:attrName>ppt_y</p:attrName>
                                        </p:attrNameLst>
                                      </p:cBhvr>
                                      <p:rCtr x="521" y="-76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FBA68-0C49-1884-4564-047F0208FB53}"/>
            </a:ext>
          </a:extLst>
        </p:cNvPr>
        <p:cNvGrpSpPr/>
        <p:nvPr/>
      </p:nvGrpSpPr>
      <p:grpSpPr>
        <a:xfrm>
          <a:off x="0" y="0"/>
          <a:ext cx="0" cy="0"/>
          <a:chOff x="0" y="0"/>
          <a:chExt cx="0" cy="0"/>
        </a:xfrm>
      </p:grpSpPr>
      <p:sp>
        <p:nvSpPr>
          <p:cNvPr id="57" name="TextBox 2">
            <a:extLst>
              <a:ext uri="{FF2B5EF4-FFF2-40B4-BE49-F238E27FC236}">
                <a16:creationId xmlns:a16="http://schemas.microsoft.com/office/drawing/2014/main" id="{4E8BEC72-167F-4FC9-AADD-126B45E03C62}"/>
              </a:ext>
            </a:extLst>
          </p:cNvPr>
          <p:cNvSpPr txBox="1"/>
          <p:nvPr/>
        </p:nvSpPr>
        <p:spPr>
          <a:xfrm>
            <a:off x="1853514" y="865232"/>
            <a:ext cx="1050857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SPRINT1 : </a:t>
            </a:r>
            <a:r>
              <a:rPr lang="fr-FR" sz="3200" b="1" dirty="0"/>
              <a:t>Automatisation des tests de base &amp; CRUD</a:t>
            </a:r>
            <a:endParaRPr lang="en-US" sz="3200" b="1" dirty="0">
              <a:latin typeface="Times New Roman" panose="02020603050405020304" pitchFamily="18" charset="0"/>
              <a:cs typeface="Times New Roman" panose="02020603050405020304" pitchFamily="18" charset="0"/>
            </a:endParaRPr>
          </a:p>
        </p:txBody>
      </p:sp>
      <p:graphicFrame>
        <p:nvGraphicFramePr>
          <p:cNvPr id="58" name="Diagramme 30">
            <a:extLst>
              <a:ext uri="{FF2B5EF4-FFF2-40B4-BE49-F238E27FC236}">
                <a16:creationId xmlns:a16="http://schemas.microsoft.com/office/drawing/2014/main" id="{E661841C-2385-47B5-9600-5B3768A4B33E}"/>
              </a:ext>
            </a:extLst>
          </p:cNvPr>
          <p:cNvGraphicFramePr/>
          <p:nvPr>
            <p:extLst>
              <p:ext uri="{D42A27DB-BD31-4B8C-83A1-F6EECF244321}">
                <p14:modId xmlns:p14="http://schemas.microsoft.com/office/powerpoint/2010/main" val="154717143"/>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ZoneTexte 1">
            <a:extLst>
              <a:ext uri="{FF2B5EF4-FFF2-40B4-BE49-F238E27FC236}">
                <a16:creationId xmlns:a16="http://schemas.microsoft.com/office/drawing/2014/main" id="{87DADC75-97DC-6F5A-56A3-49A1EF1F3370}"/>
              </a:ext>
            </a:extLst>
          </p:cNvPr>
          <p:cNvSpPr txBox="1"/>
          <p:nvPr/>
        </p:nvSpPr>
        <p:spPr>
          <a:xfrm>
            <a:off x="4547286" y="4201297"/>
            <a:ext cx="1054776" cy="369332"/>
          </a:xfrm>
          <a:prstGeom prst="rect">
            <a:avLst/>
          </a:prstGeom>
          <a:noFill/>
        </p:spPr>
        <p:txBody>
          <a:bodyPr wrap="none" rtlCol="0">
            <a:spAutoFit/>
          </a:bodyPr>
          <a:lstStyle/>
          <a:p>
            <a:r>
              <a:rPr lang="fr-FR" dirty="0"/>
              <a:t>Use case </a:t>
            </a:r>
          </a:p>
        </p:txBody>
      </p:sp>
    </p:spTree>
    <p:extLst>
      <p:ext uri="{BB962C8B-B14F-4D97-AF65-F5344CB8AC3E}">
        <p14:creationId xmlns:p14="http://schemas.microsoft.com/office/powerpoint/2010/main" val="3531063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5C809-8959-5080-35C7-2F94973E2659}"/>
            </a:ext>
          </a:extLst>
        </p:cNvPr>
        <p:cNvGrpSpPr/>
        <p:nvPr/>
      </p:nvGrpSpPr>
      <p:grpSpPr>
        <a:xfrm>
          <a:off x="0" y="0"/>
          <a:ext cx="0" cy="0"/>
          <a:chOff x="0" y="0"/>
          <a:chExt cx="0" cy="0"/>
        </a:xfrm>
      </p:grpSpPr>
      <p:sp>
        <p:nvSpPr>
          <p:cNvPr id="57" name="TextBox 2">
            <a:extLst>
              <a:ext uri="{FF2B5EF4-FFF2-40B4-BE49-F238E27FC236}">
                <a16:creationId xmlns:a16="http://schemas.microsoft.com/office/drawing/2014/main" id="{909225C6-47D7-95B7-1BB0-9EF09BF6017F}"/>
              </a:ext>
            </a:extLst>
          </p:cNvPr>
          <p:cNvSpPr txBox="1"/>
          <p:nvPr/>
        </p:nvSpPr>
        <p:spPr>
          <a:xfrm>
            <a:off x="1853514" y="865232"/>
            <a:ext cx="1050857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SPRINT1 : </a:t>
            </a:r>
            <a:r>
              <a:rPr lang="fr-FR" sz="3200" b="1" dirty="0"/>
              <a:t>Automatisation des tests de base &amp; CRUD</a:t>
            </a:r>
            <a:endParaRPr lang="en-US" sz="3200" b="1" dirty="0">
              <a:latin typeface="Times New Roman" panose="02020603050405020304" pitchFamily="18" charset="0"/>
              <a:cs typeface="Times New Roman" panose="02020603050405020304" pitchFamily="18" charset="0"/>
            </a:endParaRPr>
          </a:p>
        </p:txBody>
      </p:sp>
      <p:graphicFrame>
        <p:nvGraphicFramePr>
          <p:cNvPr id="58" name="Diagramme 30">
            <a:extLst>
              <a:ext uri="{FF2B5EF4-FFF2-40B4-BE49-F238E27FC236}">
                <a16:creationId xmlns:a16="http://schemas.microsoft.com/office/drawing/2014/main" id="{ECF5A69B-B450-ABB2-903C-A9737DEF7C63}"/>
              </a:ext>
            </a:extLst>
          </p:cNvPr>
          <p:cNvGraphicFramePr/>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ZoneTexte 1">
            <a:extLst>
              <a:ext uri="{FF2B5EF4-FFF2-40B4-BE49-F238E27FC236}">
                <a16:creationId xmlns:a16="http://schemas.microsoft.com/office/drawing/2014/main" id="{6F7BAE0B-AB9D-58B9-EDAB-96B3DBE49F42}"/>
              </a:ext>
            </a:extLst>
          </p:cNvPr>
          <p:cNvSpPr txBox="1"/>
          <p:nvPr/>
        </p:nvSpPr>
        <p:spPr>
          <a:xfrm>
            <a:off x="4547286" y="4201297"/>
            <a:ext cx="2565189" cy="646331"/>
          </a:xfrm>
          <a:prstGeom prst="rect">
            <a:avLst/>
          </a:prstGeom>
          <a:noFill/>
        </p:spPr>
        <p:txBody>
          <a:bodyPr wrap="none" rtlCol="0">
            <a:spAutoFit/>
          </a:bodyPr>
          <a:lstStyle/>
          <a:p>
            <a:r>
              <a:rPr lang="fr-FR" dirty="0"/>
              <a:t>Diagramme de </a:t>
            </a:r>
            <a:r>
              <a:rPr lang="fr-FR" dirty="0" err="1"/>
              <a:t>sequence</a:t>
            </a:r>
            <a:r>
              <a:rPr lang="fr-FR" dirty="0"/>
              <a:t> </a:t>
            </a:r>
          </a:p>
          <a:p>
            <a:endParaRPr lang="fr-FR" dirty="0"/>
          </a:p>
        </p:txBody>
      </p:sp>
    </p:spTree>
    <p:extLst>
      <p:ext uri="{BB962C8B-B14F-4D97-AF65-F5344CB8AC3E}">
        <p14:creationId xmlns:p14="http://schemas.microsoft.com/office/powerpoint/2010/main" val="17283538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BEBE3-2D80-C388-B90F-6FD9E0C38A6E}"/>
            </a:ext>
          </a:extLst>
        </p:cNvPr>
        <p:cNvGrpSpPr/>
        <p:nvPr/>
      </p:nvGrpSpPr>
      <p:grpSpPr>
        <a:xfrm>
          <a:off x="0" y="0"/>
          <a:ext cx="0" cy="0"/>
          <a:chOff x="0" y="0"/>
          <a:chExt cx="0" cy="0"/>
        </a:xfrm>
      </p:grpSpPr>
      <p:sp>
        <p:nvSpPr>
          <p:cNvPr id="156" name="Text 1">
            <a:extLst>
              <a:ext uri="{FF2B5EF4-FFF2-40B4-BE49-F238E27FC236}">
                <a16:creationId xmlns:a16="http://schemas.microsoft.com/office/drawing/2014/main" id="{CF71D9CA-9917-F54A-9A34-80F2A8408495}"/>
              </a:ext>
            </a:extLst>
          </p:cNvPr>
          <p:cNvSpPr/>
          <p:nvPr/>
        </p:nvSpPr>
        <p:spPr>
          <a:xfrm>
            <a:off x="419644" y="690223"/>
            <a:ext cx="7708356" cy="7772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200" b="1" dirty="0">
                <a:latin typeface="Times New Roman" panose="02020603050405020304" pitchFamily="18" charset="0"/>
                <a:ea typeface="Calibri" pitchFamily="34" charset="-122"/>
                <a:cs typeface="Times New Roman" panose="02020603050405020304" pitchFamily="18" charset="0"/>
              </a:rPr>
              <a:t>Test de </a:t>
            </a:r>
            <a:r>
              <a:rPr lang="fr-FR" sz="3200" b="1" dirty="0">
                <a:latin typeface="Times New Roman" panose="02020603050405020304" pitchFamily="18" charset="0"/>
                <a:ea typeface="Calibri" pitchFamily="34" charset="-122"/>
                <a:cs typeface="Times New Roman" panose="02020603050405020304" pitchFamily="18" charset="0"/>
              </a:rPr>
              <a:t>performance de l’application</a:t>
            </a:r>
            <a:endParaRPr lang="en-US" sz="3200" dirty="0">
              <a:latin typeface="Times New Roman" panose="02020603050405020304" pitchFamily="18" charset="0"/>
              <a:cs typeface="Times New Roman" panose="02020603050405020304" pitchFamily="18" charset="0"/>
            </a:endParaRPr>
          </a:p>
        </p:txBody>
      </p:sp>
      <p:sp>
        <p:nvSpPr>
          <p:cNvPr id="114" name="TextBox 35864">
            <a:extLst>
              <a:ext uri="{FF2B5EF4-FFF2-40B4-BE49-F238E27FC236}">
                <a16:creationId xmlns:a16="http://schemas.microsoft.com/office/drawing/2014/main" id="{69D03868-5A0C-4A53-9CBC-4CE91B3E2611}"/>
              </a:ext>
            </a:extLst>
          </p:cNvPr>
          <p:cNvSpPr txBox="1"/>
          <p:nvPr/>
        </p:nvSpPr>
        <p:spPr>
          <a:xfrm>
            <a:off x="17718956" y="9862891"/>
            <a:ext cx="269196" cy="707886"/>
          </a:xfrm>
          <a:prstGeom prst="rect">
            <a:avLst/>
          </a:prstGeom>
          <a:noFill/>
        </p:spPr>
        <p:txBody>
          <a:bodyPr wrap="square" rtlCol="0">
            <a:spAutoFit/>
          </a:bodyPr>
          <a:lstStyle/>
          <a:p>
            <a:r>
              <a:rPr lang="fr-FR" sz="2000" dirty="0"/>
              <a:t>18</a:t>
            </a:r>
            <a:endParaRPr lang="en-US" sz="2000" dirty="0"/>
          </a:p>
        </p:txBody>
      </p:sp>
      <p:sp>
        <p:nvSpPr>
          <p:cNvPr id="7" name="TextBox 27">
            <a:extLst>
              <a:ext uri="{FF2B5EF4-FFF2-40B4-BE49-F238E27FC236}">
                <a16:creationId xmlns:a16="http://schemas.microsoft.com/office/drawing/2014/main" id="{16D877EF-E9B5-43B7-AE1F-F089E7960DBF}"/>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23</a:t>
            </a:r>
          </a:p>
        </p:txBody>
      </p:sp>
      <p:graphicFrame>
        <p:nvGraphicFramePr>
          <p:cNvPr id="9" name="Diagramme 30">
            <a:extLst>
              <a:ext uri="{FF2B5EF4-FFF2-40B4-BE49-F238E27FC236}">
                <a16:creationId xmlns:a16="http://schemas.microsoft.com/office/drawing/2014/main" id="{21E42A3D-F763-400B-B375-8AE9CFF2367F}"/>
              </a:ext>
            </a:extLst>
          </p:cNvPr>
          <p:cNvGraphicFramePr/>
          <p:nvPr>
            <p:extLst>
              <p:ext uri="{D42A27DB-BD31-4B8C-83A1-F6EECF244321}">
                <p14:modId xmlns:p14="http://schemas.microsoft.com/office/powerpoint/2010/main" val="154717143"/>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Graphique 16">
            <a:extLst>
              <a:ext uri="{FF2B5EF4-FFF2-40B4-BE49-F238E27FC236}">
                <a16:creationId xmlns:a16="http://schemas.microsoft.com/office/drawing/2014/main" id="{89F72711-1D35-4A37-AC1B-613180864B03}"/>
              </a:ext>
            </a:extLst>
          </p:cNvPr>
          <p:cNvGraphicFramePr/>
          <p:nvPr>
            <p:extLst>
              <p:ext uri="{D42A27DB-BD31-4B8C-83A1-F6EECF244321}">
                <p14:modId xmlns:p14="http://schemas.microsoft.com/office/powerpoint/2010/main" val="2772628776"/>
              </p:ext>
            </p:extLst>
          </p:nvPr>
        </p:nvGraphicFramePr>
        <p:xfrm>
          <a:off x="-302742" y="7235685"/>
          <a:ext cx="4446287" cy="2981149"/>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503685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FBA68-0C49-1884-4564-047F0208FB53}"/>
            </a:ext>
          </a:extLst>
        </p:cNvPr>
        <p:cNvGrpSpPr/>
        <p:nvPr/>
      </p:nvGrpSpPr>
      <p:grpSpPr>
        <a:xfrm>
          <a:off x="0" y="0"/>
          <a:ext cx="0" cy="0"/>
          <a:chOff x="0" y="0"/>
          <a:chExt cx="0" cy="0"/>
        </a:xfrm>
      </p:grpSpPr>
      <p:sp>
        <p:nvSpPr>
          <p:cNvPr id="5" name="TextBox 27">
            <a:extLst>
              <a:ext uri="{FF2B5EF4-FFF2-40B4-BE49-F238E27FC236}">
                <a16:creationId xmlns:a16="http://schemas.microsoft.com/office/drawing/2014/main" id="{4D41721A-F1BF-4487-B901-A2261B7EBA72}"/>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31</a:t>
            </a:r>
          </a:p>
        </p:txBody>
      </p:sp>
      <p:graphicFrame>
        <p:nvGraphicFramePr>
          <p:cNvPr id="9" name="Diagramme 30">
            <a:extLst>
              <a:ext uri="{FF2B5EF4-FFF2-40B4-BE49-F238E27FC236}">
                <a16:creationId xmlns:a16="http://schemas.microsoft.com/office/drawing/2014/main" id="{A2807ABC-0B38-4602-8D34-EB008D676906}"/>
              </a:ext>
            </a:extLst>
          </p:cNvPr>
          <p:cNvGraphicFramePr/>
          <p:nvPr>
            <p:extLst>
              <p:ext uri="{D42A27DB-BD31-4B8C-83A1-F6EECF244321}">
                <p14:modId xmlns:p14="http://schemas.microsoft.com/office/powerpoint/2010/main" val="1717670825"/>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2">
            <a:extLst>
              <a:ext uri="{FF2B5EF4-FFF2-40B4-BE49-F238E27FC236}">
                <a16:creationId xmlns:a16="http://schemas.microsoft.com/office/drawing/2014/main" id="{D4A50FAA-85F1-47E0-8A3D-71913B34AB77}"/>
              </a:ext>
            </a:extLst>
          </p:cNvPr>
          <p:cNvSpPr txBox="1"/>
          <p:nvPr/>
        </p:nvSpPr>
        <p:spPr>
          <a:xfrm>
            <a:off x="1322702" y="2640758"/>
            <a:ext cx="9385268" cy="584775"/>
          </a:xfrm>
          <a:prstGeom prst="rect">
            <a:avLst/>
          </a:prstGeom>
          <a:noFill/>
        </p:spPr>
        <p:txBody>
          <a:bodyPr wrap="square">
            <a:spAutoFit/>
          </a:bodyPr>
          <a:lstStyle/>
          <a:p>
            <a:pPr algn="ctr"/>
            <a:r>
              <a:rPr lang="fr-FR" sz="3200" b="1" dirty="0">
                <a:solidFill>
                  <a:schemeClr val="tx1">
                    <a:lumMod val="95000"/>
                    <a:lumOff val="5000"/>
                  </a:schemeClr>
                </a:solidFill>
                <a:latin typeface="Times New Roman" panose="02020603050405020304" pitchFamily="18" charset="0"/>
                <a:cs typeface="Times New Roman" panose="02020603050405020304" pitchFamily="18" charset="0"/>
              </a:rPr>
              <a:t>Démo</a:t>
            </a:r>
            <a:endParaRPr lang="en-US" sz="3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051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A6235-C11C-619F-029D-3DFBB19EA4CE}"/>
            </a:ext>
          </a:extLst>
        </p:cNvPr>
        <p:cNvGrpSpPr/>
        <p:nvPr/>
      </p:nvGrpSpPr>
      <p:grpSpPr>
        <a:xfrm>
          <a:off x="0" y="0"/>
          <a:ext cx="0" cy="0"/>
          <a:chOff x="0" y="0"/>
          <a:chExt cx="0" cy="0"/>
        </a:xfrm>
      </p:grpSpPr>
      <p:sp>
        <p:nvSpPr>
          <p:cNvPr id="22" name="Arc plein 21">
            <a:extLst>
              <a:ext uri="{FF2B5EF4-FFF2-40B4-BE49-F238E27FC236}">
                <a16:creationId xmlns:a16="http://schemas.microsoft.com/office/drawing/2014/main" id="{F87D9F1D-3377-9AB8-B364-C08EF0DE3C8A}"/>
              </a:ext>
            </a:extLst>
          </p:cNvPr>
          <p:cNvSpPr/>
          <p:nvPr/>
        </p:nvSpPr>
        <p:spPr>
          <a:xfrm>
            <a:off x="-1827946" y="-354297"/>
            <a:ext cx="7291592" cy="7291592"/>
          </a:xfrm>
          <a:prstGeom prst="blockArc">
            <a:avLst>
              <a:gd name="adj1" fmla="val 18900000"/>
              <a:gd name="adj2" fmla="val 2700000"/>
              <a:gd name="adj3" fmla="val 296"/>
            </a:avLst>
          </a:prstGeom>
          <a:solidFill>
            <a:schemeClr val="tx1">
              <a:lumMod val="50000"/>
              <a:lumOff val="50000"/>
            </a:schemeClr>
          </a:solidFill>
          <a:ln>
            <a:no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TN">
              <a:latin typeface="+mj-lt"/>
            </a:endParaRPr>
          </a:p>
        </p:txBody>
      </p:sp>
      <p:graphicFrame>
        <p:nvGraphicFramePr>
          <p:cNvPr id="7" name="Chart 6">
            <a:extLst>
              <a:ext uri="{FF2B5EF4-FFF2-40B4-BE49-F238E27FC236}">
                <a16:creationId xmlns:a16="http://schemas.microsoft.com/office/drawing/2014/main" id="{75C257F5-6159-7B2F-3947-EF1BEE7CC4F7}"/>
              </a:ext>
            </a:extLst>
          </p:cNvPr>
          <p:cNvGraphicFramePr/>
          <p:nvPr/>
        </p:nvGraphicFramePr>
        <p:xfrm>
          <a:off x="1388680" y="2182163"/>
          <a:ext cx="4608792" cy="3983560"/>
        </p:xfrm>
        <a:graphic>
          <a:graphicData uri="http://schemas.openxmlformats.org/drawingml/2006/chart">
            <c:chart xmlns:c="http://schemas.openxmlformats.org/drawingml/2006/chart" xmlns:r="http://schemas.openxmlformats.org/officeDocument/2006/relationships" r:id="rId3"/>
          </a:graphicData>
        </a:graphic>
      </p:graphicFrame>
      <p:grpSp>
        <p:nvGrpSpPr>
          <p:cNvPr id="50" name="Groupe 49">
            <a:extLst>
              <a:ext uri="{FF2B5EF4-FFF2-40B4-BE49-F238E27FC236}">
                <a16:creationId xmlns:a16="http://schemas.microsoft.com/office/drawing/2014/main" id="{59025B1D-DD2A-839E-1C83-7B8EB352D2C3}"/>
              </a:ext>
            </a:extLst>
          </p:cNvPr>
          <p:cNvGrpSpPr/>
          <p:nvPr/>
        </p:nvGrpSpPr>
        <p:grpSpPr>
          <a:xfrm>
            <a:off x="4473392" y="4903515"/>
            <a:ext cx="6897614" cy="846717"/>
            <a:chOff x="4741562" y="4899611"/>
            <a:chExt cx="6518167" cy="846717"/>
          </a:xfrm>
        </p:grpSpPr>
        <p:sp>
          <p:nvSpPr>
            <p:cNvPr id="43" name="Forme libre 42">
              <a:extLst>
                <a:ext uri="{FF2B5EF4-FFF2-40B4-BE49-F238E27FC236}">
                  <a16:creationId xmlns:a16="http://schemas.microsoft.com/office/drawing/2014/main" id="{CB2517E8-EBFA-C38D-B68C-6739963F7232}"/>
                </a:ext>
              </a:extLst>
            </p:cNvPr>
            <p:cNvSpPr/>
            <p:nvPr/>
          </p:nvSpPr>
          <p:spPr>
            <a:xfrm>
              <a:off x="5164921" y="4984283"/>
              <a:ext cx="6094808" cy="677373"/>
            </a:xfrm>
            <a:custGeom>
              <a:avLst/>
              <a:gdLst>
                <a:gd name="connsiteX0" fmla="*/ 0 w 5421629"/>
                <a:gd name="connsiteY0" fmla="*/ 112898 h 677373"/>
                <a:gd name="connsiteX1" fmla="*/ 112898 w 5421629"/>
                <a:gd name="connsiteY1" fmla="*/ 0 h 677373"/>
                <a:gd name="connsiteX2" fmla="*/ 5308731 w 5421629"/>
                <a:gd name="connsiteY2" fmla="*/ 0 h 677373"/>
                <a:gd name="connsiteX3" fmla="*/ 5421629 w 5421629"/>
                <a:gd name="connsiteY3" fmla="*/ 112898 h 677373"/>
                <a:gd name="connsiteX4" fmla="*/ 5421629 w 5421629"/>
                <a:gd name="connsiteY4" fmla="*/ 564475 h 677373"/>
                <a:gd name="connsiteX5" fmla="*/ 5308731 w 5421629"/>
                <a:gd name="connsiteY5" fmla="*/ 677373 h 677373"/>
                <a:gd name="connsiteX6" fmla="*/ 112898 w 5421629"/>
                <a:gd name="connsiteY6" fmla="*/ 677373 h 677373"/>
                <a:gd name="connsiteX7" fmla="*/ 0 w 5421629"/>
                <a:gd name="connsiteY7" fmla="*/ 564475 h 677373"/>
                <a:gd name="connsiteX8" fmla="*/ 0 w 5421629"/>
                <a:gd name="connsiteY8" fmla="*/ 112898 h 677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21629" h="677373">
                  <a:moveTo>
                    <a:pt x="0" y="112898"/>
                  </a:moveTo>
                  <a:cubicBezTo>
                    <a:pt x="0" y="50546"/>
                    <a:pt x="50546" y="0"/>
                    <a:pt x="112898" y="0"/>
                  </a:cubicBezTo>
                  <a:lnTo>
                    <a:pt x="5308731" y="0"/>
                  </a:lnTo>
                  <a:cubicBezTo>
                    <a:pt x="5371083" y="0"/>
                    <a:pt x="5421629" y="50546"/>
                    <a:pt x="5421629" y="112898"/>
                  </a:cubicBezTo>
                  <a:lnTo>
                    <a:pt x="5421629" y="564475"/>
                  </a:lnTo>
                  <a:cubicBezTo>
                    <a:pt x="5421629" y="626827"/>
                    <a:pt x="5371083" y="677373"/>
                    <a:pt x="5308731" y="677373"/>
                  </a:cubicBezTo>
                  <a:lnTo>
                    <a:pt x="112898" y="677373"/>
                  </a:lnTo>
                  <a:cubicBezTo>
                    <a:pt x="50546" y="677373"/>
                    <a:pt x="0" y="626827"/>
                    <a:pt x="0" y="564475"/>
                  </a:cubicBezTo>
                  <a:lnTo>
                    <a:pt x="0" y="112898"/>
                  </a:lnTo>
                  <a:close/>
                </a:path>
              </a:pathLst>
            </a:custGeom>
            <a:solidFill>
              <a:srgbClr val="A8CC7A"/>
            </a:solidFill>
            <a:ln w="38100">
              <a:solidFill>
                <a:schemeClr val="bg1"/>
              </a:solidFill>
            </a:ln>
            <a:effectLst>
              <a:outerShdw blurRad="50800" dist="38100" dir="2700000" algn="tl" rotWithShape="0">
                <a:prstClr val="black">
                  <a:alpha val="40000"/>
                </a:prstClr>
              </a:outerShdw>
            </a:effectLst>
          </p:spPr>
          <p:style>
            <a:lnRef idx="2">
              <a:scrgbClr r="0" g="0" b="0"/>
            </a:lnRef>
            <a:fillRef idx="1">
              <a:scrgbClr r="0" g="0" b="0"/>
            </a:fillRef>
            <a:effectRef idx="0">
              <a:scrgbClr r="0" g="0" b="0"/>
            </a:effectRef>
            <a:fontRef idx="minor">
              <a:schemeClr val="lt1"/>
            </a:fontRef>
          </p:style>
          <p:txBody>
            <a:bodyPr spcFirstLastPara="0" vert="horz" wrap="square" lIns="570732" tIns="104187" rIns="104187" bIns="104187" numCol="1" spcCol="1270" anchor="ctr" anchorCtr="0">
              <a:noAutofit/>
            </a:bodyPr>
            <a:lstStyle/>
            <a:p>
              <a:pPr lvl="0" algn="l" defTabSz="1244600">
                <a:lnSpc>
                  <a:spcPct val="90000"/>
                </a:lnSpc>
                <a:spcBef>
                  <a:spcPct val="0"/>
                </a:spcBef>
                <a:spcAft>
                  <a:spcPct val="35000"/>
                </a:spcAft>
              </a:pPr>
              <a:r>
                <a:rPr lang="en-US" altLang="ko-KR" sz="2800" b="1" kern="1200" dirty="0">
                  <a:solidFill>
                    <a:schemeClr val="bg1"/>
                  </a:solidFill>
                  <a:latin typeface="Times New Roman" panose="02020603050405020304" pitchFamily="18" charset="0"/>
                  <a:cs typeface="Times New Roman" panose="02020603050405020304" pitchFamily="18" charset="0"/>
                </a:rPr>
                <a:t>5. Conclusion &amp; </a:t>
              </a:r>
              <a:r>
                <a:rPr lang="fr-FR" altLang="ko-KR" sz="2800" b="1" kern="1200" dirty="0">
                  <a:solidFill>
                    <a:schemeClr val="bg1"/>
                  </a:solidFill>
                  <a:latin typeface="Times New Roman" panose="02020603050405020304" pitchFamily="18" charset="0"/>
                  <a:cs typeface="Times New Roman" panose="02020603050405020304" pitchFamily="18" charset="0"/>
                </a:rPr>
                <a:t>Perspectives</a:t>
              </a:r>
              <a:endParaRPr lang="fr-FR" sz="2800" kern="1200" dirty="0">
                <a:solidFill>
                  <a:schemeClr val="bg1"/>
                </a:solidFill>
                <a:latin typeface="Times New Roman" panose="02020603050405020304" pitchFamily="18" charset="0"/>
                <a:cs typeface="Times New Roman" panose="02020603050405020304" pitchFamily="18" charset="0"/>
              </a:endParaRPr>
            </a:p>
          </p:txBody>
        </p:sp>
        <p:sp>
          <p:nvSpPr>
            <p:cNvPr id="45" name="Ellipse 44">
              <a:extLst>
                <a:ext uri="{FF2B5EF4-FFF2-40B4-BE49-F238E27FC236}">
                  <a16:creationId xmlns:a16="http://schemas.microsoft.com/office/drawing/2014/main" id="{3E108CC3-AA9B-0E65-D816-0827621DB8DE}"/>
                </a:ext>
              </a:extLst>
            </p:cNvPr>
            <p:cNvSpPr/>
            <p:nvPr/>
          </p:nvSpPr>
          <p:spPr>
            <a:xfrm>
              <a:off x="4741562" y="4899611"/>
              <a:ext cx="846717" cy="846717"/>
            </a:xfrm>
            <a:prstGeom prst="ellipse">
              <a:avLst/>
            </a:prstGeom>
            <a:ln w="38100">
              <a:solidFill>
                <a:srgbClr val="A8CC7A"/>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TN" dirty="0">
                <a:latin typeface="+mj-lt"/>
              </a:endParaRPr>
            </a:p>
          </p:txBody>
        </p:sp>
        <p:sp>
          <p:nvSpPr>
            <p:cNvPr id="44" name="Freeform 37">
              <a:extLst>
                <a:ext uri="{FF2B5EF4-FFF2-40B4-BE49-F238E27FC236}">
                  <a16:creationId xmlns:a16="http://schemas.microsoft.com/office/drawing/2014/main" id="{AD06809D-7228-C2AD-B893-554DD008A486}"/>
                </a:ext>
              </a:extLst>
            </p:cNvPr>
            <p:cNvSpPr>
              <a:spLocks noEditPoints="1"/>
            </p:cNvSpPr>
            <p:nvPr/>
          </p:nvSpPr>
          <p:spPr bwMode="auto">
            <a:xfrm>
              <a:off x="4952025" y="5131962"/>
              <a:ext cx="454654" cy="431500"/>
            </a:xfrm>
            <a:custGeom>
              <a:avLst/>
              <a:gdLst>
                <a:gd name="T0" fmla="*/ 2288 w 4012"/>
                <a:gd name="T1" fmla="*/ 3051 h 3882"/>
                <a:gd name="T2" fmla="*/ 2196 w 4012"/>
                <a:gd name="T3" fmla="*/ 2925 h 3882"/>
                <a:gd name="T4" fmla="*/ 2332 w 4012"/>
                <a:gd name="T5" fmla="*/ 2916 h 3882"/>
                <a:gd name="T6" fmla="*/ 2312 w 4012"/>
                <a:gd name="T7" fmla="*/ 3132 h 3882"/>
                <a:gd name="T8" fmla="*/ 2221 w 4012"/>
                <a:gd name="T9" fmla="*/ 3094 h 3882"/>
                <a:gd name="T10" fmla="*/ 2221 w 4012"/>
                <a:gd name="T11" fmla="*/ 2806 h 3882"/>
                <a:gd name="T12" fmla="*/ 2112 w 4012"/>
                <a:gd name="T13" fmla="*/ 3161 h 3882"/>
                <a:gd name="T14" fmla="*/ 2441 w 4012"/>
                <a:gd name="T15" fmla="*/ 2929 h 3882"/>
                <a:gd name="T16" fmla="*/ 2337 w 4012"/>
                <a:gd name="T17" fmla="*/ 2698 h 3882"/>
                <a:gd name="T18" fmla="*/ 2453 w 4012"/>
                <a:gd name="T19" fmla="*/ 3240 h 3882"/>
                <a:gd name="T20" fmla="*/ 1933 w 4012"/>
                <a:gd name="T21" fmla="*/ 3048 h 3882"/>
                <a:gd name="T22" fmla="*/ 1742 w 4012"/>
                <a:gd name="T23" fmla="*/ 2248 h 3882"/>
                <a:gd name="T24" fmla="*/ 1121 w 4012"/>
                <a:gd name="T25" fmla="*/ 3001 h 3882"/>
                <a:gd name="T26" fmla="*/ 1742 w 4012"/>
                <a:gd name="T27" fmla="*/ 3754 h 3882"/>
                <a:gd name="T28" fmla="*/ 2599 w 4012"/>
                <a:gd name="T29" fmla="*/ 3283 h 3882"/>
                <a:gd name="T30" fmla="*/ 2293 w 4012"/>
                <a:gd name="T31" fmla="*/ 2351 h 3882"/>
                <a:gd name="T32" fmla="*/ 2455 w 4012"/>
                <a:gd name="T33" fmla="*/ 2327 h 3882"/>
                <a:gd name="T34" fmla="*/ 2683 w 4012"/>
                <a:gd name="T35" fmla="*/ 3379 h 3882"/>
                <a:gd name="T36" fmla="*/ 1728 w 4012"/>
                <a:gd name="T37" fmla="*/ 3869 h 3882"/>
                <a:gd name="T38" fmla="*/ 1009 w 4012"/>
                <a:gd name="T39" fmla="*/ 3081 h 3882"/>
                <a:gd name="T40" fmla="*/ 1580 w 4012"/>
                <a:gd name="T41" fmla="*/ 2175 h 3882"/>
                <a:gd name="T42" fmla="*/ 1121 w 4012"/>
                <a:gd name="T43" fmla="*/ 1158 h 3882"/>
                <a:gd name="T44" fmla="*/ 558 w 4012"/>
                <a:gd name="T45" fmla="*/ 1242 h 3882"/>
                <a:gd name="T46" fmla="*/ 853 w 4012"/>
                <a:gd name="T47" fmla="*/ 833 h 3882"/>
                <a:gd name="T48" fmla="*/ 2874 w 4012"/>
                <a:gd name="T49" fmla="*/ 911 h 3882"/>
                <a:gd name="T50" fmla="*/ 3157 w 4012"/>
                <a:gd name="T51" fmla="*/ 1286 h 3882"/>
                <a:gd name="T52" fmla="*/ 3320 w 4012"/>
                <a:gd name="T53" fmla="*/ 845 h 3882"/>
                <a:gd name="T54" fmla="*/ 3382 w 4012"/>
                <a:gd name="T55" fmla="*/ 611 h 3882"/>
                <a:gd name="T56" fmla="*/ 3630 w 4012"/>
                <a:gd name="T57" fmla="*/ 881 h 3882"/>
                <a:gd name="T58" fmla="*/ 3616 w 4012"/>
                <a:gd name="T59" fmla="*/ 1245 h 3882"/>
                <a:gd name="T60" fmla="*/ 3407 w 4012"/>
                <a:gd name="T61" fmla="*/ 1477 h 3882"/>
                <a:gd name="T62" fmla="*/ 3044 w 4012"/>
                <a:gd name="T63" fmla="*/ 1522 h 3882"/>
                <a:gd name="T64" fmla="*/ 2812 w 4012"/>
                <a:gd name="T65" fmla="*/ 1323 h 3882"/>
                <a:gd name="T66" fmla="*/ 2641 w 4012"/>
                <a:gd name="T67" fmla="*/ 1125 h 3882"/>
                <a:gd name="T68" fmla="*/ 2656 w 4012"/>
                <a:gd name="T69" fmla="*/ 760 h 3882"/>
                <a:gd name="T70" fmla="*/ 2925 w 4012"/>
                <a:gd name="T71" fmla="*/ 511 h 3882"/>
                <a:gd name="T72" fmla="*/ 3236 w 4012"/>
                <a:gd name="T73" fmla="*/ 495 h 3882"/>
                <a:gd name="T74" fmla="*/ 2418 w 4012"/>
                <a:gd name="T75" fmla="*/ 741 h 3882"/>
                <a:gd name="T76" fmla="*/ 2725 w 4012"/>
                <a:gd name="T77" fmla="*/ 1671 h 3882"/>
                <a:gd name="T78" fmla="*/ 3695 w 4012"/>
                <a:gd name="T79" fmla="*/ 1539 h 3882"/>
                <a:gd name="T80" fmla="*/ 3740 w 4012"/>
                <a:gd name="T81" fmla="*/ 559 h 3882"/>
                <a:gd name="T82" fmla="*/ 1008 w 4012"/>
                <a:gd name="T83" fmla="*/ 270 h 3882"/>
                <a:gd name="T84" fmla="*/ 896 w 4012"/>
                <a:gd name="T85" fmla="*/ 738 h 3882"/>
                <a:gd name="T86" fmla="*/ 643 w 4012"/>
                <a:gd name="T87" fmla="*/ 327 h 3882"/>
                <a:gd name="T88" fmla="*/ 3698 w 4012"/>
                <a:gd name="T89" fmla="*/ 348 h 3882"/>
                <a:gd name="T90" fmla="*/ 3927 w 4012"/>
                <a:gd name="T91" fmla="*/ 1400 h 3882"/>
                <a:gd name="T92" fmla="*/ 2972 w 4012"/>
                <a:gd name="T93" fmla="*/ 1890 h 3882"/>
                <a:gd name="T94" fmla="*/ 2252 w 4012"/>
                <a:gd name="T95" fmla="*/ 1102 h 3882"/>
                <a:gd name="T96" fmla="*/ 2823 w 4012"/>
                <a:gd name="T97" fmla="*/ 196 h 3882"/>
                <a:gd name="T98" fmla="*/ 247 w 4012"/>
                <a:gd name="T99" fmla="*/ 445 h 3882"/>
                <a:gd name="T100" fmla="*/ 347 w 4012"/>
                <a:gd name="T101" fmla="*/ 1380 h 3882"/>
                <a:gd name="T102" fmla="*/ 584 w 4012"/>
                <a:gd name="T103" fmla="*/ 870 h 3882"/>
                <a:gd name="T104" fmla="*/ 1014 w 4012"/>
                <a:gd name="T105" fmla="*/ 800 h 3882"/>
                <a:gd name="T106" fmla="*/ 1344 w 4012"/>
                <a:gd name="T107" fmla="*/ 1178 h 3882"/>
                <a:gd name="T108" fmla="*/ 1584 w 4012"/>
                <a:gd name="T109" fmla="*/ 854 h 3882"/>
                <a:gd name="T110" fmla="*/ 928 w 4012"/>
                <a:gd name="T111" fmla="*/ 126 h 3882"/>
                <a:gd name="T112" fmla="*/ 1646 w 4012"/>
                <a:gd name="T113" fmla="*/ 539 h 3882"/>
                <a:gd name="T114" fmla="*/ 1306 w 4012"/>
                <a:gd name="T115" fmla="*/ 1577 h 3882"/>
                <a:gd name="T116" fmla="*/ 223 w 4012"/>
                <a:gd name="T117" fmla="*/ 1428 h 3882"/>
                <a:gd name="T118" fmla="*/ 174 w 4012"/>
                <a:gd name="T119" fmla="*/ 337 h 3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12" h="3882">
                  <a:moveTo>
                    <a:pt x="1283" y="3126"/>
                  </a:moveTo>
                  <a:lnTo>
                    <a:pt x="1863" y="3126"/>
                  </a:lnTo>
                  <a:lnTo>
                    <a:pt x="1863" y="3283"/>
                  </a:lnTo>
                  <a:lnTo>
                    <a:pt x="1283" y="3283"/>
                  </a:lnTo>
                  <a:lnTo>
                    <a:pt x="1283" y="3126"/>
                  </a:lnTo>
                  <a:close/>
                  <a:moveTo>
                    <a:pt x="2263" y="3034"/>
                  </a:moveTo>
                  <a:lnTo>
                    <a:pt x="2263" y="3092"/>
                  </a:lnTo>
                  <a:lnTo>
                    <a:pt x="2277" y="3087"/>
                  </a:lnTo>
                  <a:lnTo>
                    <a:pt x="2285" y="3081"/>
                  </a:lnTo>
                  <a:lnTo>
                    <a:pt x="2290" y="3075"/>
                  </a:lnTo>
                  <a:lnTo>
                    <a:pt x="2291" y="3068"/>
                  </a:lnTo>
                  <a:lnTo>
                    <a:pt x="2291" y="3065"/>
                  </a:lnTo>
                  <a:lnTo>
                    <a:pt x="2291" y="3060"/>
                  </a:lnTo>
                  <a:lnTo>
                    <a:pt x="2290" y="3055"/>
                  </a:lnTo>
                  <a:lnTo>
                    <a:pt x="2288" y="3051"/>
                  </a:lnTo>
                  <a:lnTo>
                    <a:pt x="2284" y="3048"/>
                  </a:lnTo>
                  <a:lnTo>
                    <a:pt x="2275" y="3040"/>
                  </a:lnTo>
                  <a:lnTo>
                    <a:pt x="2263" y="3034"/>
                  </a:lnTo>
                  <a:close/>
                  <a:moveTo>
                    <a:pt x="1283" y="2922"/>
                  </a:moveTo>
                  <a:lnTo>
                    <a:pt x="1863" y="2922"/>
                  </a:lnTo>
                  <a:lnTo>
                    <a:pt x="1863" y="3080"/>
                  </a:lnTo>
                  <a:lnTo>
                    <a:pt x="1283" y="3080"/>
                  </a:lnTo>
                  <a:lnTo>
                    <a:pt x="1283" y="2922"/>
                  </a:lnTo>
                  <a:close/>
                  <a:moveTo>
                    <a:pt x="2221" y="2899"/>
                  </a:moveTo>
                  <a:lnTo>
                    <a:pt x="2214" y="2902"/>
                  </a:lnTo>
                  <a:lnTo>
                    <a:pt x="2208" y="2905"/>
                  </a:lnTo>
                  <a:lnTo>
                    <a:pt x="2203" y="2908"/>
                  </a:lnTo>
                  <a:lnTo>
                    <a:pt x="2199" y="2913"/>
                  </a:lnTo>
                  <a:lnTo>
                    <a:pt x="2197" y="2919"/>
                  </a:lnTo>
                  <a:lnTo>
                    <a:pt x="2196" y="2925"/>
                  </a:lnTo>
                  <a:lnTo>
                    <a:pt x="2196" y="2930"/>
                  </a:lnTo>
                  <a:lnTo>
                    <a:pt x="2197" y="2935"/>
                  </a:lnTo>
                  <a:lnTo>
                    <a:pt x="2199" y="2938"/>
                  </a:lnTo>
                  <a:lnTo>
                    <a:pt x="2202" y="2942"/>
                  </a:lnTo>
                  <a:lnTo>
                    <a:pt x="2207" y="2947"/>
                  </a:lnTo>
                  <a:lnTo>
                    <a:pt x="2213" y="2951"/>
                  </a:lnTo>
                  <a:lnTo>
                    <a:pt x="2221" y="2956"/>
                  </a:lnTo>
                  <a:lnTo>
                    <a:pt x="2221" y="2899"/>
                  </a:lnTo>
                  <a:close/>
                  <a:moveTo>
                    <a:pt x="2221" y="2806"/>
                  </a:moveTo>
                  <a:lnTo>
                    <a:pt x="2263" y="2806"/>
                  </a:lnTo>
                  <a:lnTo>
                    <a:pt x="2263" y="2843"/>
                  </a:lnTo>
                  <a:lnTo>
                    <a:pt x="2306" y="2849"/>
                  </a:lnTo>
                  <a:lnTo>
                    <a:pt x="2347" y="2862"/>
                  </a:lnTo>
                  <a:lnTo>
                    <a:pt x="2351" y="2863"/>
                  </a:lnTo>
                  <a:lnTo>
                    <a:pt x="2332" y="2916"/>
                  </a:lnTo>
                  <a:lnTo>
                    <a:pt x="2326" y="2914"/>
                  </a:lnTo>
                  <a:lnTo>
                    <a:pt x="2294" y="2904"/>
                  </a:lnTo>
                  <a:lnTo>
                    <a:pt x="2263" y="2898"/>
                  </a:lnTo>
                  <a:lnTo>
                    <a:pt x="2263" y="2970"/>
                  </a:lnTo>
                  <a:lnTo>
                    <a:pt x="2277" y="2976"/>
                  </a:lnTo>
                  <a:lnTo>
                    <a:pt x="2304" y="2987"/>
                  </a:lnTo>
                  <a:lnTo>
                    <a:pt x="2323" y="3000"/>
                  </a:lnTo>
                  <a:lnTo>
                    <a:pt x="2338" y="3012"/>
                  </a:lnTo>
                  <a:lnTo>
                    <a:pt x="2348" y="3027"/>
                  </a:lnTo>
                  <a:lnTo>
                    <a:pt x="2354" y="3043"/>
                  </a:lnTo>
                  <a:lnTo>
                    <a:pt x="2356" y="3061"/>
                  </a:lnTo>
                  <a:lnTo>
                    <a:pt x="2354" y="3083"/>
                  </a:lnTo>
                  <a:lnTo>
                    <a:pt x="2345" y="3103"/>
                  </a:lnTo>
                  <a:lnTo>
                    <a:pt x="2331" y="3120"/>
                  </a:lnTo>
                  <a:lnTo>
                    <a:pt x="2312" y="3132"/>
                  </a:lnTo>
                  <a:lnTo>
                    <a:pt x="2290" y="3141"/>
                  </a:lnTo>
                  <a:lnTo>
                    <a:pt x="2263" y="3147"/>
                  </a:lnTo>
                  <a:lnTo>
                    <a:pt x="2263" y="3197"/>
                  </a:lnTo>
                  <a:lnTo>
                    <a:pt x="2221" y="3197"/>
                  </a:lnTo>
                  <a:lnTo>
                    <a:pt x="2221" y="3148"/>
                  </a:lnTo>
                  <a:lnTo>
                    <a:pt x="2187" y="3146"/>
                  </a:lnTo>
                  <a:lnTo>
                    <a:pt x="2158" y="3140"/>
                  </a:lnTo>
                  <a:lnTo>
                    <a:pt x="2132" y="3131"/>
                  </a:lnTo>
                  <a:lnTo>
                    <a:pt x="2129" y="3130"/>
                  </a:lnTo>
                  <a:lnTo>
                    <a:pt x="2129" y="3068"/>
                  </a:lnTo>
                  <a:lnTo>
                    <a:pt x="2137" y="3073"/>
                  </a:lnTo>
                  <a:lnTo>
                    <a:pt x="2158" y="3082"/>
                  </a:lnTo>
                  <a:lnTo>
                    <a:pt x="2181" y="3088"/>
                  </a:lnTo>
                  <a:lnTo>
                    <a:pt x="2203" y="3093"/>
                  </a:lnTo>
                  <a:lnTo>
                    <a:pt x="2221" y="3094"/>
                  </a:lnTo>
                  <a:lnTo>
                    <a:pt x="2221" y="3019"/>
                  </a:lnTo>
                  <a:lnTo>
                    <a:pt x="2205" y="3014"/>
                  </a:lnTo>
                  <a:lnTo>
                    <a:pt x="2182" y="3003"/>
                  </a:lnTo>
                  <a:lnTo>
                    <a:pt x="2164" y="2991"/>
                  </a:lnTo>
                  <a:lnTo>
                    <a:pt x="2149" y="2978"/>
                  </a:lnTo>
                  <a:lnTo>
                    <a:pt x="2139" y="2963"/>
                  </a:lnTo>
                  <a:lnTo>
                    <a:pt x="2133" y="2946"/>
                  </a:lnTo>
                  <a:lnTo>
                    <a:pt x="2131" y="2925"/>
                  </a:lnTo>
                  <a:lnTo>
                    <a:pt x="2134" y="2904"/>
                  </a:lnTo>
                  <a:lnTo>
                    <a:pt x="2143" y="2886"/>
                  </a:lnTo>
                  <a:lnTo>
                    <a:pt x="2158" y="2870"/>
                  </a:lnTo>
                  <a:lnTo>
                    <a:pt x="2175" y="2857"/>
                  </a:lnTo>
                  <a:lnTo>
                    <a:pt x="2197" y="2849"/>
                  </a:lnTo>
                  <a:lnTo>
                    <a:pt x="2221" y="2844"/>
                  </a:lnTo>
                  <a:lnTo>
                    <a:pt x="2221" y="2806"/>
                  </a:lnTo>
                  <a:close/>
                  <a:moveTo>
                    <a:pt x="2246" y="2793"/>
                  </a:moveTo>
                  <a:lnTo>
                    <a:pt x="2208" y="2797"/>
                  </a:lnTo>
                  <a:lnTo>
                    <a:pt x="2174" y="2806"/>
                  </a:lnTo>
                  <a:lnTo>
                    <a:pt x="2140" y="2822"/>
                  </a:lnTo>
                  <a:lnTo>
                    <a:pt x="2112" y="2843"/>
                  </a:lnTo>
                  <a:lnTo>
                    <a:pt x="2086" y="2867"/>
                  </a:lnTo>
                  <a:lnTo>
                    <a:pt x="2067" y="2897"/>
                  </a:lnTo>
                  <a:lnTo>
                    <a:pt x="2051" y="2929"/>
                  </a:lnTo>
                  <a:lnTo>
                    <a:pt x="2041" y="2964"/>
                  </a:lnTo>
                  <a:lnTo>
                    <a:pt x="2039" y="3001"/>
                  </a:lnTo>
                  <a:lnTo>
                    <a:pt x="2041" y="3038"/>
                  </a:lnTo>
                  <a:lnTo>
                    <a:pt x="2051" y="3073"/>
                  </a:lnTo>
                  <a:lnTo>
                    <a:pt x="2067" y="3105"/>
                  </a:lnTo>
                  <a:lnTo>
                    <a:pt x="2086" y="3135"/>
                  </a:lnTo>
                  <a:lnTo>
                    <a:pt x="2112" y="3161"/>
                  </a:lnTo>
                  <a:lnTo>
                    <a:pt x="2140" y="3180"/>
                  </a:lnTo>
                  <a:lnTo>
                    <a:pt x="2174" y="3196"/>
                  </a:lnTo>
                  <a:lnTo>
                    <a:pt x="2208" y="3206"/>
                  </a:lnTo>
                  <a:lnTo>
                    <a:pt x="2246" y="3208"/>
                  </a:lnTo>
                  <a:lnTo>
                    <a:pt x="2283" y="3206"/>
                  </a:lnTo>
                  <a:lnTo>
                    <a:pt x="2318" y="3196"/>
                  </a:lnTo>
                  <a:lnTo>
                    <a:pt x="2350" y="3180"/>
                  </a:lnTo>
                  <a:lnTo>
                    <a:pt x="2380" y="3161"/>
                  </a:lnTo>
                  <a:lnTo>
                    <a:pt x="2404" y="3135"/>
                  </a:lnTo>
                  <a:lnTo>
                    <a:pt x="2425" y="3105"/>
                  </a:lnTo>
                  <a:lnTo>
                    <a:pt x="2441" y="3073"/>
                  </a:lnTo>
                  <a:lnTo>
                    <a:pt x="2450" y="3038"/>
                  </a:lnTo>
                  <a:lnTo>
                    <a:pt x="2453" y="3001"/>
                  </a:lnTo>
                  <a:lnTo>
                    <a:pt x="2450" y="2964"/>
                  </a:lnTo>
                  <a:lnTo>
                    <a:pt x="2441" y="2929"/>
                  </a:lnTo>
                  <a:lnTo>
                    <a:pt x="2425" y="2897"/>
                  </a:lnTo>
                  <a:lnTo>
                    <a:pt x="2404" y="2867"/>
                  </a:lnTo>
                  <a:lnTo>
                    <a:pt x="2380" y="2843"/>
                  </a:lnTo>
                  <a:lnTo>
                    <a:pt x="2350" y="2822"/>
                  </a:lnTo>
                  <a:lnTo>
                    <a:pt x="2318" y="2806"/>
                  </a:lnTo>
                  <a:lnTo>
                    <a:pt x="2283" y="2797"/>
                  </a:lnTo>
                  <a:lnTo>
                    <a:pt x="2246" y="2793"/>
                  </a:lnTo>
                  <a:close/>
                  <a:moveTo>
                    <a:pt x="1213" y="2716"/>
                  </a:moveTo>
                  <a:lnTo>
                    <a:pt x="1793" y="2716"/>
                  </a:lnTo>
                  <a:lnTo>
                    <a:pt x="1793" y="2873"/>
                  </a:lnTo>
                  <a:lnTo>
                    <a:pt x="1213" y="2873"/>
                  </a:lnTo>
                  <a:lnTo>
                    <a:pt x="1213" y="2716"/>
                  </a:lnTo>
                  <a:close/>
                  <a:moveTo>
                    <a:pt x="2246" y="2684"/>
                  </a:moveTo>
                  <a:lnTo>
                    <a:pt x="2293" y="2688"/>
                  </a:lnTo>
                  <a:lnTo>
                    <a:pt x="2337" y="2698"/>
                  </a:lnTo>
                  <a:lnTo>
                    <a:pt x="2380" y="2714"/>
                  </a:lnTo>
                  <a:lnTo>
                    <a:pt x="2418" y="2736"/>
                  </a:lnTo>
                  <a:lnTo>
                    <a:pt x="2453" y="2763"/>
                  </a:lnTo>
                  <a:lnTo>
                    <a:pt x="2484" y="2793"/>
                  </a:lnTo>
                  <a:lnTo>
                    <a:pt x="2511" y="2829"/>
                  </a:lnTo>
                  <a:lnTo>
                    <a:pt x="2533" y="2867"/>
                  </a:lnTo>
                  <a:lnTo>
                    <a:pt x="2549" y="2910"/>
                  </a:lnTo>
                  <a:lnTo>
                    <a:pt x="2559" y="2954"/>
                  </a:lnTo>
                  <a:lnTo>
                    <a:pt x="2563" y="3001"/>
                  </a:lnTo>
                  <a:lnTo>
                    <a:pt x="2559" y="3048"/>
                  </a:lnTo>
                  <a:lnTo>
                    <a:pt x="2549" y="3092"/>
                  </a:lnTo>
                  <a:lnTo>
                    <a:pt x="2533" y="3135"/>
                  </a:lnTo>
                  <a:lnTo>
                    <a:pt x="2511" y="3173"/>
                  </a:lnTo>
                  <a:lnTo>
                    <a:pt x="2484" y="3208"/>
                  </a:lnTo>
                  <a:lnTo>
                    <a:pt x="2453" y="3240"/>
                  </a:lnTo>
                  <a:lnTo>
                    <a:pt x="2418" y="3266"/>
                  </a:lnTo>
                  <a:lnTo>
                    <a:pt x="2380" y="3288"/>
                  </a:lnTo>
                  <a:lnTo>
                    <a:pt x="2337" y="3304"/>
                  </a:lnTo>
                  <a:lnTo>
                    <a:pt x="2293" y="3314"/>
                  </a:lnTo>
                  <a:lnTo>
                    <a:pt x="2246" y="3318"/>
                  </a:lnTo>
                  <a:lnTo>
                    <a:pt x="2199" y="3314"/>
                  </a:lnTo>
                  <a:lnTo>
                    <a:pt x="2154" y="3304"/>
                  </a:lnTo>
                  <a:lnTo>
                    <a:pt x="2112" y="3288"/>
                  </a:lnTo>
                  <a:lnTo>
                    <a:pt x="2074" y="3266"/>
                  </a:lnTo>
                  <a:lnTo>
                    <a:pt x="2039" y="3240"/>
                  </a:lnTo>
                  <a:lnTo>
                    <a:pt x="2007" y="3208"/>
                  </a:lnTo>
                  <a:lnTo>
                    <a:pt x="1981" y="3173"/>
                  </a:lnTo>
                  <a:lnTo>
                    <a:pt x="1959" y="3135"/>
                  </a:lnTo>
                  <a:lnTo>
                    <a:pt x="1943" y="3092"/>
                  </a:lnTo>
                  <a:lnTo>
                    <a:pt x="1933" y="3048"/>
                  </a:lnTo>
                  <a:lnTo>
                    <a:pt x="1929" y="3001"/>
                  </a:lnTo>
                  <a:lnTo>
                    <a:pt x="1933" y="2954"/>
                  </a:lnTo>
                  <a:lnTo>
                    <a:pt x="1943" y="2910"/>
                  </a:lnTo>
                  <a:lnTo>
                    <a:pt x="1959" y="2867"/>
                  </a:lnTo>
                  <a:lnTo>
                    <a:pt x="1981" y="2829"/>
                  </a:lnTo>
                  <a:lnTo>
                    <a:pt x="2007" y="2793"/>
                  </a:lnTo>
                  <a:lnTo>
                    <a:pt x="2039" y="2763"/>
                  </a:lnTo>
                  <a:lnTo>
                    <a:pt x="2074" y="2736"/>
                  </a:lnTo>
                  <a:lnTo>
                    <a:pt x="2112" y="2714"/>
                  </a:lnTo>
                  <a:lnTo>
                    <a:pt x="2154" y="2698"/>
                  </a:lnTo>
                  <a:lnTo>
                    <a:pt x="2199" y="2688"/>
                  </a:lnTo>
                  <a:lnTo>
                    <a:pt x="2246" y="2684"/>
                  </a:lnTo>
                  <a:close/>
                  <a:moveTo>
                    <a:pt x="1886" y="2235"/>
                  </a:moveTo>
                  <a:lnTo>
                    <a:pt x="1813" y="2239"/>
                  </a:lnTo>
                  <a:lnTo>
                    <a:pt x="1742" y="2248"/>
                  </a:lnTo>
                  <a:lnTo>
                    <a:pt x="1672" y="2266"/>
                  </a:lnTo>
                  <a:lnTo>
                    <a:pt x="1605" y="2289"/>
                  </a:lnTo>
                  <a:lnTo>
                    <a:pt x="1541" y="2317"/>
                  </a:lnTo>
                  <a:lnTo>
                    <a:pt x="1480" y="2351"/>
                  </a:lnTo>
                  <a:lnTo>
                    <a:pt x="1424" y="2391"/>
                  </a:lnTo>
                  <a:lnTo>
                    <a:pt x="1370" y="2435"/>
                  </a:lnTo>
                  <a:lnTo>
                    <a:pt x="1322" y="2484"/>
                  </a:lnTo>
                  <a:lnTo>
                    <a:pt x="1276" y="2538"/>
                  </a:lnTo>
                  <a:lnTo>
                    <a:pt x="1237" y="2595"/>
                  </a:lnTo>
                  <a:lnTo>
                    <a:pt x="1203" y="2656"/>
                  </a:lnTo>
                  <a:lnTo>
                    <a:pt x="1175" y="2720"/>
                  </a:lnTo>
                  <a:lnTo>
                    <a:pt x="1151" y="2786"/>
                  </a:lnTo>
                  <a:lnTo>
                    <a:pt x="1134" y="2856"/>
                  </a:lnTo>
                  <a:lnTo>
                    <a:pt x="1124" y="2927"/>
                  </a:lnTo>
                  <a:lnTo>
                    <a:pt x="1121" y="3001"/>
                  </a:lnTo>
                  <a:lnTo>
                    <a:pt x="1124" y="3075"/>
                  </a:lnTo>
                  <a:lnTo>
                    <a:pt x="1134" y="3147"/>
                  </a:lnTo>
                  <a:lnTo>
                    <a:pt x="1151" y="3216"/>
                  </a:lnTo>
                  <a:lnTo>
                    <a:pt x="1175" y="3283"/>
                  </a:lnTo>
                  <a:lnTo>
                    <a:pt x="1203" y="3347"/>
                  </a:lnTo>
                  <a:lnTo>
                    <a:pt x="1237" y="3407"/>
                  </a:lnTo>
                  <a:lnTo>
                    <a:pt x="1276" y="3464"/>
                  </a:lnTo>
                  <a:lnTo>
                    <a:pt x="1322" y="3518"/>
                  </a:lnTo>
                  <a:lnTo>
                    <a:pt x="1370" y="3567"/>
                  </a:lnTo>
                  <a:lnTo>
                    <a:pt x="1424" y="3611"/>
                  </a:lnTo>
                  <a:lnTo>
                    <a:pt x="1480" y="3650"/>
                  </a:lnTo>
                  <a:lnTo>
                    <a:pt x="1541" y="3685"/>
                  </a:lnTo>
                  <a:lnTo>
                    <a:pt x="1605" y="3713"/>
                  </a:lnTo>
                  <a:lnTo>
                    <a:pt x="1672" y="3736"/>
                  </a:lnTo>
                  <a:lnTo>
                    <a:pt x="1742" y="3754"/>
                  </a:lnTo>
                  <a:lnTo>
                    <a:pt x="1813" y="3763"/>
                  </a:lnTo>
                  <a:lnTo>
                    <a:pt x="1886" y="3767"/>
                  </a:lnTo>
                  <a:lnTo>
                    <a:pt x="1960" y="3763"/>
                  </a:lnTo>
                  <a:lnTo>
                    <a:pt x="2032" y="3754"/>
                  </a:lnTo>
                  <a:lnTo>
                    <a:pt x="2101" y="3736"/>
                  </a:lnTo>
                  <a:lnTo>
                    <a:pt x="2169" y="3713"/>
                  </a:lnTo>
                  <a:lnTo>
                    <a:pt x="2232" y="3685"/>
                  </a:lnTo>
                  <a:lnTo>
                    <a:pt x="2293" y="3650"/>
                  </a:lnTo>
                  <a:lnTo>
                    <a:pt x="2350" y="3611"/>
                  </a:lnTo>
                  <a:lnTo>
                    <a:pt x="2403" y="3567"/>
                  </a:lnTo>
                  <a:lnTo>
                    <a:pt x="2452" y="3518"/>
                  </a:lnTo>
                  <a:lnTo>
                    <a:pt x="2496" y="3464"/>
                  </a:lnTo>
                  <a:lnTo>
                    <a:pt x="2536" y="3407"/>
                  </a:lnTo>
                  <a:lnTo>
                    <a:pt x="2570" y="3347"/>
                  </a:lnTo>
                  <a:lnTo>
                    <a:pt x="2599" y="3283"/>
                  </a:lnTo>
                  <a:lnTo>
                    <a:pt x="2621" y="3216"/>
                  </a:lnTo>
                  <a:lnTo>
                    <a:pt x="2639" y="3147"/>
                  </a:lnTo>
                  <a:lnTo>
                    <a:pt x="2648" y="3075"/>
                  </a:lnTo>
                  <a:lnTo>
                    <a:pt x="2652" y="3001"/>
                  </a:lnTo>
                  <a:lnTo>
                    <a:pt x="2648" y="2927"/>
                  </a:lnTo>
                  <a:lnTo>
                    <a:pt x="2639" y="2856"/>
                  </a:lnTo>
                  <a:lnTo>
                    <a:pt x="2621" y="2786"/>
                  </a:lnTo>
                  <a:lnTo>
                    <a:pt x="2599" y="2720"/>
                  </a:lnTo>
                  <a:lnTo>
                    <a:pt x="2570" y="2656"/>
                  </a:lnTo>
                  <a:lnTo>
                    <a:pt x="2536" y="2595"/>
                  </a:lnTo>
                  <a:lnTo>
                    <a:pt x="2496" y="2538"/>
                  </a:lnTo>
                  <a:lnTo>
                    <a:pt x="2452" y="2484"/>
                  </a:lnTo>
                  <a:lnTo>
                    <a:pt x="2403" y="2435"/>
                  </a:lnTo>
                  <a:lnTo>
                    <a:pt x="2350" y="2391"/>
                  </a:lnTo>
                  <a:lnTo>
                    <a:pt x="2293" y="2351"/>
                  </a:lnTo>
                  <a:lnTo>
                    <a:pt x="2232" y="2317"/>
                  </a:lnTo>
                  <a:lnTo>
                    <a:pt x="2169" y="2289"/>
                  </a:lnTo>
                  <a:lnTo>
                    <a:pt x="2101" y="2266"/>
                  </a:lnTo>
                  <a:lnTo>
                    <a:pt x="2032" y="2248"/>
                  </a:lnTo>
                  <a:lnTo>
                    <a:pt x="1960" y="2239"/>
                  </a:lnTo>
                  <a:lnTo>
                    <a:pt x="1886" y="2235"/>
                  </a:lnTo>
                  <a:close/>
                  <a:moveTo>
                    <a:pt x="1886" y="2119"/>
                  </a:moveTo>
                  <a:lnTo>
                    <a:pt x="1967" y="2123"/>
                  </a:lnTo>
                  <a:lnTo>
                    <a:pt x="2045" y="2134"/>
                  </a:lnTo>
                  <a:lnTo>
                    <a:pt x="2121" y="2151"/>
                  </a:lnTo>
                  <a:lnTo>
                    <a:pt x="2194" y="2175"/>
                  </a:lnTo>
                  <a:lnTo>
                    <a:pt x="2264" y="2204"/>
                  </a:lnTo>
                  <a:lnTo>
                    <a:pt x="2332" y="2240"/>
                  </a:lnTo>
                  <a:lnTo>
                    <a:pt x="2394" y="2282"/>
                  </a:lnTo>
                  <a:lnTo>
                    <a:pt x="2455" y="2327"/>
                  </a:lnTo>
                  <a:lnTo>
                    <a:pt x="2510" y="2379"/>
                  </a:lnTo>
                  <a:lnTo>
                    <a:pt x="2560" y="2434"/>
                  </a:lnTo>
                  <a:lnTo>
                    <a:pt x="2607" y="2493"/>
                  </a:lnTo>
                  <a:lnTo>
                    <a:pt x="2647" y="2557"/>
                  </a:lnTo>
                  <a:lnTo>
                    <a:pt x="2683" y="2624"/>
                  </a:lnTo>
                  <a:lnTo>
                    <a:pt x="2712" y="2694"/>
                  </a:lnTo>
                  <a:lnTo>
                    <a:pt x="2737" y="2766"/>
                  </a:lnTo>
                  <a:lnTo>
                    <a:pt x="2754" y="2843"/>
                  </a:lnTo>
                  <a:lnTo>
                    <a:pt x="2765" y="2921"/>
                  </a:lnTo>
                  <a:lnTo>
                    <a:pt x="2768" y="3001"/>
                  </a:lnTo>
                  <a:lnTo>
                    <a:pt x="2765" y="3081"/>
                  </a:lnTo>
                  <a:lnTo>
                    <a:pt x="2754" y="3159"/>
                  </a:lnTo>
                  <a:lnTo>
                    <a:pt x="2737" y="3235"/>
                  </a:lnTo>
                  <a:lnTo>
                    <a:pt x="2712" y="3308"/>
                  </a:lnTo>
                  <a:lnTo>
                    <a:pt x="2683" y="3379"/>
                  </a:lnTo>
                  <a:lnTo>
                    <a:pt x="2647" y="3445"/>
                  </a:lnTo>
                  <a:lnTo>
                    <a:pt x="2607" y="3509"/>
                  </a:lnTo>
                  <a:lnTo>
                    <a:pt x="2560" y="3569"/>
                  </a:lnTo>
                  <a:lnTo>
                    <a:pt x="2510" y="3625"/>
                  </a:lnTo>
                  <a:lnTo>
                    <a:pt x="2455" y="3675"/>
                  </a:lnTo>
                  <a:lnTo>
                    <a:pt x="2394" y="3722"/>
                  </a:lnTo>
                  <a:lnTo>
                    <a:pt x="2331" y="3762"/>
                  </a:lnTo>
                  <a:lnTo>
                    <a:pt x="2264" y="3798"/>
                  </a:lnTo>
                  <a:lnTo>
                    <a:pt x="2194" y="3827"/>
                  </a:lnTo>
                  <a:lnTo>
                    <a:pt x="2121" y="3852"/>
                  </a:lnTo>
                  <a:lnTo>
                    <a:pt x="2045" y="3869"/>
                  </a:lnTo>
                  <a:lnTo>
                    <a:pt x="1967" y="3879"/>
                  </a:lnTo>
                  <a:lnTo>
                    <a:pt x="1886" y="3882"/>
                  </a:lnTo>
                  <a:lnTo>
                    <a:pt x="1807" y="3879"/>
                  </a:lnTo>
                  <a:lnTo>
                    <a:pt x="1728" y="3869"/>
                  </a:lnTo>
                  <a:lnTo>
                    <a:pt x="1653" y="3852"/>
                  </a:lnTo>
                  <a:lnTo>
                    <a:pt x="1580" y="3827"/>
                  </a:lnTo>
                  <a:lnTo>
                    <a:pt x="1510" y="3798"/>
                  </a:lnTo>
                  <a:lnTo>
                    <a:pt x="1442" y="3762"/>
                  </a:lnTo>
                  <a:lnTo>
                    <a:pt x="1378" y="3722"/>
                  </a:lnTo>
                  <a:lnTo>
                    <a:pt x="1319" y="3675"/>
                  </a:lnTo>
                  <a:lnTo>
                    <a:pt x="1264" y="3625"/>
                  </a:lnTo>
                  <a:lnTo>
                    <a:pt x="1213" y="3569"/>
                  </a:lnTo>
                  <a:lnTo>
                    <a:pt x="1167" y="3509"/>
                  </a:lnTo>
                  <a:lnTo>
                    <a:pt x="1125" y="3445"/>
                  </a:lnTo>
                  <a:lnTo>
                    <a:pt x="1090" y="3379"/>
                  </a:lnTo>
                  <a:lnTo>
                    <a:pt x="1060" y="3308"/>
                  </a:lnTo>
                  <a:lnTo>
                    <a:pt x="1037" y="3235"/>
                  </a:lnTo>
                  <a:lnTo>
                    <a:pt x="1020" y="3159"/>
                  </a:lnTo>
                  <a:lnTo>
                    <a:pt x="1009" y="3081"/>
                  </a:lnTo>
                  <a:lnTo>
                    <a:pt x="1005" y="3001"/>
                  </a:lnTo>
                  <a:lnTo>
                    <a:pt x="1009" y="2921"/>
                  </a:lnTo>
                  <a:lnTo>
                    <a:pt x="1020" y="2843"/>
                  </a:lnTo>
                  <a:lnTo>
                    <a:pt x="1037" y="2766"/>
                  </a:lnTo>
                  <a:lnTo>
                    <a:pt x="1060" y="2694"/>
                  </a:lnTo>
                  <a:lnTo>
                    <a:pt x="1090" y="2624"/>
                  </a:lnTo>
                  <a:lnTo>
                    <a:pt x="1125" y="2557"/>
                  </a:lnTo>
                  <a:lnTo>
                    <a:pt x="1167" y="2493"/>
                  </a:lnTo>
                  <a:lnTo>
                    <a:pt x="1213" y="2434"/>
                  </a:lnTo>
                  <a:lnTo>
                    <a:pt x="1264" y="2379"/>
                  </a:lnTo>
                  <a:lnTo>
                    <a:pt x="1319" y="2327"/>
                  </a:lnTo>
                  <a:lnTo>
                    <a:pt x="1378" y="2282"/>
                  </a:lnTo>
                  <a:lnTo>
                    <a:pt x="1442" y="2240"/>
                  </a:lnTo>
                  <a:lnTo>
                    <a:pt x="1510" y="2204"/>
                  </a:lnTo>
                  <a:lnTo>
                    <a:pt x="1580" y="2175"/>
                  </a:lnTo>
                  <a:lnTo>
                    <a:pt x="1653" y="2151"/>
                  </a:lnTo>
                  <a:lnTo>
                    <a:pt x="1728" y="2134"/>
                  </a:lnTo>
                  <a:lnTo>
                    <a:pt x="1807" y="2123"/>
                  </a:lnTo>
                  <a:lnTo>
                    <a:pt x="1886" y="2119"/>
                  </a:lnTo>
                  <a:close/>
                  <a:moveTo>
                    <a:pt x="2648" y="1902"/>
                  </a:moveTo>
                  <a:lnTo>
                    <a:pt x="2768" y="1975"/>
                  </a:lnTo>
                  <a:lnTo>
                    <a:pt x="2588" y="2267"/>
                  </a:lnTo>
                  <a:lnTo>
                    <a:pt x="2471" y="2194"/>
                  </a:lnTo>
                  <a:lnTo>
                    <a:pt x="2648" y="1902"/>
                  </a:lnTo>
                  <a:close/>
                  <a:moveTo>
                    <a:pt x="1325" y="1836"/>
                  </a:moveTo>
                  <a:lnTo>
                    <a:pt x="1473" y="2111"/>
                  </a:lnTo>
                  <a:lnTo>
                    <a:pt x="1351" y="2177"/>
                  </a:lnTo>
                  <a:lnTo>
                    <a:pt x="1204" y="1902"/>
                  </a:lnTo>
                  <a:lnTo>
                    <a:pt x="1325" y="1836"/>
                  </a:lnTo>
                  <a:close/>
                  <a:moveTo>
                    <a:pt x="1121" y="1158"/>
                  </a:moveTo>
                  <a:lnTo>
                    <a:pt x="1121" y="1534"/>
                  </a:lnTo>
                  <a:lnTo>
                    <a:pt x="1154" y="1519"/>
                  </a:lnTo>
                  <a:lnTo>
                    <a:pt x="1160" y="1479"/>
                  </a:lnTo>
                  <a:lnTo>
                    <a:pt x="1163" y="1434"/>
                  </a:lnTo>
                  <a:lnTo>
                    <a:pt x="1163" y="1388"/>
                  </a:lnTo>
                  <a:lnTo>
                    <a:pt x="1162" y="1342"/>
                  </a:lnTo>
                  <a:lnTo>
                    <a:pt x="1157" y="1297"/>
                  </a:lnTo>
                  <a:lnTo>
                    <a:pt x="1150" y="1254"/>
                  </a:lnTo>
                  <a:lnTo>
                    <a:pt x="1141" y="1216"/>
                  </a:lnTo>
                  <a:lnTo>
                    <a:pt x="1132" y="1184"/>
                  </a:lnTo>
                  <a:lnTo>
                    <a:pt x="1121" y="1158"/>
                  </a:lnTo>
                  <a:close/>
                  <a:moveTo>
                    <a:pt x="585" y="1158"/>
                  </a:moveTo>
                  <a:lnTo>
                    <a:pt x="576" y="1180"/>
                  </a:lnTo>
                  <a:lnTo>
                    <a:pt x="566" y="1208"/>
                  </a:lnTo>
                  <a:lnTo>
                    <a:pt x="558" y="1242"/>
                  </a:lnTo>
                  <a:lnTo>
                    <a:pt x="551" y="1278"/>
                  </a:lnTo>
                  <a:lnTo>
                    <a:pt x="546" y="1319"/>
                  </a:lnTo>
                  <a:lnTo>
                    <a:pt x="544" y="1361"/>
                  </a:lnTo>
                  <a:lnTo>
                    <a:pt x="542" y="1402"/>
                  </a:lnTo>
                  <a:lnTo>
                    <a:pt x="542" y="1443"/>
                  </a:lnTo>
                  <a:lnTo>
                    <a:pt x="546" y="1483"/>
                  </a:lnTo>
                  <a:lnTo>
                    <a:pt x="552" y="1520"/>
                  </a:lnTo>
                  <a:lnTo>
                    <a:pt x="585" y="1534"/>
                  </a:lnTo>
                  <a:lnTo>
                    <a:pt x="585" y="1158"/>
                  </a:lnTo>
                  <a:close/>
                  <a:moveTo>
                    <a:pt x="1838" y="899"/>
                  </a:moveTo>
                  <a:lnTo>
                    <a:pt x="2129" y="899"/>
                  </a:lnTo>
                  <a:lnTo>
                    <a:pt x="2129" y="1038"/>
                  </a:lnTo>
                  <a:lnTo>
                    <a:pt x="1838" y="1038"/>
                  </a:lnTo>
                  <a:lnTo>
                    <a:pt x="1838" y="899"/>
                  </a:lnTo>
                  <a:close/>
                  <a:moveTo>
                    <a:pt x="853" y="833"/>
                  </a:moveTo>
                  <a:lnTo>
                    <a:pt x="789" y="1253"/>
                  </a:lnTo>
                  <a:lnTo>
                    <a:pt x="853" y="1340"/>
                  </a:lnTo>
                  <a:lnTo>
                    <a:pt x="854" y="1340"/>
                  </a:lnTo>
                  <a:lnTo>
                    <a:pt x="917" y="1253"/>
                  </a:lnTo>
                  <a:lnTo>
                    <a:pt x="854" y="833"/>
                  </a:lnTo>
                  <a:lnTo>
                    <a:pt x="853" y="833"/>
                  </a:lnTo>
                  <a:close/>
                  <a:moveTo>
                    <a:pt x="3119" y="754"/>
                  </a:moveTo>
                  <a:lnTo>
                    <a:pt x="3079" y="757"/>
                  </a:lnTo>
                  <a:lnTo>
                    <a:pt x="3042" y="765"/>
                  </a:lnTo>
                  <a:lnTo>
                    <a:pt x="3007" y="779"/>
                  </a:lnTo>
                  <a:lnTo>
                    <a:pt x="2971" y="798"/>
                  </a:lnTo>
                  <a:lnTo>
                    <a:pt x="2941" y="822"/>
                  </a:lnTo>
                  <a:lnTo>
                    <a:pt x="2915" y="849"/>
                  </a:lnTo>
                  <a:lnTo>
                    <a:pt x="2893" y="879"/>
                  </a:lnTo>
                  <a:lnTo>
                    <a:pt x="2874" y="911"/>
                  </a:lnTo>
                  <a:lnTo>
                    <a:pt x="2862" y="947"/>
                  </a:lnTo>
                  <a:lnTo>
                    <a:pt x="2853" y="984"/>
                  </a:lnTo>
                  <a:lnTo>
                    <a:pt x="2851" y="1021"/>
                  </a:lnTo>
                  <a:lnTo>
                    <a:pt x="2853" y="1059"/>
                  </a:lnTo>
                  <a:lnTo>
                    <a:pt x="2862" y="1097"/>
                  </a:lnTo>
                  <a:lnTo>
                    <a:pt x="2876" y="1134"/>
                  </a:lnTo>
                  <a:lnTo>
                    <a:pt x="2894" y="1168"/>
                  </a:lnTo>
                  <a:lnTo>
                    <a:pt x="2917" y="1197"/>
                  </a:lnTo>
                  <a:lnTo>
                    <a:pt x="2944" y="1224"/>
                  </a:lnTo>
                  <a:lnTo>
                    <a:pt x="2974" y="1247"/>
                  </a:lnTo>
                  <a:lnTo>
                    <a:pt x="3007" y="1265"/>
                  </a:lnTo>
                  <a:lnTo>
                    <a:pt x="3042" y="1278"/>
                  </a:lnTo>
                  <a:lnTo>
                    <a:pt x="3079" y="1286"/>
                  </a:lnTo>
                  <a:lnTo>
                    <a:pt x="3119" y="1289"/>
                  </a:lnTo>
                  <a:lnTo>
                    <a:pt x="3157" y="1286"/>
                  </a:lnTo>
                  <a:lnTo>
                    <a:pt x="3193" y="1278"/>
                  </a:lnTo>
                  <a:lnTo>
                    <a:pt x="3230" y="1265"/>
                  </a:lnTo>
                  <a:lnTo>
                    <a:pt x="3265" y="1245"/>
                  </a:lnTo>
                  <a:lnTo>
                    <a:pt x="3295" y="1222"/>
                  </a:lnTo>
                  <a:lnTo>
                    <a:pt x="3322" y="1195"/>
                  </a:lnTo>
                  <a:lnTo>
                    <a:pt x="3344" y="1164"/>
                  </a:lnTo>
                  <a:lnTo>
                    <a:pt x="3362" y="1131"/>
                  </a:lnTo>
                  <a:lnTo>
                    <a:pt x="3375" y="1097"/>
                  </a:lnTo>
                  <a:lnTo>
                    <a:pt x="3382" y="1060"/>
                  </a:lnTo>
                  <a:lnTo>
                    <a:pt x="3386" y="1023"/>
                  </a:lnTo>
                  <a:lnTo>
                    <a:pt x="3382" y="985"/>
                  </a:lnTo>
                  <a:lnTo>
                    <a:pt x="3375" y="947"/>
                  </a:lnTo>
                  <a:lnTo>
                    <a:pt x="3362" y="910"/>
                  </a:lnTo>
                  <a:lnTo>
                    <a:pt x="3342" y="876"/>
                  </a:lnTo>
                  <a:lnTo>
                    <a:pt x="3320" y="845"/>
                  </a:lnTo>
                  <a:lnTo>
                    <a:pt x="3293" y="819"/>
                  </a:lnTo>
                  <a:lnTo>
                    <a:pt x="3262" y="797"/>
                  </a:lnTo>
                  <a:lnTo>
                    <a:pt x="3229" y="779"/>
                  </a:lnTo>
                  <a:lnTo>
                    <a:pt x="3193" y="765"/>
                  </a:lnTo>
                  <a:lnTo>
                    <a:pt x="3157" y="757"/>
                  </a:lnTo>
                  <a:lnTo>
                    <a:pt x="3119" y="754"/>
                  </a:lnTo>
                  <a:close/>
                  <a:moveTo>
                    <a:pt x="3254" y="494"/>
                  </a:moveTo>
                  <a:lnTo>
                    <a:pt x="3271" y="498"/>
                  </a:lnTo>
                  <a:lnTo>
                    <a:pt x="3342" y="525"/>
                  </a:lnTo>
                  <a:lnTo>
                    <a:pt x="3358" y="533"/>
                  </a:lnTo>
                  <a:lnTo>
                    <a:pt x="3371" y="544"/>
                  </a:lnTo>
                  <a:lnTo>
                    <a:pt x="3380" y="559"/>
                  </a:lnTo>
                  <a:lnTo>
                    <a:pt x="3385" y="576"/>
                  </a:lnTo>
                  <a:lnTo>
                    <a:pt x="3386" y="593"/>
                  </a:lnTo>
                  <a:lnTo>
                    <a:pt x="3382" y="611"/>
                  </a:lnTo>
                  <a:lnTo>
                    <a:pt x="3362" y="667"/>
                  </a:lnTo>
                  <a:lnTo>
                    <a:pt x="3395" y="692"/>
                  </a:lnTo>
                  <a:lnTo>
                    <a:pt x="3425" y="720"/>
                  </a:lnTo>
                  <a:lnTo>
                    <a:pt x="3452" y="752"/>
                  </a:lnTo>
                  <a:lnTo>
                    <a:pt x="3508" y="726"/>
                  </a:lnTo>
                  <a:lnTo>
                    <a:pt x="3525" y="721"/>
                  </a:lnTo>
                  <a:lnTo>
                    <a:pt x="3542" y="721"/>
                  </a:lnTo>
                  <a:lnTo>
                    <a:pt x="3559" y="725"/>
                  </a:lnTo>
                  <a:lnTo>
                    <a:pt x="3574" y="732"/>
                  </a:lnTo>
                  <a:lnTo>
                    <a:pt x="3587" y="744"/>
                  </a:lnTo>
                  <a:lnTo>
                    <a:pt x="3597" y="759"/>
                  </a:lnTo>
                  <a:lnTo>
                    <a:pt x="3628" y="828"/>
                  </a:lnTo>
                  <a:lnTo>
                    <a:pt x="3634" y="845"/>
                  </a:lnTo>
                  <a:lnTo>
                    <a:pt x="3634" y="863"/>
                  </a:lnTo>
                  <a:lnTo>
                    <a:pt x="3630" y="881"/>
                  </a:lnTo>
                  <a:lnTo>
                    <a:pt x="3623" y="895"/>
                  </a:lnTo>
                  <a:lnTo>
                    <a:pt x="3611" y="909"/>
                  </a:lnTo>
                  <a:lnTo>
                    <a:pt x="3595" y="917"/>
                  </a:lnTo>
                  <a:lnTo>
                    <a:pt x="3541" y="943"/>
                  </a:lnTo>
                  <a:lnTo>
                    <a:pt x="3547" y="985"/>
                  </a:lnTo>
                  <a:lnTo>
                    <a:pt x="3548" y="1026"/>
                  </a:lnTo>
                  <a:lnTo>
                    <a:pt x="3546" y="1067"/>
                  </a:lnTo>
                  <a:lnTo>
                    <a:pt x="3602" y="1088"/>
                  </a:lnTo>
                  <a:lnTo>
                    <a:pt x="3618" y="1097"/>
                  </a:lnTo>
                  <a:lnTo>
                    <a:pt x="3630" y="1109"/>
                  </a:lnTo>
                  <a:lnTo>
                    <a:pt x="3640" y="1123"/>
                  </a:lnTo>
                  <a:lnTo>
                    <a:pt x="3645" y="1140"/>
                  </a:lnTo>
                  <a:lnTo>
                    <a:pt x="3646" y="1157"/>
                  </a:lnTo>
                  <a:lnTo>
                    <a:pt x="3641" y="1175"/>
                  </a:lnTo>
                  <a:lnTo>
                    <a:pt x="3616" y="1245"/>
                  </a:lnTo>
                  <a:lnTo>
                    <a:pt x="3607" y="1261"/>
                  </a:lnTo>
                  <a:lnTo>
                    <a:pt x="3596" y="1275"/>
                  </a:lnTo>
                  <a:lnTo>
                    <a:pt x="3580" y="1283"/>
                  </a:lnTo>
                  <a:lnTo>
                    <a:pt x="3564" y="1289"/>
                  </a:lnTo>
                  <a:lnTo>
                    <a:pt x="3546" y="1289"/>
                  </a:lnTo>
                  <a:lnTo>
                    <a:pt x="3528" y="1286"/>
                  </a:lnTo>
                  <a:lnTo>
                    <a:pt x="3473" y="1265"/>
                  </a:lnTo>
                  <a:lnTo>
                    <a:pt x="3447" y="1298"/>
                  </a:lnTo>
                  <a:lnTo>
                    <a:pt x="3419" y="1329"/>
                  </a:lnTo>
                  <a:lnTo>
                    <a:pt x="3389" y="1356"/>
                  </a:lnTo>
                  <a:lnTo>
                    <a:pt x="3413" y="1411"/>
                  </a:lnTo>
                  <a:lnTo>
                    <a:pt x="3418" y="1428"/>
                  </a:lnTo>
                  <a:lnTo>
                    <a:pt x="3419" y="1445"/>
                  </a:lnTo>
                  <a:lnTo>
                    <a:pt x="3416" y="1463"/>
                  </a:lnTo>
                  <a:lnTo>
                    <a:pt x="3407" y="1477"/>
                  </a:lnTo>
                  <a:lnTo>
                    <a:pt x="3396" y="1491"/>
                  </a:lnTo>
                  <a:lnTo>
                    <a:pt x="3380" y="1501"/>
                  </a:lnTo>
                  <a:lnTo>
                    <a:pt x="3311" y="1531"/>
                  </a:lnTo>
                  <a:lnTo>
                    <a:pt x="3294" y="1537"/>
                  </a:lnTo>
                  <a:lnTo>
                    <a:pt x="3277" y="1537"/>
                  </a:lnTo>
                  <a:lnTo>
                    <a:pt x="3260" y="1534"/>
                  </a:lnTo>
                  <a:lnTo>
                    <a:pt x="3245" y="1526"/>
                  </a:lnTo>
                  <a:lnTo>
                    <a:pt x="3231" y="1514"/>
                  </a:lnTo>
                  <a:lnTo>
                    <a:pt x="3222" y="1498"/>
                  </a:lnTo>
                  <a:lnTo>
                    <a:pt x="3197" y="1444"/>
                  </a:lnTo>
                  <a:lnTo>
                    <a:pt x="3155" y="1450"/>
                  </a:lnTo>
                  <a:lnTo>
                    <a:pt x="3114" y="1452"/>
                  </a:lnTo>
                  <a:lnTo>
                    <a:pt x="3073" y="1449"/>
                  </a:lnTo>
                  <a:lnTo>
                    <a:pt x="3052" y="1506"/>
                  </a:lnTo>
                  <a:lnTo>
                    <a:pt x="3044" y="1522"/>
                  </a:lnTo>
                  <a:lnTo>
                    <a:pt x="3031" y="1534"/>
                  </a:lnTo>
                  <a:lnTo>
                    <a:pt x="3017" y="1544"/>
                  </a:lnTo>
                  <a:lnTo>
                    <a:pt x="2999" y="1549"/>
                  </a:lnTo>
                  <a:lnTo>
                    <a:pt x="2982" y="1550"/>
                  </a:lnTo>
                  <a:lnTo>
                    <a:pt x="2965" y="1545"/>
                  </a:lnTo>
                  <a:lnTo>
                    <a:pt x="2894" y="1519"/>
                  </a:lnTo>
                  <a:lnTo>
                    <a:pt x="2878" y="1510"/>
                  </a:lnTo>
                  <a:lnTo>
                    <a:pt x="2866" y="1499"/>
                  </a:lnTo>
                  <a:lnTo>
                    <a:pt x="2856" y="1485"/>
                  </a:lnTo>
                  <a:lnTo>
                    <a:pt x="2851" y="1468"/>
                  </a:lnTo>
                  <a:lnTo>
                    <a:pt x="2850" y="1450"/>
                  </a:lnTo>
                  <a:lnTo>
                    <a:pt x="2855" y="1432"/>
                  </a:lnTo>
                  <a:lnTo>
                    <a:pt x="2876" y="1377"/>
                  </a:lnTo>
                  <a:lnTo>
                    <a:pt x="2842" y="1351"/>
                  </a:lnTo>
                  <a:lnTo>
                    <a:pt x="2812" y="1323"/>
                  </a:lnTo>
                  <a:lnTo>
                    <a:pt x="2783" y="1292"/>
                  </a:lnTo>
                  <a:lnTo>
                    <a:pt x="2729" y="1317"/>
                  </a:lnTo>
                  <a:lnTo>
                    <a:pt x="2712" y="1323"/>
                  </a:lnTo>
                  <a:lnTo>
                    <a:pt x="2695" y="1323"/>
                  </a:lnTo>
                  <a:lnTo>
                    <a:pt x="2678" y="1319"/>
                  </a:lnTo>
                  <a:lnTo>
                    <a:pt x="2662" y="1310"/>
                  </a:lnTo>
                  <a:lnTo>
                    <a:pt x="2650" y="1299"/>
                  </a:lnTo>
                  <a:lnTo>
                    <a:pt x="2640" y="1283"/>
                  </a:lnTo>
                  <a:lnTo>
                    <a:pt x="2608" y="1215"/>
                  </a:lnTo>
                  <a:lnTo>
                    <a:pt x="2603" y="1197"/>
                  </a:lnTo>
                  <a:lnTo>
                    <a:pt x="2602" y="1180"/>
                  </a:lnTo>
                  <a:lnTo>
                    <a:pt x="2606" y="1163"/>
                  </a:lnTo>
                  <a:lnTo>
                    <a:pt x="2614" y="1148"/>
                  </a:lnTo>
                  <a:lnTo>
                    <a:pt x="2626" y="1135"/>
                  </a:lnTo>
                  <a:lnTo>
                    <a:pt x="2641" y="1125"/>
                  </a:lnTo>
                  <a:lnTo>
                    <a:pt x="2695" y="1100"/>
                  </a:lnTo>
                  <a:lnTo>
                    <a:pt x="2690" y="1059"/>
                  </a:lnTo>
                  <a:lnTo>
                    <a:pt x="2688" y="1017"/>
                  </a:lnTo>
                  <a:lnTo>
                    <a:pt x="2690" y="976"/>
                  </a:lnTo>
                  <a:lnTo>
                    <a:pt x="2635" y="956"/>
                  </a:lnTo>
                  <a:lnTo>
                    <a:pt x="2619" y="947"/>
                  </a:lnTo>
                  <a:lnTo>
                    <a:pt x="2606" y="936"/>
                  </a:lnTo>
                  <a:lnTo>
                    <a:pt x="2597" y="920"/>
                  </a:lnTo>
                  <a:lnTo>
                    <a:pt x="2591" y="904"/>
                  </a:lnTo>
                  <a:lnTo>
                    <a:pt x="2591" y="886"/>
                  </a:lnTo>
                  <a:lnTo>
                    <a:pt x="2594" y="868"/>
                  </a:lnTo>
                  <a:lnTo>
                    <a:pt x="2620" y="797"/>
                  </a:lnTo>
                  <a:lnTo>
                    <a:pt x="2629" y="782"/>
                  </a:lnTo>
                  <a:lnTo>
                    <a:pt x="2641" y="769"/>
                  </a:lnTo>
                  <a:lnTo>
                    <a:pt x="2656" y="760"/>
                  </a:lnTo>
                  <a:lnTo>
                    <a:pt x="2673" y="755"/>
                  </a:lnTo>
                  <a:lnTo>
                    <a:pt x="2690" y="754"/>
                  </a:lnTo>
                  <a:lnTo>
                    <a:pt x="2707" y="758"/>
                  </a:lnTo>
                  <a:lnTo>
                    <a:pt x="2764" y="779"/>
                  </a:lnTo>
                  <a:lnTo>
                    <a:pt x="2788" y="746"/>
                  </a:lnTo>
                  <a:lnTo>
                    <a:pt x="2817" y="715"/>
                  </a:lnTo>
                  <a:lnTo>
                    <a:pt x="2849" y="687"/>
                  </a:lnTo>
                  <a:lnTo>
                    <a:pt x="2823" y="633"/>
                  </a:lnTo>
                  <a:lnTo>
                    <a:pt x="2818" y="615"/>
                  </a:lnTo>
                  <a:lnTo>
                    <a:pt x="2817" y="598"/>
                  </a:lnTo>
                  <a:lnTo>
                    <a:pt x="2822" y="581"/>
                  </a:lnTo>
                  <a:lnTo>
                    <a:pt x="2829" y="565"/>
                  </a:lnTo>
                  <a:lnTo>
                    <a:pt x="2841" y="553"/>
                  </a:lnTo>
                  <a:lnTo>
                    <a:pt x="2856" y="543"/>
                  </a:lnTo>
                  <a:lnTo>
                    <a:pt x="2925" y="511"/>
                  </a:lnTo>
                  <a:lnTo>
                    <a:pt x="2942" y="506"/>
                  </a:lnTo>
                  <a:lnTo>
                    <a:pt x="2960" y="505"/>
                  </a:lnTo>
                  <a:lnTo>
                    <a:pt x="2976" y="510"/>
                  </a:lnTo>
                  <a:lnTo>
                    <a:pt x="2992" y="517"/>
                  </a:lnTo>
                  <a:lnTo>
                    <a:pt x="3004" y="530"/>
                  </a:lnTo>
                  <a:lnTo>
                    <a:pt x="3014" y="544"/>
                  </a:lnTo>
                  <a:lnTo>
                    <a:pt x="3040" y="598"/>
                  </a:lnTo>
                  <a:lnTo>
                    <a:pt x="3082" y="593"/>
                  </a:lnTo>
                  <a:lnTo>
                    <a:pt x="3122" y="592"/>
                  </a:lnTo>
                  <a:lnTo>
                    <a:pt x="3164" y="595"/>
                  </a:lnTo>
                  <a:lnTo>
                    <a:pt x="3185" y="538"/>
                  </a:lnTo>
                  <a:lnTo>
                    <a:pt x="3193" y="522"/>
                  </a:lnTo>
                  <a:lnTo>
                    <a:pt x="3204" y="510"/>
                  </a:lnTo>
                  <a:lnTo>
                    <a:pt x="3220" y="500"/>
                  </a:lnTo>
                  <a:lnTo>
                    <a:pt x="3236" y="495"/>
                  </a:lnTo>
                  <a:lnTo>
                    <a:pt x="3254" y="494"/>
                  </a:lnTo>
                  <a:close/>
                  <a:moveTo>
                    <a:pt x="3131" y="256"/>
                  </a:moveTo>
                  <a:lnTo>
                    <a:pt x="3057" y="259"/>
                  </a:lnTo>
                  <a:lnTo>
                    <a:pt x="2985" y="269"/>
                  </a:lnTo>
                  <a:lnTo>
                    <a:pt x="2916" y="286"/>
                  </a:lnTo>
                  <a:lnTo>
                    <a:pt x="2849" y="310"/>
                  </a:lnTo>
                  <a:lnTo>
                    <a:pt x="2785" y="338"/>
                  </a:lnTo>
                  <a:lnTo>
                    <a:pt x="2725" y="372"/>
                  </a:lnTo>
                  <a:lnTo>
                    <a:pt x="2667" y="412"/>
                  </a:lnTo>
                  <a:lnTo>
                    <a:pt x="2614" y="456"/>
                  </a:lnTo>
                  <a:lnTo>
                    <a:pt x="2565" y="505"/>
                  </a:lnTo>
                  <a:lnTo>
                    <a:pt x="2521" y="559"/>
                  </a:lnTo>
                  <a:lnTo>
                    <a:pt x="2482" y="615"/>
                  </a:lnTo>
                  <a:lnTo>
                    <a:pt x="2447" y="677"/>
                  </a:lnTo>
                  <a:lnTo>
                    <a:pt x="2418" y="741"/>
                  </a:lnTo>
                  <a:lnTo>
                    <a:pt x="2396" y="807"/>
                  </a:lnTo>
                  <a:lnTo>
                    <a:pt x="2378" y="877"/>
                  </a:lnTo>
                  <a:lnTo>
                    <a:pt x="2367" y="948"/>
                  </a:lnTo>
                  <a:lnTo>
                    <a:pt x="2365" y="1022"/>
                  </a:lnTo>
                  <a:lnTo>
                    <a:pt x="2367" y="1096"/>
                  </a:lnTo>
                  <a:lnTo>
                    <a:pt x="2378" y="1168"/>
                  </a:lnTo>
                  <a:lnTo>
                    <a:pt x="2396" y="1237"/>
                  </a:lnTo>
                  <a:lnTo>
                    <a:pt x="2418" y="1304"/>
                  </a:lnTo>
                  <a:lnTo>
                    <a:pt x="2447" y="1368"/>
                  </a:lnTo>
                  <a:lnTo>
                    <a:pt x="2482" y="1428"/>
                  </a:lnTo>
                  <a:lnTo>
                    <a:pt x="2521" y="1485"/>
                  </a:lnTo>
                  <a:lnTo>
                    <a:pt x="2565" y="1539"/>
                  </a:lnTo>
                  <a:lnTo>
                    <a:pt x="2614" y="1588"/>
                  </a:lnTo>
                  <a:lnTo>
                    <a:pt x="2667" y="1632"/>
                  </a:lnTo>
                  <a:lnTo>
                    <a:pt x="2725" y="1671"/>
                  </a:lnTo>
                  <a:lnTo>
                    <a:pt x="2785" y="1706"/>
                  </a:lnTo>
                  <a:lnTo>
                    <a:pt x="2849" y="1734"/>
                  </a:lnTo>
                  <a:lnTo>
                    <a:pt x="2916" y="1757"/>
                  </a:lnTo>
                  <a:lnTo>
                    <a:pt x="2985" y="1774"/>
                  </a:lnTo>
                  <a:lnTo>
                    <a:pt x="3057" y="1784"/>
                  </a:lnTo>
                  <a:lnTo>
                    <a:pt x="3131" y="1788"/>
                  </a:lnTo>
                  <a:lnTo>
                    <a:pt x="3204" y="1784"/>
                  </a:lnTo>
                  <a:lnTo>
                    <a:pt x="3276" y="1774"/>
                  </a:lnTo>
                  <a:lnTo>
                    <a:pt x="3346" y="1757"/>
                  </a:lnTo>
                  <a:lnTo>
                    <a:pt x="3412" y="1734"/>
                  </a:lnTo>
                  <a:lnTo>
                    <a:pt x="3476" y="1706"/>
                  </a:lnTo>
                  <a:lnTo>
                    <a:pt x="3537" y="1671"/>
                  </a:lnTo>
                  <a:lnTo>
                    <a:pt x="3593" y="1632"/>
                  </a:lnTo>
                  <a:lnTo>
                    <a:pt x="3646" y="1588"/>
                  </a:lnTo>
                  <a:lnTo>
                    <a:pt x="3695" y="1539"/>
                  </a:lnTo>
                  <a:lnTo>
                    <a:pt x="3740" y="1485"/>
                  </a:lnTo>
                  <a:lnTo>
                    <a:pt x="3780" y="1428"/>
                  </a:lnTo>
                  <a:lnTo>
                    <a:pt x="3814" y="1368"/>
                  </a:lnTo>
                  <a:lnTo>
                    <a:pt x="3843" y="1304"/>
                  </a:lnTo>
                  <a:lnTo>
                    <a:pt x="3866" y="1237"/>
                  </a:lnTo>
                  <a:lnTo>
                    <a:pt x="3883" y="1168"/>
                  </a:lnTo>
                  <a:lnTo>
                    <a:pt x="3893" y="1096"/>
                  </a:lnTo>
                  <a:lnTo>
                    <a:pt x="3897" y="1022"/>
                  </a:lnTo>
                  <a:lnTo>
                    <a:pt x="3893" y="948"/>
                  </a:lnTo>
                  <a:lnTo>
                    <a:pt x="3883" y="877"/>
                  </a:lnTo>
                  <a:lnTo>
                    <a:pt x="3866" y="807"/>
                  </a:lnTo>
                  <a:lnTo>
                    <a:pt x="3843" y="741"/>
                  </a:lnTo>
                  <a:lnTo>
                    <a:pt x="3814" y="677"/>
                  </a:lnTo>
                  <a:lnTo>
                    <a:pt x="3780" y="615"/>
                  </a:lnTo>
                  <a:lnTo>
                    <a:pt x="3740" y="559"/>
                  </a:lnTo>
                  <a:lnTo>
                    <a:pt x="3695" y="505"/>
                  </a:lnTo>
                  <a:lnTo>
                    <a:pt x="3646" y="456"/>
                  </a:lnTo>
                  <a:lnTo>
                    <a:pt x="3593" y="412"/>
                  </a:lnTo>
                  <a:lnTo>
                    <a:pt x="3537" y="372"/>
                  </a:lnTo>
                  <a:lnTo>
                    <a:pt x="3476" y="338"/>
                  </a:lnTo>
                  <a:lnTo>
                    <a:pt x="3412" y="310"/>
                  </a:lnTo>
                  <a:lnTo>
                    <a:pt x="3346" y="286"/>
                  </a:lnTo>
                  <a:lnTo>
                    <a:pt x="3276" y="269"/>
                  </a:lnTo>
                  <a:lnTo>
                    <a:pt x="3204" y="259"/>
                  </a:lnTo>
                  <a:lnTo>
                    <a:pt x="3131" y="256"/>
                  </a:lnTo>
                  <a:close/>
                  <a:moveTo>
                    <a:pt x="853" y="220"/>
                  </a:moveTo>
                  <a:lnTo>
                    <a:pt x="896" y="224"/>
                  </a:lnTo>
                  <a:lnTo>
                    <a:pt x="935" y="234"/>
                  </a:lnTo>
                  <a:lnTo>
                    <a:pt x="973" y="250"/>
                  </a:lnTo>
                  <a:lnTo>
                    <a:pt x="1008" y="270"/>
                  </a:lnTo>
                  <a:lnTo>
                    <a:pt x="1038" y="296"/>
                  </a:lnTo>
                  <a:lnTo>
                    <a:pt x="1064" y="327"/>
                  </a:lnTo>
                  <a:lnTo>
                    <a:pt x="1085" y="361"/>
                  </a:lnTo>
                  <a:lnTo>
                    <a:pt x="1101" y="398"/>
                  </a:lnTo>
                  <a:lnTo>
                    <a:pt x="1111" y="439"/>
                  </a:lnTo>
                  <a:lnTo>
                    <a:pt x="1114" y="482"/>
                  </a:lnTo>
                  <a:lnTo>
                    <a:pt x="1111" y="523"/>
                  </a:lnTo>
                  <a:lnTo>
                    <a:pt x="1101" y="564"/>
                  </a:lnTo>
                  <a:lnTo>
                    <a:pt x="1085" y="601"/>
                  </a:lnTo>
                  <a:lnTo>
                    <a:pt x="1064" y="635"/>
                  </a:lnTo>
                  <a:lnTo>
                    <a:pt x="1038" y="666"/>
                  </a:lnTo>
                  <a:lnTo>
                    <a:pt x="1008" y="692"/>
                  </a:lnTo>
                  <a:lnTo>
                    <a:pt x="973" y="712"/>
                  </a:lnTo>
                  <a:lnTo>
                    <a:pt x="935" y="728"/>
                  </a:lnTo>
                  <a:lnTo>
                    <a:pt x="896" y="738"/>
                  </a:lnTo>
                  <a:lnTo>
                    <a:pt x="853" y="742"/>
                  </a:lnTo>
                  <a:lnTo>
                    <a:pt x="811" y="738"/>
                  </a:lnTo>
                  <a:lnTo>
                    <a:pt x="771" y="728"/>
                  </a:lnTo>
                  <a:lnTo>
                    <a:pt x="733" y="712"/>
                  </a:lnTo>
                  <a:lnTo>
                    <a:pt x="700" y="692"/>
                  </a:lnTo>
                  <a:lnTo>
                    <a:pt x="669" y="666"/>
                  </a:lnTo>
                  <a:lnTo>
                    <a:pt x="643" y="635"/>
                  </a:lnTo>
                  <a:lnTo>
                    <a:pt x="621" y="601"/>
                  </a:lnTo>
                  <a:lnTo>
                    <a:pt x="605" y="564"/>
                  </a:lnTo>
                  <a:lnTo>
                    <a:pt x="595" y="523"/>
                  </a:lnTo>
                  <a:lnTo>
                    <a:pt x="593" y="482"/>
                  </a:lnTo>
                  <a:lnTo>
                    <a:pt x="595" y="439"/>
                  </a:lnTo>
                  <a:lnTo>
                    <a:pt x="605" y="398"/>
                  </a:lnTo>
                  <a:lnTo>
                    <a:pt x="621" y="361"/>
                  </a:lnTo>
                  <a:lnTo>
                    <a:pt x="643" y="327"/>
                  </a:lnTo>
                  <a:lnTo>
                    <a:pt x="669" y="296"/>
                  </a:lnTo>
                  <a:lnTo>
                    <a:pt x="700" y="270"/>
                  </a:lnTo>
                  <a:lnTo>
                    <a:pt x="733" y="250"/>
                  </a:lnTo>
                  <a:lnTo>
                    <a:pt x="771" y="234"/>
                  </a:lnTo>
                  <a:lnTo>
                    <a:pt x="811" y="224"/>
                  </a:lnTo>
                  <a:lnTo>
                    <a:pt x="853" y="220"/>
                  </a:lnTo>
                  <a:close/>
                  <a:moveTo>
                    <a:pt x="3131" y="140"/>
                  </a:moveTo>
                  <a:lnTo>
                    <a:pt x="3211" y="144"/>
                  </a:lnTo>
                  <a:lnTo>
                    <a:pt x="3289" y="154"/>
                  </a:lnTo>
                  <a:lnTo>
                    <a:pt x="3364" y="171"/>
                  </a:lnTo>
                  <a:lnTo>
                    <a:pt x="3438" y="196"/>
                  </a:lnTo>
                  <a:lnTo>
                    <a:pt x="3508" y="225"/>
                  </a:lnTo>
                  <a:lnTo>
                    <a:pt x="3575" y="261"/>
                  </a:lnTo>
                  <a:lnTo>
                    <a:pt x="3639" y="301"/>
                  </a:lnTo>
                  <a:lnTo>
                    <a:pt x="3698" y="348"/>
                  </a:lnTo>
                  <a:lnTo>
                    <a:pt x="3753" y="398"/>
                  </a:lnTo>
                  <a:lnTo>
                    <a:pt x="3805" y="455"/>
                  </a:lnTo>
                  <a:lnTo>
                    <a:pt x="3850" y="514"/>
                  </a:lnTo>
                  <a:lnTo>
                    <a:pt x="3892" y="577"/>
                  </a:lnTo>
                  <a:lnTo>
                    <a:pt x="3927" y="644"/>
                  </a:lnTo>
                  <a:lnTo>
                    <a:pt x="3957" y="715"/>
                  </a:lnTo>
                  <a:lnTo>
                    <a:pt x="3980" y="787"/>
                  </a:lnTo>
                  <a:lnTo>
                    <a:pt x="3997" y="863"/>
                  </a:lnTo>
                  <a:lnTo>
                    <a:pt x="4008" y="942"/>
                  </a:lnTo>
                  <a:lnTo>
                    <a:pt x="4012" y="1022"/>
                  </a:lnTo>
                  <a:lnTo>
                    <a:pt x="4008" y="1102"/>
                  </a:lnTo>
                  <a:lnTo>
                    <a:pt x="3997" y="1180"/>
                  </a:lnTo>
                  <a:lnTo>
                    <a:pt x="3980" y="1256"/>
                  </a:lnTo>
                  <a:lnTo>
                    <a:pt x="3957" y="1329"/>
                  </a:lnTo>
                  <a:lnTo>
                    <a:pt x="3927" y="1400"/>
                  </a:lnTo>
                  <a:lnTo>
                    <a:pt x="3892" y="1466"/>
                  </a:lnTo>
                  <a:lnTo>
                    <a:pt x="3850" y="1530"/>
                  </a:lnTo>
                  <a:lnTo>
                    <a:pt x="3805" y="1590"/>
                  </a:lnTo>
                  <a:lnTo>
                    <a:pt x="3753" y="1646"/>
                  </a:lnTo>
                  <a:lnTo>
                    <a:pt x="3698" y="1696"/>
                  </a:lnTo>
                  <a:lnTo>
                    <a:pt x="3639" y="1743"/>
                  </a:lnTo>
                  <a:lnTo>
                    <a:pt x="3575" y="1783"/>
                  </a:lnTo>
                  <a:lnTo>
                    <a:pt x="3508" y="1819"/>
                  </a:lnTo>
                  <a:lnTo>
                    <a:pt x="3438" y="1848"/>
                  </a:lnTo>
                  <a:lnTo>
                    <a:pt x="3364" y="1873"/>
                  </a:lnTo>
                  <a:lnTo>
                    <a:pt x="3289" y="1890"/>
                  </a:lnTo>
                  <a:lnTo>
                    <a:pt x="3211" y="1900"/>
                  </a:lnTo>
                  <a:lnTo>
                    <a:pt x="3131" y="1903"/>
                  </a:lnTo>
                  <a:lnTo>
                    <a:pt x="3050" y="1900"/>
                  </a:lnTo>
                  <a:lnTo>
                    <a:pt x="2972" y="1890"/>
                  </a:lnTo>
                  <a:lnTo>
                    <a:pt x="2896" y="1873"/>
                  </a:lnTo>
                  <a:lnTo>
                    <a:pt x="2823" y="1848"/>
                  </a:lnTo>
                  <a:lnTo>
                    <a:pt x="2753" y="1819"/>
                  </a:lnTo>
                  <a:lnTo>
                    <a:pt x="2685" y="1783"/>
                  </a:lnTo>
                  <a:lnTo>
                    <a:pt x="2623" y="1743"/>
                  </a:lnTo>
                  <a:lnTo>
                    <a:pt x="2563" y="1696"/>
                  </a:lnTo>
                  <a:lnTo>
                    <a:pt x="2507" y="1646"/>
                  </a:lnTo>
                  <a:lnTo>
                    <a:pt x="2457" y="1589"/>
                  </a:lnTo>
                  <a:lnTo>
                    <a:pt x="2410" y="1530"/>
                  </a:lnTo>
                  <a:lnTo>
                    <a:pt x="2370" y="1466"/>
                  </a:lnTo>
                  <a:lnTo>
                    <a:pt x="2334" y="1400"/>
                  </a:lnTo>
                  <a:lnTo>
                    <a:pt x="2305" y="1329"/>
                  </a:lnTo>
                  <a:lnTo>
                    <a:pt x="2280" y="1256"/>
                  </a:lnTo>
                  <a:lnTo>
                    <a:pt x="2263" y="1180"/>
                  </a:lnTo>
                  <a:lnTo>
                    <a:pt x="2252" y="1102"/>
                  </a:lnTo>
                  <a:lnTo>
                    <a:pt x="2250" y="1022"/>
                  </a:lnTo>
                  <a:lnTo>
                    <a:pt x="2252" y="942"/>
                  </a:lnTo>
                  <a:lnTo>
                    <a:pt x="2263" y="863"/>
                  </a:lnTo>
                  <a:lnTo>
                    <a:pt x="2280" y="787"/>
                  </a:lnTo>
                  <a:lnTo>
                    <a:pt x="2305" y="715"/>
                  </a:lnTo>
                  <a:lnTo>
                    <a:pt x="2334" y="644"/>
                  </a:lnTo>
                  <a:lnTo>
                    <a:pt x="2370" y="577"/>
                  </a:lnTo>
                  <a:lnTo>
                    <a:pt x="2410" y="514"/>
                  </a:lnTo>
                  <a:lnTo>
                    <a:pt x="2457" y="455"/>
                  </a:lnTo>
                  <a:lnTo>
                    <a:pt x="2507" y="398"/>
                  </a:lnTo>
                  <a:lnTo>
                    <a:pt x="2563" y="348"/>
                  </a:lnTo>
                  <a:lnTo>
                    <a:pt x="2623" y="301"/>
                  </a:lnTo>
                  <a:lnTo>
                    <a:pt x="2685" y="261"/>
                  </a:lnTo>
                  <a:lnTo>
                    <a:pt x="2753" y="225"/>
                  </a:lnTo>
                  <a:lnTo>
                    <a:pt x="2823" y="196"/>
                  </a:lnTo>
                  <a:lnTo>
                    <a:pt x="2896" y="171"/>
                  </a:lnTo>
                  <a:lnTo>
                    <a:pt x="2972" y="154"/>
                  </a:lnTo>
                  <a:lnTo>
                    <a:pt x="3050" y="144"/>
                  </a:lnTo>
                  <a:lnTo>
                    <a:pt x="3131" y="140"/>
                  </a:lnTo>
                  <a:close/>
                  <a:moveTo>
                    <a:pt x="853" y="122"/>
                  </a:moveTo>
                  <a:lnTo>
                    <a:pt x="778" y="126"/>
                  </a:lnTo>
                  <a:lnTo>
                    <a:pt x="706" y="137"/>
                  </a:lnTo>
                  <a:lnTo>
                    <a:pt x="636" y="155"/>
                  </a:lnTo>
                  <a:lnTo>
                    <a:pt x="568" y="180"/>
                  </a:lnTo>
                  <a:lnTo>
                    <a:pt x="504" y="210"/>
                  </a:lnTo>
                  <a:lnTo>
                    <a:pt x="444" y="247"/>
                  </a:lnTo>
                  <a:lnTo>
                    <a:pt x="388" y="289"/>
                  </a:lnTo>
                  <a:lnTo>
                    <a:pt x="336" y="337"/>
                  </a:lnTo>
                  <a:lnTo>
                    <a:pt x="290" y="388"/>
                  </a:lnTo>
                  <a:lnTo>
                    <a:pt x="247" y="445"/>
                  </a:lnTo>
                  <a:lnTo>
                    <a:pt x="210" y="505"/>
                  </a:lnTo>
                  <a:lnTo>
                    <a:pt x="179" y="569"/>
                  </a:lnTo>
                  <a:lnTo>
                    <a:pt x="155" y="636"/>
                  </a:lnTo>
                  <a:lnTo>
                    <a:pt x="137" y="706"/>
                  </a:lnTo>
                  <a:lnTo>
                    <a:pt x="126" y="779"/>
                  </a:lnTo>
                  <a:lnTo>
                    <a:pt x="122" y="854"/>
                  </a:lnTo>
                  <a:lnTo>
                    <a:pt x="125" y="921"/>
                  </a:lnTo>
                  <a:lnTo>
                    <a:pt x="135" y="989"/>
                  </a:lnTo>
                  <a:lnTo>
                    <a:pt x="150" y="1053"/>
                  </a:lnTo>
                  <a:lnTo>
                    <a:pt x="171" y="1115"/>
                  </a:lnTo>
                  <a:lnTo>
                    <a:pt x="196" y="1174"/>
                  </a:lnTo>
                  <a:lnTo>
                    <a:pt x="227" y="1231"/>
                  </a:lnTo>
                  <a:lnTo>
                    <a:pt x="263" y="1285"/>
                  </a:lnTo>
                  <a:lnTo>
                    <a:pt x="303" y="1335"/>
                  </a:lnTo>
                  <a:lnTo>
                    <a:pt x="347" y="1380"/>
                  </a:lnTo>
                  <a:lnTo>
                    <a:pt x="346" y="1359"/>
                  </a:lnTo>
                  <a:lnTo>
                    <a:pt x="346" y="1342"/>
                  </a:lnTo>
                  <a:lnTo>
                    <a:pt x="345" y="1329"/>
                  </a:lnTo>
                  <a:lnTo>
                    <a:pt x="346" y="1274"/>
                  </a:lnTo>
                  <a:lnTo>
                    <a:pt x="352" y="1222"/>
                  </a:lnTo>
                  <a:lnTo>
                    <a:pt x="363" y="1173"/>
                  </a:lnTo>
                  <a:lnTo>
                    <a:pt x="378" y="1127"/>
                  </a:lnTo>
                  <a:lnTo>
                    <a:pt x="398" y="1086"/>
                  </a:lnTo>
                  <a:lnTo>
                    <a:pt x="420" y="1046"/>
                  </a:lnTo>
                  <a:lnTo>
                    <a:pt x="444" y="1010"/>
                  </a:lnTo>
                  <a:lnTo>
                    <a:pt x="471" y="976"/>
                  </a:lnTo>
                  <a:lnTo>
                    <a:pt x="500" y="946"/>
                  </a:lnTo>
                  <a:lnTo>
                    <a:pt x="528" y="917"/>
                  </a:lnTo>
                  <a:lnTo>
                    <a:pt x="556" y="893"/>
                  </a:lnTo>
                  <a:lnTo>
                    <a:pt x="584" y="870"/>
                  </a:lnTo>
                  <a:lnTo>
                    <a:pt x="611" y="850"/>
                  </a:lnTo>
                  <a:lnTo>
                    <a:pt x="637" y="833"/>
                  </a:lnTo>
                  <a:lnTo>
                    <a:pt x="659" y="818"/>
                  </a:lnTo>
                  <a:lnTo>
                    <a:pt x="680" y="806"/>
                  </a:lnTo>
                  <a:lnTo>
                    <a:pt x="686" y="802"/>
                  </a:lnTo>
                  <a:lnTo>
                    <a:pt x="692" y="800"/>
                  </a:lnTo>
                  <a:lnTo>
                    <a:pt x="723" y="781"/>
                  </a:lnTo>
                  <a:lnTo>
                    <a:pt x="756" y="766"/>
                  </a:lnTo>
                  <a:lnTo>
                    <a:pt x="789" y="757"/>
                  </a:lnTo>
                  <a:lnTo>
                    <a:pt x="790" y="757"/>
                  </a:lnTo>
                  <a:lnTo>
                    <a:pt x="853" y="823"/>
                  </a:lnTo>
                  <a:lnTo>
                    <a:pt x="918" y="758"/>
                  </a:lnTo>
                  <a:lnTo>
                    <a:pt x="951" y="768"/>
                  </a:lnTo>
                  <a:lnTo>
                    <a:pt x="983" y="781"/>
                  </a:lnTo>
                  <a:lnTo>
                    <a:pt x="1014" y="800"/>
                  </a:lnTo>
                  <a:lnTo>
                    <a:pt x="1020" y="802"/>
                  </a:lnTo>
                  <a:lnTo>
                    <a:pt x="1027" y="806"/>
                  </a:lnTo>
                  <a:lnTo>
                    <a:pt x="1047" y="818"/>
                  </a:lnTo>
                  <a:lnTo>
                    <a:pt x="1070" y="833"/>
                  </a:lnTo>
                  <a:lnTo>
                    <a:pt x="1096" y="851"/>
                  </a:lnTo>
                  <a:lnTo>
                    <a:pt x="1123" y="871"/>
                  </a:lnTo>
                  <a:lnTo>
                    <a:pt x="1151" y="893"/>
                  </a:lnTo>
                  <a:lnTo>
                    <a:pt x="1179" y="919"/>
                  </a:lnTo>
                  <a:lnTo>
                    <a:pt x="1209" y="947"/>
                  </a:lnTo>
                  <a:lnTo>
                    <a:pt x="1237" y="978"/>
                  </a:lnTo>
                  <a:lnTo>
                    <a:pt x="1263" y="1012"/>
                  </a:lnTo>
                  <a:lnTo>
                    <a:pt x="1289" y="1049"/>
                  </a:lnTo>
                  <a:lnTo>
                    <a:pt x="1311" y="1089"/>
                  </a:lnTo>
                  <a:lnTo>
                    <a:pt x="1329" y="1132"/>
                  </a:lnTo>
                  <a:lnTo>
                    <a:pt x="1344" y="1178"/>
                  </a:lnTo>
                  <a:lnTo>
                    <a:pt x="1355" y="1227"/>
                  </a:lnTo>
                  <a:lnTo>
                    <a:pt x="1361" y="1280"/>
                  </a:lnTo>
                  <a:lnTo>
                    <a:pt x="1360" y="1336"/>
                  </a:lnTo>
                  <a:lnTo>
                    <a:pt x="1360" y="1347"/>
                  </a:lnTo>
                  <a:lnTo>
                    <a:pt x="1359" y="1363"/>
                  </a:lnTo>
                  <a:lnTo>
                    <a:pt x="1359" y="1382"/>
                  </a:lnTo>
                  <a:lnTo>
                    <a:pt x="1403" y="1335"/>
                  </a:lnTo>
                  <a:lnTo>
                    <a:pt x="1442" y="1285"/>
                  </a:lnTo>
                  <a:lnTo>
                    <a:pt x="1479" y="1232"/>
                  </a:lnTo>
                  <a:lnTo>
                    <a:pt x="1510" y="1174"/>
                  </a:lnTo>
                  <a:lnTo>
                    <a:pt x="1535" y="1115"/>
                  </a:lnTo>
                  <a:lnTo>
                    <a:pt x="1556" y="1053"/>
                  </a:lnTo>
                  <a:lnTo>
                    <a:pt x="1572" y="989"/>
                  </a:lnTo>
                  <a:lnTo>
                    <a:pt x="1581" y="921"/>
                  </a:lnTo>
                  <a:lnTo>
                    <a:pt x="1584" y="854"/>
                  </a:lnTo>
                  <a:lnTo>
                    <a:pt x="1581" y="779"/>
                  </a:lnTo>
                  <a:lnTo>
                    <a:pt x="1570" y="706"/>
                  </a:lnTo>
                  <a:lnTo>
                    <a:pt x="1551" y="636"/>
                  </a:lnTo>
                  <a:lnTo>
                    <a:pt x="1527" y="569"/>
                  </a:lnTo>
                  <a:lnTo>
                    <a:pt x="1496" y="505"/>
                  </a:lnTo>
                  <a:lnTo>
                    <a:pt x="1459" y="445"/>
                  </a:lnTo>
                  <a:lnTo>
                    <a:pt x="1418" y="388"/>
                  </a:lnTo>
                  <a:lnTo>
                    <a:pt x="1370" y="337"/>
                  </a:lnTo>
                  <a:lnTo>
                    <a:pt x="1318" y="289"/>
                  </a:lnTo>
                  <a:lnTo>
                    <a:pt x="1262" y="247"/>
                  </a:lnTo>
                  <a:lnTo>
                    <a:pt x="1202" y="210"/>
                  </a:lnTo>
                  <a:lnTo>
                    <a:pt x="1138" y="180"/>
                  </a:lnTo>
                  <a:lnTo>
                    <a:pt x="1070" y="155"/>
                  </a:lnTo>
                  <a:lnTo>
                    <a:pt x="1000" y="137"/>
                  </a:lnTo>
                  <a:lnTo>
                    <a:pt x="928" y="126"/>
                  </a:lnTo>
                  <a:lnTo>
                    <a:pt x="853" y="122"/>
                  </a:lnTo>
                  <a:close/>
                  <a:moveTo>
                    <a:pt x="853" y="0"/>
                  </a:moveTo>
                  <a:lnTo>
                    <a:pt x="935" y="4"/>
                  </a:lnTo>
                  <a:lnTo>
                    <a:pt x="1015" y="15"/>
                  </a:lnTo>
                  <a:lnTo>
                    <a:pt x="1092" y="34"/>
                  </a:lnTo>
                  <a:lnTo>
                    <a:pt x="1167" y="59"/>
                  </a:lnTo>
                  <a:lnTo>
                    <a:pt x="1238" y="91"/>
                  </a:lnTo>
                  <a:lnTo>
                    <a:pt x="1306" y="131"/>
                  </a:lnTo>
                  <a:lnTo>
                    <a:pt x="1368" y="173"/>
                  </a:lnTo>
                  <a:lnTo>
                    <a:pt x="1429" y="224"/>
                  </a:lnTo>
                  <a:lnTo>
                    <a:pt x="1483" y="278"/>
                  </a:lnTo>
                  <a:lnTo>
                    <a:pt x="1532" y="337"/>
                  </a:lnTo>
                  <a:lnTo>
                    <a:pt x="1576" y="401"/>
                  </a:lnTo>
                  <a:lnTo>
                    <a:pt x="1614" y="468"/>
                  </a:lnTo>
                  <a:lnTo>
                    <a:pt x="1646" y="539"/>
                  </a:lnTo>
                  <a:lnTo>
                    <a:pt x="1672" y="614"/>
                  </a:lnTo>
                  <a:lnTo>
                    <a:pt x="1691" y="692"/>
                  </a:lnTo>
                  <a:lnTo>
                    <a:pt x="1702" y="771"/>
                  </a:lnTo>
                  <a:lnTo>
                    <a:pt x="1706" y="854"/>
                  </a:lnTo>
                  <a:lnTo>
                    <a:pt x="1702" y="936"/>
                  </a:lnTo>
                  <a:lnTo>
                    <a:pt x="1691" y="1016"/>
                  </a:lnTo>
                  <a:lnTo>
                    <a:pt x="1672" y="1093"/>
                  </a:lnTo>
                  <a:lnTo>
                    <a:pt x="1646" y="1167"/>
                  </a:lnTo>
                  <a:lnTo>
                    <a:pt x="1614" y="1238"/>
                  </a:lnTo>
                  <a:lnTo>
                    <a:pt x="1576" y="1305"/>
                  </a:lnTo>
                  <a:lnTo>
                    <a:pt x="1532" y="1369"/>
                  </a:lnTo>
                  <a:lnTo>
                    <a:pt x="1483" y="1428"/>
                  </a:lnTo>
                  <a:lnTo>
                    <a:pt x="1429" y="1483"/>
                  </a:lnTo>
                  <a:lnTo>
                    <a:pt x="1368" y="1533"/>
                  </a:lnTo>
                  <a:lnTo>
                    <a:pt x="1306" y="1577"/>
                  </a:lnTo>
                  <a:lnTo>
                    <a:pt x="1238" y="1615"/>
                  </a:lnTo>
                  <a:lnTo>
                    <a:pt x="1167" y="1647"/>
                  </a:lnTo>
                  <a:lnTo>
                    <a:pt x="1092" y="1673"/>
                  </a:lnTo>
                  <a:lnTo>
                    <a:pt x="1015" y="1691"/>
                  </a:lnTo>
                  <a:lnTo>
                    <a:pt x="935" y="1703"/>
                  </a:lnTo>
                  <a:lnTo>
                    <a:pt x="853" y="1707"/>
                  </a:lnTo>
                  <a:lnTo>
                    <a:pt x="771" y="1703"/>
                  </a:lnTo>
                  <a:lnTo>
                    <a:pt x="691" y="1691"/>
                  </a:lnTo>
                  <a:lnTo>
                    <a:pt x="614" y="1673"/>
                  </a:lnTo>
                  <a:lnTo>
                    <a:pt x="540" y="1647"/>
                  </a:lnTo>
                  <a:lnTo>
                    <a:pt x="469" y="1615"/>
                  </a:lnTo>
                  <a:lnTo>
                    <a:pt x="401" y="1577"/>
                  </a:lnTo>
                  <a:lnTo>
                    <a:pt x="338" y="1533"/>
                  </a:lnTo>
                  <a:lnTo>
                    <a:pt x="279" y="1483"/>
                  </a:lnTo>
                  <a:lnTo>
                    <a:pt x="223" y="1428"/>
                  </a:lnTo>
                  <a:lnTo>
                    <a:pt x="174" y="1369"/>
                  </a:lnTo>
                  <a:lnTo>
                    <a:pt x="130" y="1305"/>
                  </a:lnTo>
                  <a:lnTo>
                    <a:pt x="92" y="1238"/>
                  </a:lnTo>
                  <a:lnTo>
                    <a:pt x="60" y="1167"/>
                  </a:lnTo>
                  <a:lnTo>
                    <a:pt x="34" y="1093"/>
                  </a:lnTo>
                  <a:lnTo>
                    <a:pt x="16" y="1016"/>
                  </a:lnTo>
                  <a:lnTo>
                    <a:pt x="4" y="936"/>
                  </a:lnTo>
                  <a:lnTo>
                    <a:pt x="0" y="854"/>
                  </a:lnTo>
                  <a:lnTo>
                    <a:pt x="4" y="771"/>
                  </a:lnTo>
                  <a:lnTo>
                    <a:pt x="16" y="692"/>
                  </a:lnTo>
                  <a:lnTo>
                    <a:pt x="34" y="614"/>
                  </a:lnTo>
                  <a:lnTo>
                    <a:pt x="60" y="539"/>
                  </a:lnTo>
                  <a:lnTo>
                    <a:pt x="92" y="468"/>
                  </a:lnTo>
                  <a:lnTo>
                    <a:pt x="130" y="401"/>
                  </a:lnTo>
                  <a:lnTo>
                    <a:pt x="174" y="337"/>
                  </a:lnTo>
                  <a:lnTo>
                    <a:pt x="223" y="278"/>
                  </a:lnTo>
                  <a:lnTo>
                    <a:pt x="279" y="224"/>
                  </a:lnTo>
                  <a:lnTo>
                    <a:pt x="338" y="173"/>
                  </a:lnTo>
                  <a:lnTo>
                    <a:pt x="401" y="131"/>
                  </a:lnTo>
                  <a:lnTo>
                    <a:pt x="469" y="91"/>
                  </a:lnTo>
                  <a:lnTo>
                    <a:pt x="540" y="59"/>
                  </a:lnTo>
                  <a:lnTo>
                    <a:pt x="614" y="34"/>
                  </a:lnTo>
                  <a:lnTo>
                    <a:pt x="691" y="15"/>
                  </a:lnTo>
                  <a:lnTo>
                    <a:pt x="771" y="4"/>
                  </a:lnTo>
                  <a:lnTo>
                    <a:pt x="853" y="0"/>
                  </a:lnTo>
                  <a:lnTo>
                    <a:pt x="853" y="0"/>
                  </a:lnTo>
                  <a:close/>
                </a:path>
              </a:pathLst>
            </a:custGeom>
            <a:solidFill>
              <a:schemeClr val="accent6"/>
            </a:solidFill>
            <a:ln w="0">
              <a:noFill/>
              <a:prstDash val="solid"/>
              <a:round/>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latin typeface="+mj-lt"/>
              </a:endParaRPr>
            </a:p>
          </p:txBody>
        </p:sp>
      </p:grpSp>
      <p:sp>
        <p:nvSpPr>
          <p:cNvPr id="27" name="Donut 101">
            <a:extLst>
              <a:ext uri="{FF2B5EF4-FFF2-40B4-BE49-F238E27FC236}">
                <a16:creationId xmlns:a16="http://schemas.microsoft.com/office/drawing/2014/main" id="{75524309-D419-006E-1309-4AD5029EA705}"/>
              </a:ext>
            </a:extLst>
          </p:cNvPr>
          <p:cNvSpPr/>
          <p:nvPr/>
        </p:nvSpPr>
        <p:spPr>
          <a:xfrm>
            <a:off x="963458" y="1326976"/>
            <a:ext cx="3871476" cy="3871476"/>
          </a:xfrm>
          <a:prstGeom prst="donut">
            <a:avLst>
              <a:gd name="adj" fmla="val 1514"/>
            </a:avLst>
          </a:prstGeom>
          <a:gradFill>
            <a:gsLst>
              <a:gs pos="16000">
                <a:schemeClr val="bg1">
                  <a:lumMod val="8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solidFill>
                <a:schemeClr val="tx1"/>
              </a:solidFill>
              <a:latin typeface="+mj-lt"/>
            </a:endParaRPr>
          </a:p>
        </p:txBody>
      </p:sp>
      <p:sp>
        <p:nvSpPr>
          <p:cNvPr id="29" name="Donut 2">
            <a:extLst>
              <a:ext uri="{FF2B5EF4-FFF2-40B4-BE49-F238E27FC236}">
                <a16:creationId xmlns:a16="http://schemas.microsoft.com/office/drawing/2014/main" id="{7390F662-6D18-3EDE-850D-6C0212097FB7}"/>
              </a:ext>
            </a:extLst>
          </p:cNvPr>
          <p:cNvSpPr/>
          <p:nvPr/>
        </p:nvSpPr>
        <p:spPr>
          <a:xfrm>
            <a:off x="1153016" y="1464760"/>
            <a:ext cx="3519523" cy="3519523"/>
          </a:xfrm>
          <a:prstGeom prst="donut">
            <a:avLst>
              <a:gd name="adj" fmla="val 10687"/>
            </a:avLst>
          </a:prstGeom>
          <a:gradFill>
            <a:gsLst>
              <a:gs pos="16000">
                <a:schemeClr val="bg1">
                  <a:lumMod val="95000"/>
                </a:schemeClr>
              </a:gs>
              <a:gs pos="87000">
                <a:schemeClr val="bg1">
                  <a:lumMod val="65000"/>
                  <a:alpha val="52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tx1"/>
              </a:solidFill>
              <a:latin typeface="+mj-lt"/>
            </a:endParaRPr>
          </a:p>
        </p:txBody>
      </p:sp>
      <p:sp>
        <p:nvSpPr>
          <p:cNvPr id="3" name="ZoneTexte 2">
            <a:extLst>
              <a:ext uri="{FF2B5EF4-FFF2-40B4-BE49-F238E27FC236}">
                <a16:creationId xmlns:a16="http://schemas.microsoft.com/office/drawing/2014/main" id="{BDD19C38-B5F5-CDAB-5DDC-0AEECA370CE7}"/>
              </a:ext>
            </a:extLst>
          </p:cNvPr>
          <p:cNvSpPr txBox="1"/>
          <p:nvPr/>
        </p:nvSpPr>
        <p:spPr>
          <a:xfrm>
            <a:off x="2310014" y="2891289"/>
            <a:ext cx="237566" cy="369332"/>
          </a:xfrm>
          <a:prstGeom prst="rect">
            <a:avLst/>
          </a:prstGeom>
          <a:noFill/>
        </p:spPr>
        <p:txBody>
          <a:bodyPr wrap="none" rtlCol="0">
            <a:spAutoFit/>
          </a:bodyPr>
          <a:lstStyle/>
          <a:p>
            <a:r>
              <a:rPr lang="en-US" dirty="0">
                <a:latin typeface="+mj-lt"/>
              </a:rPr>
              <a:t> </a:t>
            </a:r>
          </a:p>
        </p:txBody>
      </p:sp>
      <p:sp>
        <p:nvSpPr>
          <p:cNvPr id="4" name="Rectangle 3">
            <a:extLst>
              <a:ext uri="{FF2B5EF4-FFF2-40B4-BE49-F238E27FC236}">
                <a16:creationId xmlns:a16="http://schemas.microsoft.com/office/drawing/2014/main" id="{C6C8021E-CF0D-4FB8-8278-06CE74EC4F1F}"/>
              </a:ext>
            </a:extLst>
          </p:cNvPr>
          <p:cNvSpPr/>
          <p:nvPr/>
        </p:nvSpPr>
        <p:spPr>
          <a:xfrm>
            <a:off x="1404866" y="2660456"/>
            <a:ext cx="3090558" cy="1200329"/>
          </a:xfrm>
          <a:prstGeom prst="rect">
            <a:avLst/>
          </a:prstGeom>
        </p:spPr>
        <p:txBody>
          <a:bodyPr wrap="square">
            <a:spAutoFit/>
          </a:bodyPr>
          <a:lstStyle/>
          <a:p>
            <a:pPr algn="ctr"/>
            <a:r>
              <a:rPr lang="en-US" sz="7200" b="1" dirty="0">
                <a:solidFill>
                  <a:schemeClr val="accent1">
                    <a:lumMod val="50000"/>
                  </a:schemeClr>
                </a:solidFill>
                <a:latin typeface="Times New Roman" panose="02020603050405020304" pitchFamily="18" charset="0"/>
                <a:cs typeface="Times New Roman" panose="02020603050405020304" pitchFamily="18" charset="0"/>
              </a:rPr>
              <a:t>PLAN</a:t>
            </a:r>
            <a:endParaRPr lang="fr-FR" sz="7200" b="1" dirty="0">
              <a:solidFill>
                <a:srgbClr val="002060"/>
              </a:solidFill>
              <a:latin typeface="+mj-lt"/>
            </a:endParaRPr>
          </a:p>
        </p:txBody>
      </p:sp>
    </p:spTree>
    <p:extLst>
      <p:ext uri="{BB962C8B-B14F-4D97-AF65-F5344CB8AC3E}">
        <p14:creationId xmlns:p14="http://schemas.microsoft.com/office/powerpoint/2010/main" val="1508758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remove" grpId="0" nodeType="withEffect">
                                  <p:stCondLst>
                                    <p:cond delay="0"/>
                                  </p:stCondLst>
                                  <p:childTnLst>
                                    <p:animRot by="21600000">
                                      <p:cBhvr>
                                        <p:cTn id="6" dur="2000" fill="hold"/>
                                        <p:tgtEl>
                                          <p:spTgt spid="29"/>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27"/>
                                        </p:tgtEl>
                                        <p:attrNameLst>
                                          <p:attrName>r</p:attrName>
                                        </p:attrNameLst>
                                      </p:cBhvr>
                                    </p:animRot>
                                  </p:childTnLst>
                                </p:cTn>
                              </p:par>
                              <p:par>
                                <p:cTn id="9" presetID="64" presetClass="path" presetSubtype="0" accel="50000" decel="50000" fill="hold" nodeType="withEffect">
                                  <p:stCondLst>
                                    <p:cond delay="0"/>
                                  </p:stCondLst>
                                  <p:childTnLst>
                                    <p:animMotion origin="layout" path="M 4.16667E-7 -3.7037E-7 L 0.04362 -0.30116 " pathEditMode="relative" rAng="0" ptsTypes="AA">
                                      <p:cBhvr>
                                        <p:cTn id="10" dur="2000" fill="hold"/>
                                        <p:tgtEl>
                                          <p:spTgt spid="50"/>
                                        </p:tgtEl>
                                        <p:attrNameLst>
                                          <p:attrName>ppt_x</p:attrName>
                                          <p:attrName>ppt_y</p:attrName>
                                        </p:attrNameLst>
                                      </p:cBhvr>
                                      <p:rCtr x="2174" y="-150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33">
            <a:extLst>
              <a:ext uri="{FF2B5EF4-FFF2-40B4-BE49-F238E27FC236}">
                <a16:creationId xmlns:a16="http://schemas.microsoft.com/office/drawing/2014/main" id="{6F915AEE-DB67-45C9-8F76-1BF2F8123E63}"/>
              </a:ext>
            </a:extLst>
          </p:cNvPr>
          <p:cNvGrpSpPr/>
          <p:nvPr/>
        </p:nvGrpSpPr>
        <p:grpSpPr>
          <a:xfrm>
            <a:off x="3631495" y="1158975"/>
            <a:ext cx="5172762" cy="5106766"/>
            <a:chOff x="1406525" y="2836863"/>
            <a:chExt cx="2613025" cy="2579687"/>
          </a:xfrm>
        </p:grpSpPr>
        <p:sp>
          <p:nvSpPr>
            <p:cNvPr id="83" name="Freeform 13">
              <a:extLst>
                <a:ext uri="{FF2B5EF4-FFF2-40B4-BE49-F238E27FC236}">
                  <a16:creationId xmlns:a16="http://schemas.microsoft.com/office/drawing/2014/main" id="{B047AFD1-A957-424B-BE14-B0D27FD9AE98}"/>
                </a:ext>
              </a:extLst>
            </p:cNvPr>
            <p:cNvSpPr>
              <a:spLocks/>
            </p:cNvSpPr>
            <p:nvPr/>
          </p:nvSpPr>
          <p:spPr bwMode="auto">
            <a:xfrm>
              <a:off x="1406525" y="2836863"/>
              <a:ext cx="2578100" cy="2579687"/>
            </a:xfrm>
            <a:custGeom>
              <a:avLst/>
              <a:gdLst>
                <a:gd name="T0" fmla="*/ 620 w 677"/>
                <a:gd name="T1" fmla="*/ 527 h 677"/>
                <a:gd name="T2" fmla="*/ 339 w 677"/>
                <a:gd name="T3" fmla="*/ 677 h 677"/>
                <a:gd name="T4" fmla="*/ 0 w 677"/>
                <a:gd name="T5" fmla="*/ 339 h 677"/>
                <a:gd name="T6" fmla="*/ 339 w 677"/>
                <a:gd name="T7" fmla="*/ 0 h 677"/>
                <a:gd name="T8" fmla="*/ 677 w 677"/>
                <a:gd name="T9" fmla="*/ 339 h 677"/>
                <a:gd name="T10" fmla="*/ 651 w 677"/>
                <a:gd name="T11" fmla="*/ 471 h 677"/>
              </a:gdLst>
              <a:ahLst/>
              <a:cxnLst>
                <a:cxn ang="0">
                  <a:pos x="T0" y="T1"/>
                </a:cxn>
                <a:cxn ang="0">
                  <a:pos x="T2" y="T3"/>
                </a:cxn>
                <a:cxn ang="0">
                  <a:pos x="T4" y="T5"/>
                </a:cxn>
                <a:cxn ang="0">
                  <a:pos x="T6" y="T7"/>
                </a:cxn>
                <a:cxn ang="0">
                  <a:pos x="T8" y="T9"/>
                </a:cxn>
                <a:cxn ang="0">
                  <a:pos x="T10" y="T11"/>
                </a:cxn>
              </a:cxnLst>
              <a:rect l="0" t="0" r="r" b="b"/>
              <a:pathLst>
                <a:path w="677" h="677">
                  <a:moveTo>
                    <a:pt x="620" y="527"/>
                  </a:moveTo>
                  <a:cubicBezTo>
                    <a:pt x="560" y="618"/>
                    <a:pt x="456" y="677"/>
                    <a:pt x="339" y="677"/>
                  </a:cubicBezTo>
                  <a:cubicBezTo>
                    <a:pt x="151" y="677"/>
                    <a:pt x="0" y="526"/>
                    <a:pt x="0" y="339"/>
                  </a:cubicBezTo>
                  <a:cubicBezTo>
                    <a:pt x="0" y="151"/>
                    <a:pt x="151" y="0"/>
                    <a:pt x="339" y="0"/>
                  </a:cubicBezTo>
                  <a:cubicBezTo>
                    <a:pt x="526" y="0"/>
                    <a:pt x="677" y="151"/>
                    <a:pt x="677" y="339"/>
                  </a:cubicBezTo>
                  <a:cubicBezTo>
                    <a:pt x="677" y="385"/>
                    <a:pt x="668" y="430"/>
                    <a:pt x="651" y="471"/>
                  </a:cubicBezTo>
                </a:path>
              </a:pathLst>
            </a:custGeom>
            <a:noFill/>
            <a:ln w="38100" cap="rnd">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4" name="Freeform 14">
              <a:extLst>
                <a:ext uri="{FF2B5EF4-FFF2-40B4-BE49-F238E27FC236}">
                  <a16:creationId xmlns:a16="http://schemas.microsoft.com/office/drawing/2014/main" id="{B59DA7A8-79E3-41B7-B6AE-2ADE191CBD29}"/>
                </a:ext>
              </a:extLst>
            </p:cNvPr>
            <p:cNvSpPr>
              <a:spLocks/>
            </p:cNvSpPr>
            <p:nvPr/>
          </p:nvSpPr>
          <p:spPr bwMode="auto">
            <a:xfrm>
              <a:off x="3863975" y="4437063"/>
              <a:ext cx="155575" cy="195262"/>
            </a:xfrm>
            <a:custGeom>
              <a:avLst/>
              <a:gdLst>
                <a:gd name="T0" fmla="*/ 98 w 98"/>
                <a:gd name="T1" fmla="*/ 34 h 123"/>
                <a:gd name="T2" fmla="*/ 14 w 98"/>
                <a:gd name="T3" fmla="*/ 123 h 123"/>
                <a:gd name="T4" fmla="*/ 0 w 98"/>
                <a:gd name="T5" fmla="*/ 0 h 123"/>
              </a:gdLst>
              <a:ahLst/>
              <a:cxnLst>
                <a:cxn ang="0">
                  <a:pos x="T0" y="T1"/>
                </a:cxn>
                <a:cxn ang="0">
                  <a:pos x="T2" y="T3"/>
                </a:cxn>
                <a:cxn ang="0">
                  <a:pos x="T4" y="T5"/>
                </a:cxn>
              </a:cxnLst>
              <a:rect l="0" t="0" r="r" b="b"/>
              <a:pathLst>
                <a:path w="98" h="123">
                  <a:moveTo>
                    <a:pt x="98" y="34"/>
                  </a:moveTo>
                  <a:lnTo>
                    <a:pt x="14" y="123"/>
                  </a:lnTo>
                  <a:lnTo>
                    <a:pt x="0" y="0"/>
                  </a:lnTo>
                </a:path>
              </a:pathLst>
            </a:custGeom>
            <a:noFill/>
            <a:ln w="3810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grpSp>
        <p:nvGrpSpPr>
          <p:cNvPr id="85" name="Group 15">
            <a:extLst>
              <a:ext uri="{FF2B5EF4-FFF2-40B4-BE49-F238E27FC236}">
                <a16:creationId xmlns:a16="http://schemas.microsoft.com/office/drawing/2014/main" id="{02172E24-11FE-4692-813B-77046FA2BDF0}"/>
              </a:ext>
            </a:extLst>
          </p:cNvPr>
          <p:cNvGrpSpPr/>
          <p:nvPr/>
        </p:nvGrpSpPr>
        <p:grpSpPr>
          <a:xfrm>
            <a:off x="3632913" y="1158975"/>
            <a:ext cx="5169621" cy="5106766"/>
            <a:chOff x="3673475" y="2836863"/>
            <a:chExt cx="2611438" cy="2579687"/>
          </a:xfrm>
        </p:grpSpPr>
        <p:sp>
          <p:nvSpPr>
            <p:cNvPr id="86" name="Freeform 10">
              <a:extLst>
                <a:ext uri="{FF2B5EF4-FFF2-40B4-BE49-F238E27FC236}">
                  <a16:creationId xmlns:a16="http://schemas.microsoft.com/office/drawing/2014/main" id="{6CEC83DE-F806-4C02-9FA3-E3A9E5DCFC39}"/>
                </a:ext>
              </a:extLst>
            </p:cNvPr>
            <p:cNvSpPr>
              <a:spLocks/>
            </p:cNvSpPr>
            <p:nvPr/>
          </p:nvSpPr>
          <p:spPr bwMode="auto">
            <a:xfrm>
              <a:off x="3673475" y="3625850"/>
              <a:ext cx="2360612" cy="1790700"/>
            </a:xfrm>
            <a:custGeom>
              <a:avLst/>
              <a:gdLst>
                <a:gd name="T0" fmla="*/ 620 w 620"/>
                <a:gd name="T1" fmla="*/ 320 h 470"/>
                <a:gd name="T2" fmla="*/ 339 w 620"/>
                <a:gd name="T3" fmla="*/ 470 h 470"/>
                <a:gd name="T4" fmla="*/ 0 w 620"/>
                <a:gd name="T5" fmla="*/ 132 h 470"/>
                <a:gd name="T6" fmla="*/ 26 w 620"/>
                <a:gd name="T7" fmla="*/ 0 h 470"/>
              </a:gdLst>
              <a:ahLst/>
              <a:cxnLst>
                <a:cxn ang="0">
                  <a:pos x="T0" y="T1"/>
                </a:cxn>
                <a:cxn ang="0">
                  <a:pos x="T2" y="T3"/>
                </a:cxn>
                <a:cxn ang="0">
                  <a:pos x="T4" y="T5"/>
                </a:cxn>
                <a:cxn ang="0">
                  <a:pos x="T6" y="T7"/>
                </a:cxn>
              </a:cxnLst>
              <a:rect l="0" t="0" r="r" b="b"/>
              <a:pathLst>
                <a:path w="620" h="470">
                  <a:moveTo>
                    <a:pt x="620" y="320"/>
                  </a:moveTo>
                  <a:cubicBezTo>
                    <a:pt x="560" y="411"/>
                    <a:pt x="456" y="470"/>
                    <a:pt x="339" y="470"/>
                  </a:cubicBezTo>
                  <a:cubicBezTo>
                    <a:pt x="151" y="470"/>
                    <a:pt x="0" y="319"/>
                    <a:pt x="0" y="132"/>
                  </a:cubicBezTo>
                  <a:cubicBezTo>
                    <a:pt x="0" y="85"/>
                    <a:pt x="9" y="40"/>
                    <a:pt x="26" y="0"/>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42" name="Freeform 11">
              <a:extLst>
                <a:ext uri="{FF2B5EF4-FFF2-40B4-BE49-F238E27FC236}">
                  <a16:creationId xmlns:a16="http://schemas.microsoft.com/office/drawing/2014/main" id="{5337D463-F4E5-4A2F-B1C7-13FBB8EEC859}"/>
                </a:ext>
              </a:extLst>
            </p:cNvPr>
            <p:cNvSpPr>
              <a:spLocks/>
            </p:cNvSpPr>
            <p:nvPr/>
          </p:nvSpPr>
          <p:spPr bwMode="auto">
            <a:xfrm>
              <a:off x="3889375" y="2836863"/>
              <a:ext cx="2362200" cy="1795462"/>
            </a:xfrm>
            <a:custGeom>
              <a:avLst/>
              <a:gdLst>
                <a:gd name="T0" fmla="*/ 0 w 620"/>
                <a:gd name="T1" fmla="*/ 150 h 471"/>
                <a:gd name="T2" fmla="*/ 282 w 620"/>
                <a:gd name="T3" fmla="*/ 0 h 471"/>
                <a:gd name="T4" fmla="*/ 620 w 620"/>
                <a:gd name="T5" fmla="*/ 339 h 471"/>
                <a:gd name="T6" fmla="*/ 594 w 620"/>
                <a:gd name="T7" fmla="*/ 471 h 471"/>
              </a:gdLst>
              <a:ahLst/>
              <a:cxnLst>
                <a:cxn ang="0">
                  <a:pos x="T0" y="T1"/>
                </a:cxn>
                <a:cxn ang="0">
                  <a:pos x="T2" y="T3"/>
                </a:cxn>
                <a:cxn ang="0">
                  <a:pos x="T4" y="T5"/>
                </a:cxn>
                <a:cxn ang="0">
                  <a:pos x="T6" y="T7"/>
                </a:cxn>
              </a:cxnLst>
              <a:rect l="0" t="0" r="r" b="b"/>
              <a:pathLst>
                <a:path w="620" h="471">
                  <a:moveTo>
                    <a:pt x="0" y="150"/>
                  </a:moveTo>
                  <a:cubicBezTo>
                    <a:pt x="60" y="60"/>
                    <a:pt x="164" y="0"/>
                    <a:pt x="282" y="0"/>
                  </a:cubicBezTo>
                  <a:cubicBezTo>
                    <a:pt x="469" y="0"/>
                    <a:pt x="620" y="151"/>
                    <a:pt x="620" y="339"/>
                  </a:cubicBezTo>
                  <a:cubicBezTo>
                    <a:pt x="620" y="385"/>
                    <a:pt x="611" y="430"/>
                    <a:pt x="594" y="471"/>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43" name="Freeform 12">
              <a:extLst>
                <a:ext uri="{FF2B5EF4-FFF2-40B4-BE49-F238E27FC236}">
                  <a16:creationId xmlns:a16="http://schemas.microsoft.com/office/drawing/2014/main" id="{B29C0EF9-58DA-47B2-9E1D-71D18C608C77}"/>
                </a:ext>
              </a:extLst>
            </p:cNvPr>
            <p:cNvSpPr>
              <a:spLocks/>
            </p:cNvSpPr>
            <p:nvPr/>
          </p:nvSpPr>
          <p:spPr bwMode="auto">
            <a:xfrm>
              <a:off x="6129338" y="4437063"/>
              <a:ext cx="155575" cy="195262"/>
            </a:xfrm>
            <a:custGeom>
              <a:avLst/>
              <a:gdLst>
                <a:gd name="T0" fmla="*/ 98 w 98"/>
                <a:gd name="T1" fmla="*/ 34 h 123"/>
                <a:gd name="T2" fmla="*/ 14 w 98"/>
                <a:gd name="T3" fmla="*/ 123 h 123"/>
                <a:gd name="T4" fmla="*/ 0 w 98"/>
                <a:gd name="T5" fmla="*/ 0 h 123"/>
              </a:gdLst>
              <a:ahLst/>
              <a:cxnLst>
                <a:cxn ang="0">
                  <a:pos x="T0" y="T1"/>
                </a:cxn>
                <a:cxn ang="0">
                  <a:pos x="T2" y="T3"/>
                </a:cxn>
                <a:cxn ang="0">
                  <a:pos x="T4" y="T5"/>
                </a:cxn>
              </a:cxnLst>
              <a:rect l="0" t="0" r="r" b="b"/>
              <a:pathLst>
                <a:path w="98" h="123">
                  <a:moveTo>
                    <a:pt x="98" y="34"/>
                  </a:moveTo>
                  <a:lnTo>
                    <a:pt x="14" y="123"/>
                  </a:lnTo>
                  <a:lnTo>
                    <a:pt x="0" y="0"/>
                  </a:lnTo>
                </a:path>
              </a:pathLst>
            </a:custGeom>
            <a:noFill/>
            <a:ln w="3810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grpSp>
        <p:nvGrpSpPr>
          <p:cNvPr id="144" name="Group 23">
            <a:extLst>
              <a:ext uri="{FF2B5EF4-FFF2-40B4-BE49-F238E27FC236}">
                <a16:creationId xmlns:a16="http://schemas.microsoft.com/office/drawing/2014/main" id="{0A558E2B-4557-4E73-A2F9-35E190D98284}"/>
              </a:ext>
            </a:extLst>
          </p:cNvPr>
          <p:cNvGrpSpPr/>
          <p:nvPr/>
        </p:nvGrpSpPr>
        <p:grpSpPr>
          <a:xfrm>
            <a:off x="3631494" y="1158973"/>
            <a:ext cx="5172761" cy="5106767"/>
            <a:chOff x="5938838" y="2836863"/>
            <a:chExt cx="2613024" cy="2579687"/>
          </a:xfrm>
        </p:grpSpPr>
        <p:sp>
          <p:nvSpPr>
            <p:cNvPr id="145" name="Freeform 7">
              <a:extLst>
                <a:ext uri="{FF2B5EF4-FFF2-40B4-BE49-F238E27FC236}">
                  <a16:creationId xmlns:a16="http://schemas.microsoft.com/office/drawing/2014/main" id="{B056F44E-CF37-46C6-82A3-10485DFD39E7}"/>
                </a:ext>
              </a:extLst>
            </p:cNvPr>
            <p:cNvSpPr>
              <a:spLocks/>
            </p:cNvSpPr>
            <p:nvPr/>
          </p:nvSpPr>
          <p:spPr bwMode="auto">
            <a:xfrm>
              <a:off x="5938838" y="3625850"/>
              <a:ext cx="2360612" cy="1790700"/>
            </a:xfrm>
            <a:custGeom>
              <a:avLst/>
              <a:gdLst>
                <a:gd name="T0" fmla="*/ 620 w 620"/>
                <a:gd name="T1" fmla="*/ 320 h 470"/>
                <a:gd name="T2" fmla="*/ 338 w 620"/>
                <a:gd name="T3" fmla="*/ 470 h 470"/>
                <a:gd name="T4" fmla="*/ 0 w 620"/>
                <a:gd name="T5" fmla="*/ 132 h 470"/>
                <a:gd name="T6" fmla="*/ 26 w 620"/>
                <a:gd name="T7" fmla="*/ 0 h 470"/>
              </a:gdLst>
              <a:ahLst/>
              <a:cxnLst>
                <a:cxn ang="0">
                  <a:pos x="T0" y="T1"/>
                </a:cxn>
                <a:cxn ang="0">
                  <a:pos x="T2" y="T3"/>
                </a:cxn>
                <a:cxn ang="0">
                  <a:pos x="T4" y="T5"/>
                </a:cxn>
                <a:cxn ang="0">
                  <a:pos x="T6" y="T7"/>
                </a:cxn>
              </a:cxnLst>
              <a:rect l="0" t="0" r="r" b="b"/>
              <a:pathLst>
                <a:path w="620" h="470">
                  <a:moveTo>
                    <a:pt x="620" y="320"/>
                  </a:moveTo>
                  <a:cubicBezTo>
                    <a:pt x="560" y="411"/>
                    <a:pt x="456" y="470"/>
                    <a:pt x="338" y="470"/>
                  </a:cubicBezTo>
                  <a:cubicBezTo>
                    <a:pt x="151" y="470"/>
                    <a:pt x="0" y="319"/>
                    <a:pt x="0" y="132"/>
                  </a:cubicBezTo>
                  <a:cubicBezTo>
                    <a:pt x="0" y="85"/>
                    <a:pt x="9" y="40"/>
                    <a:pt x="26" y="0"/>
                  </a:cubicBezTo>
                </a:path>
              </a:pathLst>
            </a:custGeom>
            <a:noFill/>
            <a:ln w="38100" cap="rnd">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46" name="Freeform 8">
              <a:extLst>
                <a:ext uri="{FF2B5EF4-FFF2-40B4-BE49-F238E27FC236}">
                  <a16:creationId xmlns:a16="http://schemas.microsoft.com/office/drawing/2014/main" id="{0FF68894-DA86-48D2-8639-D58E1350F050}"/>
                </a:ext>
              </a:extLst>
            </p:cNvPr>
            <p:cNvSpPr>
              <a:spLocks/>
            </p:cNvSpPr>
            <p:nvPr/>
          </p:nvSpPr>
          <p:spPr bwMode="auto">
            <a:xfrm>
              <a:off x="6156325" y="2836863"/>
              <a:ext cx="2360612" cy="1795462"/>
            </a:xfrm>
            <a:custGeom>
              <a:avLst/>
              <a:gdLst>
                <a:gd name="T0" fmla="*/ 0 w 620"/>
                <a:gd name="T1" fmla="*/ 150 h 471"/>
                <a:gd name="T2" fmla="*/ 281 w 620"/>
                <a:gd name="T3" fmla="*/ 0 h 471"/>
                <a:gd name="T4" fmla="*/ 620 w 620"/>
                <a:gd name="T5" fmla="*/ 339 h 471"/>
                <a:gd name="T6" fmla="*/ 594 w 620"/>
                <a:gd name="T7" fmla="*/ 471 h 471"/>
              </a:gdLst>
              <a:ahLst/>
              <a:cxnLst>
                <a:cxn ang="0">
                  <a:pos x="T0" y="T1"/>
                </a:cxn>
                <a:cxn ang="0">
                  <a:pos x="T2" y="T3"/>
                </a:cxn>
                <a:cxn ang="0">
                  <a:pos x="T4" y="T5"/>
                </a:cxn>
                <a:cxn ang="0">
                  <a:pos x="T6" y="T7"/>
                </a:cxn>
              </a:cxnLst>
              <a:rect l="0" t="0" r="r" b="b"/>
              <a:pathLst>
                <a:path w="620" h="471">
                  <a:moveTo>
                    <a:pt x="0" y="150"/>
                  </a:moveTo>
                  <a:cubicBezTo>
                    <a:pt x="60" y="60"/>
                    <a:pt x="164" y="0"/>
                    <a:pt x="281" y="0"/>
                  </a:cubicBezTo>
                  <a:cubicBezTo>
                    <a:pt x="469" y="0"/>
                    <a:pt x="620" y="151"/>
                    <a:pt x="620" y="339"/>
                  </a:cubicBezTo>
                  <a:cubicBezTo>
                    <a:pt x="620" y="385"/>
                    <a:pt x="611" y="430"/>
                    <a:pt x="594" y="471"/>
                  </a:cubicBezTo>
                </a:path>
              </a:pathLst>
            </a:custGeom>
            <a:noFill/>
            <a:ln w="38100" cap="rnd">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47" name="Freeform 9">
              <a:extLst>
                <a:ext uri="{FF2B5EF4-FFF2-40B4-BE49-F238E27FC236}">
                  <a16:creationId xmlns:a16="http://schemas.microsoft.com/office/drawing/2014/main" id="{0E8C2E7B-6C20-4B06-B6DA-931EABAB7EDC}"/>
                </a:ext>
              </a:extLst>
            </p:cNvPr>
            <p:cNvSpPr>
              <a:spLocks/>
            </p:cNvSpPr>
            <p:nvPr/>
          </p:nvSpPr>
          <p:spPr bwMode="auto">
            <a:xfrm>
              <a:off x="8394700" y="4437063"/>
              <a:ext cx="157162" cy="195262"/>
            </a:xfrm>
            <a:custGeom>
              <a:avLst/>
              <a:gdLst>
                <a:gd name="T0" fmla="*/ 99 w 99"/>
                <a:gd name="T1" fmla="*/ 34 h 123"/>
                <a:gd name="T2" fmla="*/ 15 w 99"/>
                <a:gd name="T3" fmla="*/ 123 h 123"/>
                <a:gd name="T4" fmla="*/ 0 w 99"/>
                <a:gd name="T5" fmla="*/ 0 h 123"/>
              </a:gdLst>
              <a:ahLst/>
              <a:cxnLst>
                <a:cxn ang="0">
                  <a:pos x="T0" y="T1"/>
                </a:cxn>
                <a:cxn ang="0">
                  <a:pos x="T2" y="T3"/>
                </a:cxn>
                <a:cxn ang="0">
                  <a:pos x="T4" y="T5"/>
                </a:cxn>
              </a:cxnLst>
              <a:rect l="0" t="0" r="r" b="b"/>
              <a:pathLst>
                <a:path w="99" h="123">
                  <a:moveTo>
                    <a:pt x="99" y="34"/>
                  </a:moveTo>
                  <a:lnTo>
                    <a:pt x="15" y="123"/>
                  </a:lnTo>
                  <a:lnTo>
                    <a:pt x="0" y="0"/>
                  </a:lnTo>
                </a:path>
              </a:pathLst>
            </a:custGeom>
            <a:noFill/>
            <a:ln w="3810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grpSp>
      <p:sp>
        <p:nvSpPr>
          <p:cNvPr id="148" name="TextBox 10">
            <a:extLst>
              <a:ext uri="{FF2B5EF4-FFF2-40B4-BE49-F238E27FC236}">
                <a16:creationId xmlns:a16="http://schemas.microsoft.com/office/drawing/2014/main" id="{6C261414-7DBD-4278-8C28-A3A1C7F9029C}"/>
              </a:ext>
            </a:extLst>
          </p:cNvPr>
          <p:cNvSpPr txBox="1"/>
          <p:nvPr/>
        </p:nvSpPr>
        <p:spPr>
          <a:xfrm>
            <a:off x="3789778" y="3250693"/>
            <a:ext cx="4608370" cy="830997"/>
          </a:xfrm>
          <a:prstGeom prst="rect">
            <a:avLst/>
          </a:prstGeom>
          <a:noFill/>
        </p:spPr>
        <p:txBody>
          <a:bodyPr wrap="square" rtlCol="0">
            <a:spAutoFit/>
          </a:bodyPr>
          <a:lstStyle/>
          <a:p>
            <a:pPr algn="ctr"/>
            <a:r>
              <a:rPr lang="en-US" sz="4800" dirty="0">
                <a:latin typeface="Times New Roman" panose="02020603050405020304" pitchFamily="18" charset="0"/>
                <a:cs typeface="Times New Roman" panose="02020603050405020304" pitchFamily="18" charset="0"/>
              </a:rPr>
              <a:t>Conclusion</a:t>
            </a:r>
            <a:endParaRPr lang="en-US" sz="6000" dirty="0">
              <a:solidFill>
                <a:schemeClr val="accent2"/>
              </a:solidFill>
              <a:latin typeface="Times New Roman" panose="02020603050405020304" pitchFamily="18" charset="0"/>
              <a:cs typeface="Times New Roman" panose="02020603050405020304" pitchFamily="18" charset="0"/>
            </a:endParaRPr>
          </a:p>
        </p:txBody>
      </p:sp>
      <p:graphicFrame>
        <p:nvGraphicFramePr>
          <p:cNvPr id="154" name="Diagramme 30">
            <a:extLst>
              <a:ext uri="{FF2B5EF4-FFF2-40B4-BE49-F238E27FC236}">
                <a16:creationId xmlns:a16="http://schemas.microsoft.com/office/drawing/2014/main" id="{3F16219B-0BD7-4398-96EB-7DDF63629B05}"/>
              </a:ext>
            </a:extLst>
          </p:cNvPr>
          <p:cNvGraphicFramePr/>
          <p:nvPr>
            <p:extLst>
              <p:ext uri="{D42A27DB-BD31-4B8C-83A1-F6EECF244321}">
                <p14:modId xmlns:p14="http://schemas.microsoft.com/office/powerpoint/2010/main" val="3578402175"/>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5" name="TextBox 139">
            <a:extLst>
              <a:ext uri="{FF2B5EF4-FFF2-40B4-BE49-F238E27FC236}">
                <a16:creationId xmlns:a16="http://schemas.microsoft.com/office/drawing/2014/main" id="{555DD4BA-EDBD-4CD2-A693-563E74DDD39A}"/>
              </a:ext>
            </a:extLst>
          </p:cNvPr>
          <p:cNvSpPr txBox="1"/>
          <p:nvPr/>
        </p:nvSpPr>
        <p:spPr>
          <a:xfrm>
            <a:off x="625515" y="9584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Conclusion</a:t>
            </a:r>
            <a:endParaRPr lang="en-US" sz="3200" b="1" dirty="0">
              <a:latin typeface="Times New Roman" panose="02020603050405020304" pitchFamily="18" charset="0"/>
              <a:cs typeface="Times New Roman" panose="02020603050405020304" pitchFamily="18" charset="0"/>
            </a:endParaRPr>
          </a:p>
        </p:txBody>
      </p:sp>
      <p:sp>
        <p:nvSpPr>
          <p:cNvPr id="16" name="TextBox 27">
            <a:extLst>
              <a:ext uri="{FF2B5EF4-FFF2-40B4-BE49-F238E27FC236}">
                <a16:creationId xmlns:a16="http://schemas.microsoft.com/office/drawing/2014/main" id="{2554BE98-F2BC-468F-8F16-F4567F339D16}"/>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33</a:t>
            </a:r>
          </a:p>
        </p:txBody>
      </p:sp>
    </p:spTree>
    <p:extLst>
      <p:ext uri="{BB962C8B-B14F-4D97-AF65-F5344CB8AC3E}">
        <p14:creationId xmlns:p14="http://schemas.microsoft.com/office/powerpoint/2010/main" val="2507489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D2A1510-B3E3-47C4-B769-DDADBB692DDC}"/>
              </a:ext>
            </a:extLst>
          </p:cNvPr>
          <p:cNvSpPr/>
          <p:nvPr/>
        </p:nvSpPr>
        <p:spPr>
          <a:xfrm>
            <a:off x="3597331" y="3795187"/>
            <a:ext cx="2131559" cy="738664"/>
          </a:xfrm>
          <a:prstGeom prst="rect">
            <a:avLst/>
          </a:prstGeom>
        </p:spPr>
        <p:txBody>
          <a:bodyPr wrap="square">
            <a:spAutoFit/>
          </a:bodyPr>
          <a:lstStyle/>
          <a:p>
            <a:pPr lvl="0" algn="ctr"/>
            <a:r>
              <a:rPr lang="fr-FR" sz="1400" b="1" dirty="0">
                <a:latin typeface="Times New Roman" panose="02020603050405020304" pitchFamily="18" charset="0"/>
                <a:cs typeface="Times New Roman" panose="02020603050405020304" pitchFamily="18" charset="0"/>
              </a:rPr>
              <a:t>Solution complète d'automatisation développée</a:t>
            </a:r>
            <a:endParaRPr lang="ru-RU" sz="1400" b="1"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64A8248E-5C7A-4F20-85B7-9390C2162C32}"/>
              </a:ext>
            </a:extLst>
          </p:cNvPr>
          <p:cNvSpPr/>
          <p:nvPr/>
        </p:nvSpPr>
        <p:spPr>
          <a:xfrm>
            <a:off x="6096000" y="3811873"/>
            <a:ext cx="1812925" cy="523220"/>
          </a:xfrm>
          <a:prstGeom prst="rect">
            <a:avLst/>
          </a:prstGeom>
        </p:spPr>
        <p:txBody>
          <a:bodyPr wrap="square">
            <a:spAutoFit/>
          </a:bodyPr>
          <a:lstStyle/>
          <a:p>
            <a:pPr lvl="0" algn="ctr"/>
            <a:r>
              <a:rPr lang="fr-FR" sz="1400" b="1" dirty="0">
                <a:latin typeface="Times New Roman" panose="02020603050405020304" pitchFamily="18" charset="0"/>
                <a:cs typeface="Times New Roman" panose="02020603050405020304" pitchFamily="18" charset="0"/>
              </a:rPr>
              <a:t>Performances &amp; Sécurité validées</a:t>
            </a:r>
            <a:endParaRPr lang="ru-RU" sz="1400" b="1" dirty="0">
              <a:latin typeface="Times New Roman" panose="02020603050405020304" pitchFamily="18" charset="0"/>
              <a:cs typeface="Times New Roman" panose="02020603050405020304" pitchFamily="18" charset="0"/>
            </a:endParaRPr>
          </a:p>
        </p:txBody>
      </p:sp>
      <p:grpSp>
        <p:nvGrpSpPr>
          <p:cNvPr id="19" name="Group 33">
            <a:extLst>
              <a:ext uri="{FF2B5EF4-FFF2-40B4-BE49-F238E27FC236}">
                <a16:creationId xmlns:a16="http://schemas.microsoft.com/office/drawing/2014/main" id="{48ECD191-8D2A-4A10-932D-D52887DB1407}"/>
              </a:ext>
            </a:extLst>
          </p:cNvPr>
          <p:cNvGrpSpPr/>
          <p:nvPr/>
        </p:nvGrpSpPr>
        <p:grpSpPr>
          <a:xfrm>
            <a:off x="3482975" y="2345939"/>
            <a:ext cx="2613025" cy="2579687"/>
            <a:chOff x="1406525" y="2836863"/>
            <a:chExt cx="2613025" cy="2579687"/>
          </a:xfrm>
        </p:grpSpPr>
        <p:sp>
          <p:nvSpPr>
            <p:cNvPr id="20" name="Freeform 13">
              <a:extLst>
                <a:ext uri="{FF2B5EF4-FFF2-40B4-BE49-F238E27FC236}">
                  <a16:creationId xmlns:a16="http://schemas.microsoft.com/office/drawing/2014/main" id="{E75A35F0-6FC4-44B4-97FC-79A45F111ADC}"/>
                </a:ext>
              </a:extLst>
            </p:cNvPr>
            <p:cNvSpPr>
              <a:spLocks/>
            </p:cNvSpPr>
            <p:nvPr/>
          </p:nvSpPr>
          <p:spPr bwMode="auto">
            <a:xfrm>
              <a:off x="1406525" y="2836863"/>
              <a:ext cx="2578100" cy="2579687"/>
            </a:xfrm>
            <a:custGeom>
              <a:avLst/>
              <a:gdLst>
                <a:gd name="T0" fmla="*/ 620 w 677"/>
                <a:gd name="T1" fmla="*/ 527 h 677"/>
                <a:gd name="T2" fmla="*/ 339 w 677"/>
                <a:gd name="T3" fmla="*/ 677 h 677"/>
                <a:gd name="T4" fmla="*/ 0 w 677"/>
                <a:gd name="T5" fmla="*/ 339 h 677"/>
                <a:gd name="T6" fmla="*/ 339 w 677"/>
                <a:gd name="T7" fmla="*/ 0 h 677"/>
                <a:gd name="T8" fmla="*/ 677 w 677"/>
                <a:gd name="T9" fmla="*/ 339 h 677"/>
                <a:gd name="T10" fmla="*/ 651 w 677"/>
                <a:gd name="T11" fmla="*/ 471 h 677"/>
              </a:gdLst>
              <a:ahLst/>
              <a:cxnLst>
                <a:cxn ang="0">
                  <a:pos x="T0" y="T1"/>
                </a:cxn>
                <a:cxn ang="0">
                  <a:pos x="T2" y="T3"/>
                </a:cxn>
                <a:cxn ang="0">
                  <a:pos x="T4" y="T5"/>
                </a:cxn>
                <a:cxn ang="0">
                  <a:pos x="T6" y="T7"/>
                </a:cxn>
                <a:cxn ang="0">
                  <a:pos x="T8" y="T9"/>
                </a:cxn>
                <a:cxn ang="0">
                  <a:pos x="T10" y="T11"/>
                </a:cxn>
              </a:cxnLst>
              <a:rect l="0" t="0" r="r" b="b"/>
              <a:pathLst>
                <a:path w="677" h="677">
                  <a:moveTo>
                    <a:pt x="620" y="527"/>
                  </a:moveTo>
                  <a:cubicBezTo>
                    <a:pt x="560" y="618"/>
                    <a:pt x="456" y="677"/>
                    <a:pt x="339" y="677"/>
                  </a:cubicBezTo>
                  <a:cubicBezTo>
                    <a:pt x="151" y="677"/>
                    <a:pt x="0" y="526"/>
                    <a:pt x="0" y="339"/>
                  </a:cubicBezTo>
                  <a:cubicBezTo>
                    <a:pt x="0" y="151"/>
                    <a:pt x="151" y="0"/>
                    <a:pt x="339" y="0"/>
                  </a:cubicBezTo>
                  <a:cubicBezTo>
                    <a:pt x="526" y="0"/>
                    <a:pt x="677" y="151"/>
                    <a:pt x="677" y="339"/>
                  </a:cubicBezTo>
                  <a:cubicBezTo>
                    <a:pt x="677" y="385"/>
                    <a:pt x="668" y="430"/>
                    <a:pt x="651" y="471"/>
                  </a:cubicBezTo>
                </a:path>
              </a:pathLst>
            </a:custGeom>
            <a:noFill/>
            <a:ln w="38100" cap="rnd">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1" name="Freeform 14">
              <a:extLst>
                <a:ext uri="{FF2B5EF4-FFF2-40B4-BE49-F238E27FC236}">
                  <a16:creationId xmlns:a16="http://schemas.microsoft.com/office/drawing/2014/main" id="{A1D630B4-42BA-44E7-B53E-83F6278EB029}"/>
                </a:ext>
              </a:extLst>
            </p:cNvPr>
            <p:cNvSpPr>
              <a:spLocks/>
            </p:cNvSpPr>
            <p:nvPr/>
          </p:nvSpPr>
          <p:spPr bwMode="auto">
            <a:xfrm>
              <a:off x="3863975" y="4437063"/>
              <a:ext cx="155575" cy="195262"/>
            </a:xfrm>
            <a:custGeom>
              <a:avLst/>
              <a:gdLst>
                <a:gd name="T0" fmla="*/ 98 w 98"/>
                <a:gd name="T1" fmla="*/ 34 h 123"/>
                <a:gd name="T2" fmla="*/ 14 w 98"/>
                <a:gd name="T3" fmla="*/ 123 h 123"/>
                <a:gd name="T4" fmla="*/ 0 w 98"/>
                <a:gd name="T5" fmla="*/ 0 h 123"/>
              </a:gdLst>
              <a:ahLst/>
              <a:cxnLst>
                <a:cxn ang="0">
                  <a:pos x="T0" y="T1"/>
                </a:cxn>
                <a:cxn ang="0">
                  <a:pos x="T2" y="T3"/>
                </a:cxn>
                <a:cxn ang="0">
                  <a:pos x="T4" y="T5"/>
                </a:cxn>
              </a:cxnLst>
              <a:rect l="0" t="0" r="r" b="b"/>
              <a:pathLst>
                <a:path w="98" h="123">
                  <a:moveTo>
                    <a:pt x="98" y="34"/>
                  </a:moveTo>
                  <a:lnTo>
                    <a:pt x="14" y="123"/>
                  </a:lnTo>
                  <a:lnTo>
                    <a:pt x="0" y="0"/>
                  </a:lnTo>
                </a:path>
              </a:pathLst>
            </a:custGeom>
            <a:noFill/>
            <a:ln w="3810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grpSp>
        <p:nvGrpSpPr>
          <p:cNvPr id="22" name="Group 15">
            <a:extLst>
              <a:ext uri="{FF2B5EF4-FFF2-40B4-BE49-F238E27FC236}">
                <a16:creationId xmlns:a16="http://schemas.microsoft.com/office/drawing/2014/main" id="{7A381D97-20EF-4B35-A317-A9E2B5154383}"/>
              </a:ext>
            </a:extLst>
          </p:cNvPr>
          <p:cNvGrpSpPr/>
          <p:nvPr/>
        </p:nvGrpSpPr>
        <p:grpSpPr>
          <a:xfrm>
            <a:off x="5749925" y="2345939"/>
            <a:ext cx="2611438" cy="2579687"/>
            <a:chOff x="3673475" y="2836863"/>
            <a:chExt cx="2611438" cy="2579687"/>
          </a:xfrm>
        </p:grpSpPr>
        <p:sp>
          <p:nvSpPr>
            <p:cNvPr id="23" name="Freeform 10">
              <a:extLst>
                <a:ext uri="{FF2B5EF4-FFF2-40B4-BE49-F238E27FC236}">
                  <a16:creationId xmlns:a16="http://schemas.microsoft.com/office/drawing/2014/main" id="{4EB0AEBE-2111-4A6A-AB5C-F33E03AB452E}"/>
                </a:ext>
              </a:extLst>
            </p:cNvPr>
            <p:cNvSpPr>
              <a:spLocks/>
            </p:cNvSpPr>
            <p:nvPr/>
          </p:nvSpPr>
          <p:spPr bwMode="auto">
            <a:xfrm>
              <a:off x="3673475" y="3625850"/>
              <a:ext cx="2360612" cy="1790700"/>
            </a:xfrm>
            <a:custGeom>
              <a:avLst/>
              <a:gdLst>
                <a:gd name="T0" fmla="*/ 620 w 620"/>
                <a:gd name="T1" fmla="*/ 320 h 470"/>
                <a:gd name="T2" fmla="*/ 339 w 620"/>
                <a:gd name="T3" fmla="*/ 470 h 470"/>
                <a:gd name="T4" fmla="*/ 0 w 620"/>
                <a:gd name="T5" fmla="*/ 132 h 470"/>
                <a:gd name="T6" fmla="*/ 26 w 620"/>
                <a:gd name="T7" fmla="*/ 0 h 470"/>
              </a:gdLst>
              <a:ahLst/>
              <a:cxnLst>
                <a:cxn ang="0">
                  <a:pos x="T0" y="T1"/>
                </a:cxn>
                <a:cxn ang="0">
                  <a:pos x="T2" y="T3"/>
                </a:cxn>
                <a:cxn ang="0">
                  <a:pos x="T4" y="T5"/>
                </a:cxn>
                <a:cxn ang="0">
                  <a:pos x="T6" y="T7"/>
                </a:cxn>
              </a:cxnLst>
              <a:rect l="0" t="0" r="r" b="b"/>
              <a:pathLst>
                <a:path w="620" h="470">
                  <a:moveTo>
                    <a:pt x="620" y="320"/>
                  </a:moveTo>
                  <a:cubicBezTo>
                    <a:pt x="560" y="411"/>
                    <a:pt x="456" y="470"/>
                    <a:pt x="339" y="470"/>
                  </a:cubicBezTo>
                  <a:cubicBezTo>
                    <a:pt x="151" y="470"/>
                    <a:pt x="0" y="319"/>
                    <a:pt x="0" y="132"/>
                  </a:cubicBezTo>
                  <a:cubicBezTo>
                    <a:pt x="0" y="85"/>
                    <a:pt x="9" y="40"/>
                    <a:pt x="26" y="0"/>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4" name="Freeform 11">
              <a:extLst>
                <a:ext uri="{FF2B5EF4-FFF2-40B4-BE49-F238E27FC236}">
                  <a16:creationId xmlns:a16="http://schemas.microsoft.com/office/drawing/2014/main" id="{40BE447C-C337-4515-81D8-1E554E55F0CB}"/>
                </a:ext>
              </a:extLst>
            </p:cNvPr>
            <p:cNvSpPr>
              <a:spLocks/>
            </p:cNvSpPr>
            <p:nvPr/>
          </p:nvSpPr>
          <p:spPr bwMode="auto">
            <a:xfrm>
              <a:off x="3889375" y="2836863"/>
              <a:ext cx="2362200" cy="1795462"/>
            </a:xfrm>
            <a:custGeom>
              <a:avLst/>
              <a:gdLst>
                <a:gd name="T0" fmla="*/ 0 w 620"/>
                <a:gd name="T1" fmla="*/ 150 h 471"/>
                <a:gd name="T2" fmla="*/ 282 w 620"/>
                <a:gd name="T3" fmla="*/ 0 h 471"/>
                <a:gd name="T4" fmla="*/ 620 w 620"/>
                <a:gd name="T5" fmla="*/ 339 h 471"/>
                <a:gd name="T6" fmla="*/ 594 w 620"/>
                <a:gd name="T7" fmla="*/ 471 h 471"/>
              </a:gdLst>
              <a:ahLst/>
              <a:cxnLst>
                <a:cxn ang="0">
                  <a:pos x="T0" y="T1"/>
                </a:cxn>
                <a:cxn ang="0">
                  <a:pos x="T2" y="T3"/>
                </a:cxn>
                <a:cxn ang="0">
                  <a:pos x="T4" y="T5"/>
                </a:cxn>
                <a:cxn ang="0">
                  <a:pos x="T6" y="T7"/>
                </a:cxn>
              </a:cxnLst>
              <a:rect l="0" t="0" r="r" b="b"/>
              <a:pathLst>
                <a:path w="620" h="471">
                  <a:moveTo>
                    <a:pt x="0" y="150"/>
                  </a:moveTo>
                  <a:cubicBezTo>
                    <a:pt x="60" y="60"/>
                    <a:pt x="164" y="0"/>
                    <a:pt x="282" y="0"/>
                  </a:cubicBezTo>
                  <a:cubicBezTo>
                    <a:pt x="469" y="0"/>
                    <a:pt x="620" y="151"/>
                    <a:pt x="620" y="339"/>
                  </a:cubicBezTo>
                  <a:cubicBezTo>
                    <a:pt x="620" y="385"/>
                    <a:pt x="611" y="430"/>
                    <a:pt x="594" y="471"/>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5" name="Freeform 12">
              <a:extLst>
                <a:ext uri="{FF2B5EF4-FFF2-40B4-BE49-F238E27FC236}">
                  <a16:creationId xmlns:a16="http://schemas.microsoft.com/office/drawing/2014/main" id="{A5A9EE5E-E9AC-4C7F-8AED-030D2B644A62}"/>
                </a:ext>
              </a:extLst>
            </p:cNvPr>
            <p:cNvSpPr>
              <a:spLocks/>
            </p:cNvSpPr>
            <p:nvPr/>
          </p:nvSpPr>
          <p:spPr bwMode="auto">
            <a:xfrm>
              <a:off x="6129338" y="4437063"/>
              <a:ext cx="155575" cy="195262"/>
            </a:xfrm>
            <a:custGeom>
              <a:avLst/>
              <a:gdLst>
                <a:gd name="T0" fmla="*/ 98 w 98"/>
                <a:gd name="T1" fmla="*/ 34 h 123"/>
                <a:gd name="T2" fmla="*/ 14 w 98"/>
                <a:gd name="T3" fmla="*/ 123 h 123"/>
                <a:gd name="T4" fmla="*/ 0 w 98"/>
                <a:gd name="T5" fmla="*/ 0 h 123"/>
              </a:gdLst>
              <a:ahLst/>
              <a:cxnLst>
                <a:cxn ang="0">
                  <a:pos x="T0" y="T1"/>
                </a:cxn>
                <a:cxn ang="0">
                  <a:pos x="T2" y="T3"/>
                </a:cxn>
                <a:cxn ang="0">
                  <a:pos x="T4" y="T5"/>
                </a:cxn>
              </a:cxnLst>
              <a:rect l="0" t="0" r="r" b="b"/>
              <a:pathLst>
                <a:path w="98" h="123">
                  <a:moveTo>
                    <a:pt x="98" y="34"/>
                  </a:moveTo>
                  <a:lnTo>
                    <a:pt x="14" y="123"/>
                  </a:lnTo>
                  <a:lnTo>
                    <a:pt x="0" y="0"/>
                  </a:lnTo>
                </a:path>
              </a:pathLst>
            </a:custGeom>
            <a:noFill/>
            <a:ln w="3810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pic>
        <p:nvPicPr>
          <p:cNvPr id="30" name="Picture 2" descr="Déploiement - Icônes transport gratuites">
            <a:extLst>
              <a:ext uri="{FF2B5EF4-FFF2-40B4-BE49-F238E27FC236}">
                <a16:creationId xmlns:a16="http://schemas.microsoft.com/office/drawing/2014/main" id="{1B3B3DEA-6265-47EB-9813-9C67D5E2C3F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362451" y="2803017"/>
            <a:ext cx="939800" cy="9398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Optimisation - Icônes affaires et finances gratuites">
            <a:extLst>
              <a:ext uri="{FF2B5EF4-FFF2-40B4-BE49-F238E27FC236}">
                <a16:creationId xmlns:a16="http://schemas.microsoft.com/office/drawing/2014/main" id="{C19356F8-B774-4D9E-9293-9BDC0415D17D}"/>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6580933" y="2862780"/>
            <a:ext cx="880037" cy="880037"/>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139">
            <a:extLst>
              <a:ext uri="{FF2B5EF4-FFF2-40B4-BE49-F238E27FC236}">
                <a16:creationId xmlns:a16="http://schemas.microsoft.com/office/drawing/2014/main" id="{C65177BC-9059-45D3-8658-0C643C4D6183}"/>
              </a:ext>
            </a:extLst>
          </p:cNvPr>
          <p:cNvSpPr txBox="1"/>
          <p:nvPr/>
        </p:nvSpPr>
        <p:spPr>
          <a:xfrm>
            <a:off x="625515" y="9584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Conclusion</a:t>
            </a:r>
            <a:endParaRPr lang="en-US" sz="3200" b="1" dirty="0">
              <a:latin typeface="Times New Roman" panose="02020603050405020304" pitchFamily="18" charset="0"/>
              <a:cs typeface="Times New Roman" panose="02020603050405020304" pitchFamily="18" charset="0"/>
            </a:endParaRPr>
          </a:p>
        </p:txBody>
      </p:sp>
      <p:sp>
        <p:nvSpPr>
          <p:cNvPr id="35" name="TextBox 27">
            <a:extLst>
              <a:ext uri="{FF2B5EF4-FFF2-40B4-BE49-F238E27FC236}">
                <a16:creationId xmlns:a16="http://schemas.microsoft.com/office/drawing/2014/main" id="{26CE8706-B26A-40E8-86D3-40E64C272BE9}"/>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33</a:t>
            </a:r>
          </a:p>
        </p:txBody>
      </p:sp>
      <p:graphicFrame>
        <p:nvGraphicFramePr>
          <p:cNvPr id="36" name="Diagramme 30">
            <a:extLst>
              <a:ext uri="{FF2B5EF4-FFF2-40B4-BE49-F238E27FC236}">
                <a16:creationId xmlns:a16="http://schemas.microsoft.com/office/drawing/2014/main" id="{79B52DA2-2573-4132-BB0D-CE8281C9D7B4}"/>
              </a:ext>
            </a:extLst>
          </p:cNvPr>
          <p:cNvGraphicFramePr/>
          <p:nvPr>
            <p:extLst>
              <p:ext uri="{D42A27DB-BD31-4B8C-83A1-F6EECF244321}">
                <p14:modId xmlns:p14="http://schemas.microsoft.com/office/powerpoint/2010/main" val="2141379532"/>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53712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250" fill="hold"/>
                                        <p:tgtEl>
                                          <p:spTgt spid="16"/>
                                        </p:tgtEl>
                                        <p:attrNameLst>
                                          <p:attrName>ppt_w</p:attrName>
                                        </p:attrNameLst>
                                      </p:cBhvr>
                                      <p:tavLst>
                                        <p:tav tm="0">
                                          <p:val>
                                            <p:fltVal val="0"/>
                                          </p:val>
                                        </p:tav>
                                        <p:tav tm="100000">
                                          <p:val>
                                            <p:strVal val="#ppt_w"/>
                                          </p:val>
                                        </p:tav>
                                      </p:tavLst>
                                    </p:anim>
                                    <p:anim calcmode="lin" valueType="num">
                                      <p:cBhvr>
                                        <p:cTn id="8" dur="250" fill="hold"/>
                                        <p:tgtEl>
                                          <p:spTgt spid="16"/>
                                        </p:tgtEl>
                                        <p:attrNameLst>
                                          <p:attrName>ppt_h</p:attrName>
                                        </p:attrNameLst>
                                      </p:cBhvr>
                                      <p:tavLst>
                                        <p:tav tm="0">
                                          <p:val>
                                            <p:fltVal val="0"/>
                                          </p:val>
                                        </p:tav>
                                        <p:tav tm="100000">
                                          <p:val>
                                            <p:strVal val="#ppt_h"/>
                                          </p:val>
                                        </p:tav>
                                      </p:tavLst>
                                    </p:anim>
                                    <p:animEffect transition="in" filter="fade">
                                      <p:cBhvr>
                                        <p:cTn id="9" dur="250"/>
                                        <p:tgtEl>
                                          <p:spTgt spid="16"/>
                                        </p:tgtEl>
                                      </p:cBhvr>
                                    </p:animEffect>
                                  </p:childTnLst>
                                </p:cTn>
                              </p:par>
                            </p:childTnLst>
                          </p:cTn>
                        </p:par>
                        <p:par>
                          <p:cTn id="10" fill="hold">
                            <p:stCondLst>
                              <p:cond delay="250"/>
                            </p:stCondLst>
                            <p:childTnLst>
                              <p:par>
                                <p:cTn id="11" presetID="53" presetClass="entr" presetSubtype="16"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250" fill="hold"/>
                                        <p:tgtEl>
                                          <p:spTgt spid="17"/>
                                        </p:tgtEl>
                                        <p:attrNameLst>
                                          <p:attrName>ppt_w</p:attrName>
                                        </p:attrNameLst>
                                      </p:cBhvr>
                                      <p:tavLst>
                                        <p:tav tm="0">
                                          <p:val>
                                            <p:fltVal val="0"/>
                                          </p:val>
                                        </p:tav>
                                        <p:tav tm="100000">
                                          <p:val>
                                            <p:strVal val="#ppt_w"/>
                                          </p:val>
                                        </p:tav>
                                      </p:tavLst>
                                    </p:anim>
                                    <p:anim calcmode="lin" valueType="num">
                                      <p:cBhvr>
                                        <p:cTn id="14" dur="250" fill="hold"/>
                                        <p:tgtEl>
                                          <p:spTgt spid="17"/>
                                        </p:tgtEl>
                                        <p:attrNameLst>
                                          <p:attrName>ppt_h</p:attrName>
                                        </p:attrNameLst>
                                      </p:cBhvr>
                                      <p:tavLst>
                                        <p:tav tm="0">
                                          <p:val>
                                            <p:fltVal val="0"/>
                                          </p:val>
                                        </p:tav>
                                        <p:tav tm="100000">
                                          <p:val>
                                            <p:strVal val="#ppt_h"/>
                                          </p:val>
                                        </p:tav>
                                      </p:tavLst>
                                    </p:anim>
                                    <p:animEffect transition="in" filter="fade">
                                      <p:cBhvr>
                                        <p:cTn id="15"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FF40-1A21-34ED-5D86-98F406D680D6}"/>
            </a:ext>
          </a:extLst>
        </p:cNvPr>
        <p:cNvGrpSpPr/>
        <p:nvPr/>
      </p:nvGrpSpPr>
      <p:grpSpPr>
        <a:xfrm>
          <a:off x="0" y="0"/>
          <a:ext cx="0" cy="0"/>
          <a:chOff x="0" y="0"/>
          <a:chExt cx="0" cy="0"/>
        </a:xfrm>
      </p:grpSpPr>
      <p:sp>
        <p:nvSpPr>
          <p:cNvPr id="62" name="TextBox 35">
            <a:extLst>
              <a:ext uri="{FF2B5EF4-FFF2-40B4-BE49-F238E27FC236}">
                <a16:creationId xmlns:a16="http://schemas.microsoft.com/office/drawing/2014/main" id="{82EB486C-59CA-49F2-8DDC-E43E4D008B04}"/>
              </a:ext>
            </a:extLst>
          </p:cNvPr>
          <p:cNvSpPr txBox="1"/>
          <p:nvPr/>
        </p:nvSpPr>
        <p:spPr>
          <a:xfrm>
            <a:off x="153774" y="4776207"/>
            <a:ext cx="3305706" cy="954107"/>
          </a:xfrm>
          <a:prstGeom prst="rect">
            <a:avLst/>
          </a:prstGeom>
          <a:noFill/>
        </p:spPr>
        <p:txBody>
          <a:bodyPr wrap="square">
            <a:spAutoFit/>
          </a:bodyPr>
          <a:lstStyle/>
          <a:p>
            <a:pPr algn="ctr"/>
            <a:r>
              <a:rPr lang="fr-FR" sz="2800" dirty="0"/>
              <a:t>intégration continue (CI/CD)</a:t>
            </a:r>
            <a:endParaRPr lang="en-US" sz="2800" b="1" dirty="0">
              <a:latin typeface="Times New Roman" panose="02020603050405020304" pitchFamily="18" charset="0"/>
              <a:cs typeface="Times New Roman" panose="02020603050405020304" pitchFamily="18" charset="0"/>
            </a:endParaRPr>
          </a:p>
        </p:txBody>
      </p:sp>
      <p:sp>
        <p:nvSpPr>
          <p:cNvPr id="66" name="TextBox 139">
            <a:extLst>
              <a:ext uri="{FF2B5EF4-FFF2-40B4-BE49-F238E27FC236}">
                <a16:creationId xmlns:a16="http://schemas.microsoft.com/office/drawing/2014/main" id="{F3F9CA19-EB2E-4FC5-9B9A-836D18DB5E40}"/>
              </a:ext>
            </a:extLst>
          </p:cNvPr>
          <p:cNvSpPr txBox="1"/>
          <p:nvPr/>
        </p:nvSpPr>
        <p:spPr>
          <a:xfrm>
            <a:off x="625515" y="9584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Perspectives</a:t>
            </a:r>
            <a:endParaRPr lang="en-US" sz="3200" b="1" dirty="0">
              <a:latin typeface="Times New Roman" panose="02020603050405020304" pitchFamily="18" charset="0"/>
              <a:cs typeface="Times New Roman" panose="02020603050405020304" pitchFamily="18" charset="0"/>
            </a:endParaRPr>
          </a:p>
        </p:txBody>
      </p:sp>
      <p:sp>
        <p:nvSpPr>
          <p:cNvPr id="11" name="TextBox 27">
            <a:extLst>
              <a:ext uri="{FF2B5EF4-FFF2-40B4-BE49-F238E27FC236}">
                <a16:creationId xmlns:a16="http://schemas.microsoft.com/office/drawing/2014/main" id="{D20CB7F5-E2EB-4A7B-AD4A-D76F2A53A3BF}"/>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34</a:t>
            </a:r>
          </a:p>
        </p:txBody>
      </p:sp>
      <p:graphicFrame>
        <p:nvGraphicFramePr>
          <p:cNvPr id="12" name="Diagramme 30">
            <a:extLst>
              <a:ext uri="{FF2B5EF4-FFF2-40B4-BE49-F238E27FC236}">
                <a16:creationId xmlns:a16="http://schemas.microsoft.com/office/drawing/2014/main" id="{2774715A-0AB3-4436-AD37-9173822BB001}"/>
              </a:ext>
            </a:extLst>
          </p:cNvPr>
          <p:cNvGraphicFramePr/>
          <p:nvPr>
            <p:extLst>
              <p:ext uri="{D42A27DB-BD31-4B8C-83A1-F6EECF244321}">
                <p14:modId xmlns:p14="http://schemas.microsoft.com/office/powerpoint/2010/main" val="2141379532"/>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Image 14" descr="Une image contenant Visage humain, dessin humoristique, cercle&#10;&#10;Description générée automatiquement">
            <a:extLst>
              <a:ext uri="{FF2B5EF4-FFF2-40B4-BE49-F238E27FC236}">
                <a16:creationId xmlns:a16="http://schemas.microsoft.com/office/drawing/2014/main" id="{3963816B-97A6-44C2-A95E-DF93C6C88144}"/>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2686318" y="2549242"/>
            <a:ext cx="2080370" cy="1969008"/>
          </a:xfrm>
          <a:prstGeom prst="rect">
            <a:avLst/>
          </a:prstGeom>
        </p:spPr>
      </p:pic>
      <p:sp>
        <p:nvSpPr>
          <p:cNvPr id="13" name="TextBox 2">
            <a:extLst>
              <a:ext uri="{FF2B5EF4-FFF2-40B4-BE49-F238E27FC236}">
                <a16:creationId xmlns:a16="http://schemas.microsoft.com/office/drawing/2014/main" id="{2949ACE6-5095-4A9F-AFDF-FF11D503DD6D}"/>
              </a:ext>
            </a:extLst>
          </p:cNvPr>
          <p:cNvSpPr txBox="1"/>
          <p:nvPr/>
        </p:nvSpPr>
        <p:spPr>
          <a:xfrm>
            <a:off x="12686318" y="4675614"/>
            <a:ext cx="5151120" cy="954107"/>
          </a:xfrm>
          <a:prstGeom prst="rect">
            <a:avLst/>
          </a:prstGeom>
          <a:noFill/>
        </p:spPr>
        <p:txBody>
          <a:bodyPr wrap="square">
            <a:spAutoFit/>
          </a:bodyPr>
          <a:lstStyle/>
          <a:p>
            <a:r>
              <a:rPr lang="fr-FR" sz="2800" dirty="0"/>
              <a:t>Intégration de </a:t>
            </a:r>
            <a:r>
              <a:rPr lang="fr-FR" sz="2800" b="1" dirty="0"/>
              <a:t>solutions d'intelligence artificielle</a:t>
            </a:r>
            <a:endParaRPr lang="fr-FR" sz="2800" b="1" i="0" dirty="0">
              <a:solidFill>
                <a:srgbClr val="000000"/>
              </a:solidFill>
              <a:effectLst/>
              <a:latin typeface="Times New Roman" panose="02020603050405020304" pitchFamily="18" charset="0"/>
              <a:cs typeface="Times New Roman" panose="02020603050405020304" pitchFamily="18" charset="0"/>
            </a:endParaRPr>
          </a:p>
        </p:txBody>
      </p:sp>
      <p:pic>
        <p:nvPicPr>
          <p:cNvPr id="14" name="Image 13" descr="Une image contenant dessin, Graphique, clipart, fleur&#10;&#10;Description générée automatiquement">
            <a:extLst>
              <a:ext uri="{FF2B5EF4-FFF2-40B4-BE49-F238E27FC236}">
                <a16:creationId xmlns:a16="http://schemas.microsoft.com/office/drawing/2014/main" id="{936B3914-FFC7-4B6B-BACF-4AA5797F51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2190" y="2244355"/>
            <a:ext cx="4343693" cy="2369287"/>
          </a:xfrm>
          <a:prstGeom prst="rect">
            <a:avLst/>
          </a:prstGeom>
        </p:spPr>
      </p:pic>
    </p:spTree>
    <p:extLst>
      <p:ext uri="{BB962C8B-B14F-4D97-AF65-F5344CB8AC3E}">
        <p14:creationId xmlns:p14="http://schemas.microsoft.com/office/powerpoint/2010/main" val="6112850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FF40-1A21-34ED-5D86-98F406D680D6}"/>
            </a:ext>
          </a:extLst>
        </p:cNvPr>
        <p:cNvGrpSpPr/>
        <p:nvPr/>
      </p:nvGrpSpPr>
      <p:grpSpPr>
        <a:xfrm>
          <a:off x="0" y="0"/>
          <a:ext cx="0" cy="0"/>
          <a:chOff x="0" y="0"/>
          <a:chExt cx="0" cy="0"/>
        </a:xfrm>
      </p:grpSpPr>
      <p:sp>
        <p:nvSpPr>
          <p:cNvPr id="66" name="TextBox 139">
            <a:extLst>
              <a:ext uri="{FF2B5EF4-FFF2-40B4-BE49-F238E27FC236}">
                <a16:creationId xmlns:a16="http://schemas.microsoft.com/office/drawing/2014/main" id="{F3F9CA19-EB2E-4FC5-9B9A-836D18DB5E40}"/>
              </a:ext>
            </a:extLst>
          </p:cNvPr>
          <p:cNvSpPr txBox="1"/>
          <p:nvPr/>
        </p:nvSpPr>
        <p:spPr>
          <a:xfrm>
            <a:off x="625515" y="9584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Perspectives</a:t>
            </a:r>
            <a:endParaRPr lang="en-US" sz="3200" b="1" dirty="0">
              <a:latin typeface="Times New Roman" panose="02020603050405020304" pitchFamily="18" charset="0"/>
              <a:cs typeface="Times New Roman" panose="02020603050405020304" pitchFamily="18" charset="0"/>
            </a:endParaRPr>
          </a:p>
        </p:txBody>
      </p:sp>
      <p:graphicFrame>
        <p:nvGraphicFramePr>
          <p:cNvPr id="12" name="Diagramme 30">
            <a:extLst>
              <a:ext uri="{FF2B5EF4-FFF2-40B4-BE49-F238E27FC236}">
                <a16:creationId xmlns:a16="http://schemas.microsoft.com/office/drawing/2014/main" id="{2774715A-0AB3-4436-AD37-9173822BB001}"/>
              </a:ext>
            </a:extLst>
          </p:cNvPr>
          <p:cNvGraphicFramePr/>
          <p:nvPr>
            <p:extLst>
              <p:ext uri="{D42A27DB-BD31-4B8C-83A1-F6EECF244321}">
                <p14:modId xmlns:p14="http://schemas.microsoft.com/office/powerpoint/2010/main" val="2141379532"/>
              </p:ext>
            </p:extLst>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Image 14" descr="Une image contenant Visage humain, dessin humoristique, cercle&#10;&#10;Description générée automatiquement">
            <a:extLst>
              <a:ext uri="{FF2B5EF4-FFF2-40B4-BE49-F238E27FC236}">
                <a16:creationId xmlns:a16="http://schemas.microsoft.com/office/drawing/2014/main" id="{AF9F8DEB-B333-4EE1-BEFE-020A4DB764B2}"/>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4498703" y="2444495"/>
            <a:ext cx="2080370" cy="1969008"/>
          </a:xfrm>
          <a:prstGeom prst="rect">
            <a:avLst/>
          </a:prstGeom>
        </p:spPr>
      </p:pic>
      <p:sp>
        <p:nvSpPr>
          <p:cNvPr id="19" name="TextBox 2">
            <a:extLst>
              <a:ext uri="{FF2B5EF4-FFF2-40B4-BE49-F238E27FC236}">
                <a16:creationId xmlns:a16="http://schemas.microsoft.com/office/drawing/2014/main" id="{FD191D39-816D-4DA7-BFFB-098DCB5AA3EC}"/>
              </a:ext>
            </a:extLst>
          </p:cNvPr>
          <p:cNvSpPr txBox="1"/>
          <p:nvPr/>
        </p:nvSpPr>
        <p:spPr>
          <a:xfrm>
            <a:off x="3326927" y="4815569"/>
            <a:ext cx="5376817" cy="954107"/>
          </a:xfrm>
          <a:prstGeom prst="rect">
            <a:avLst/>
          </a:prstGeom>
          <a:noFill/>
        </p:spPr>
        <p:txBody>
          <a:bodyPr wrap="square">
            <a:spAutoFit/>
          </a:bodyPr>
          <a:lstStyle/>
          <a:p>
            <a:pPr algn="ctr"/>
            <a:r>
              <a:rPr lang="fr-FR" sz="2800" dirty="0"/>
              <a:t>Intégration de </a:t>
            </a:r>
            <a:r>
              <a:rPr lang="fr-FR" sz="2800" b="1" dirty="0"/>
              <a:t>solutions d'intelligence artificielle</a:t>
            </a:r>
            <a:endParaRPr lang="fr-FR" sz="2800" b="1" i="0" dirty="0">
              <a:solidFill>
                <a:srgbClr val="000000"/>
              </a:solidFill>
              <a:effectLst/>
              <a:latin typeface="Times New Roman" panose="02020603050405020304" pitchFamily="18" charset="0"/>
              <a:cs typeface="Times New Roman" panose="02020603050405020304" pitchFamily="18" charset="0"/>
            </a:endParaRPr>
          </a:p>
        </p:txBody>
      </p:sp>
      <p:pic>
        <p:nvPicPr>
          <p:cNvPr id="20" name="Image 17" descr="Une image contenant texte, Visage humain, habits, dessin humoristique&#10;&#10;Description générée automatiquement">
            <a:extLst>
              <a:ext uri="{FF2B5EF4-FFF2-40B4-BE49-F238E27FC236}">
                <a16:creationId xmlns:a16="http://schemas.microsoft.com/office/drawing/2014/main" id="{0CFF48E3-C77A-48C1-93B4-A29D9197AA70}"/>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12604748" y="2323145"/>
            <a:ext cx="2290498" cy="2290498"/>
          </a:xfrm>
          <a:prstGeom prst="rect">
            <a:avLst/>
          </a:prstGeom>
        </p:spPr>
      </p:pic>
      <p:sp>
        <p:nvSpPr>
          <p:cNvPr id="21" name="TextBox 4">
            <a:extLst>
              <a:ext uri="{FF2B5EF4-FFF2-40B4-BE49-F238E27FC236}">
                <a16:creationId xmlns:a16="http://schemas.microsoft.com/office/drawing/2014/main" id="{AB18F0C0-7198-41A8-8667-4C0C9FF6DC38}"/>
              </a:ext>
            </a:extLst>
          </p:cNvPr>
          <p:cNvSpPr txBox="1"/>
          <p:nvPr/>
        </p:nvSpPr>
        <p:spPr>
          <a:xfrm>
            <a:off x="12604748" y="5000234"/>
            <a:ext cx="7196931" cy="1077218"/>
          </a:xfrm>
          <a:prstGeom prst="rect">
            <a:avLst/>
          </a:prstGeom>
          <a:noFill/>
        </p:spPr>
        <p:txBody>
          <a:bodyPr wrap="square">
            <a:spAutoFit/>
          </a:bodyPr>
          <a:lstStyle/>
          <a:p>
            <a:pPr algn="ctr"/>
            <a:r>
              <a:rPr lang="fr-FR" sz="3200" dirty="0"/>
              <a:t>Extension de la</a:t>
            </a:r>
            <a:br>
              <a:rPr lang="fr-FR" sz="3200" dirty="0"/>
            </a:br>
            <a:r>
              <a:rPr lang="fr-FR" sz="3200" dirty="0"/>
              <a:t>couverture des tests</a:t>
            </a:r>
            <a:endParaRPr lang="en-US" sz="3200" b="1" dirty="0">
              <a:latin typeface="Times New Roman" panose="02020603050405020304" pitchFamily="18" charset="0"/>
              <a:cs typeface="Times New Roman" panose="02020603050405020304" pitchFamily="18" charset="0"/>
            </a:endParaRPr>
          </a:p>
        </p:txBody>
      </p:sp>
      <p:pic>
        <p:nvPicPr>
          <p:cNvPr id="22" name="Image 21" descr="Une image contenant dessin, Graphique, clipart, fleur&#10;&#10;Description générée automatiquement">
            <a:extLst>
              <a:ext uri="{FF2B5EF4-FFF2-40B4-BE49-F238E27FC236}">
                <a16:creationId xmlns:a16="http://schemas.microsoft.com/office/drawing/2014/main" id="{162164E8-9AAF-4380-8A4D-0B7DF96FAA8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2190" y="2244355"/>
            <a:ext cx="4343693" cy="2369287"/>
          </a:xfrm>
          <a:prstGeom prst="rect">
            <a:avLst/>
          </a:prstGeom>
        </p:spPr>
      </p:pic>
      <p:sp>
        <p:nvSpPr>
          <p:cNvPr id="23" name="TextBox 35">
            <a:extLst>
              <a:ext uri="{FF2B5EF4-FFF2-40B4-BE49-F238E27FC236}">
                <a16:creationId xmlns:a16="http://schemas.microsoft.com/office/drawing/2014/main" id="{70BD7EA3-5450-48E7-A8B3-F9793CC99103}"/>
              </a:ext>
            </a:extLst>
          </p:cNvPr>
          <p:cNvSpPr txBox="1"/>
          <p:nvPr/>
        </p:nvSpPr>
        <p:spPr>
          <a:xfrm>
            <a:off x="153774" y="4776207"/>
            <a:ext cx="3305706" cy="954107"/>
          </a:xfrm>
          <a:prstGeom prst="rect">
            <a:avLst/>
          </a:prstGeom>
          <a:noFill/>
        </p:spPr>
        <p:txBody>
          <a:bodyPr wrap="square">
            <a:spAutoFit/>
          </a:bodyPr>
          <a:lstStyle/>
          <a:p>
            <a:pPr algn="ctr"/>
            <a:r>
              <a:rPr lang="fr-FR" sz="2800" dirty="0"/>
              <a:t>intégration continue (CI/CD)</a:t>
            </a:r>
            <a:endParaRPr lang="en-US" sz="2800" b="1" dirty="0">
              <a:latin typeface="Times New Roman" panose="02020603050405020304" pitchFamily="18" charset="0"/>
              <a:cs typeface="Times New Roman" panose="02020603050405020304" pitchFamily="18" charset="0"/>
            </a:endParaRPr>
          </a:p>
        </p:txBody>
      </p:sp>
      <p:sp>
        <p:nvSpPr>
          <p:cNvPr id="24" name="TextBox 27">
            <a:extLst>
              <a:ext uri="{FF2B5EF4-FFF2-40B4-BE49-F238E27FC236}">
                <a16:creationId xmlns:a16="http://schemas.microsoft.com/office/drawing/2014/main" id="{3BFF569E-BFDE-440B-B1F3-119C0DD14A3E}"/>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34</a:t>
            </a:r>
          </a:p>
        </p:txBody>
      </p:sp>
    </p:spTree>
    <p:extLst>
      <p:ext uri="{BB962C8B-B14F-4D97-AF65-F5344CB8AC3E}">
        <p14:creationId xmlns:p14="http://schemas.microsoft.com/office/powerpoint/2010/main" val="94267915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FF40-1A21-34ED-5D86-98F406D680D6}"/>
            </a:ext>
          </a:extLst>
        </p:cNvPr>
        <p:cNvGrpSpPr/>
        <p:nvPr/>
      </p:nvGrpSpPr>
      <p:grpSpPr>
        <a:xfrm>
          <a:off x="0" y="0"/>
          <a:ext cx="0" cy="0"/>
          <a:chOff x="0" y="0"/>
          <a:chExt cx="0" cy="0"/>
        </a:xfrm>
      </p:grpSpPr>
      <p:sp>
        <p:nvSpPr>
          <p:cNvPr id="66" name="TextBox 139">
            <a:extLst>
              <a:ext uri="{FF2B5EF4-FFF2-40B4-BE49-F238E27FC236}">
                <a16:creationId xmlns:a16="http://schemas.microsoft.com/office/drawing/2014/main" id="{F3F9CA19-EB2E-4FC5-9B9A-836D18DB5E40}"/>
              </a:ext>
            </a:extLst>
          </p:cNvPr>
          <p:cNvSpPr txBox="1"/>
          <p:nvPr/>
        </p:nvSpPr>
        <p:spPr>
          <a:xfrm>
            <a:off x="625515" y="958408"/>
            <a:ext cx="6128238" cy="584775"/>
          </a:xfrm>
          <a:prstGeom prst="rect">
            <a:avLst/>
          </a:prstGeom>
          <a:noFill/>
        </p:spPr>
        <p:txBody>
          <a:bodyPr wrap="square">
            <a:spAutoFit/>
          </a:bodyPr>
          <a:lstStyle/>
          <a:p>
            <a:r>
              <a:rPr lang="fr-FR" sz="3200" b="1" dirty="0">
                <a:latin typeface="Times New Roman" panose="02020603050405020304" pitchFamily="18" charset="0"/>
                <a:cs typeface="Times New Roman" panose="02020603050405020304" pitchFamily="18" charset="0"/>
              </a:rPr>
              <a:t>Perspectives</a:t>
            </a:r>
            <a:endParaRPr lang="en-US" sz="3200" b="1" dirty="0">
              <a:latin typeface="Times New Roman" panose="02020603050405020304" pitchFamily="18" charset="0"/>
              <a:cs typeface="Times New Roman" panose="02020603050405020304" pitchFamily="18" charset="0"/>
            </a:endParaRPr>
          </a:p>
        </p:txBody>
      </p:sp>
      <p:graphicFrame>
        <p:nvGraphicFramePr>
          <p:cNvPr id="12" name="Diagramme 30">
            <a:extLst>
              <a:ext uri="{FF2B5EF4-FFF2-40B4-BE49-F238E27FC236}">
                <a16:creationId xmlns:a16="http://schemas.microsoft.com/office/drawing/2014/main" id="{2774715A-0AB3-4436-AD37-9173822BB001}"/>
              </a:ext>
            </a:extLst>
          </p:cNvPr>
          <p:cNvGraphicFramePr/>
          <p:nvPr/>
        </p:nvGraphicFramePr>
        <p:xfrm>
          <a:off x="153774" y="128336"/>
          <a:ext cx="11723124" cy="609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Image 9" descr="Une image contenant dessin, Graphique, clipart, fleur&#10;&#10;Description générée automatiquement">
            <a:extLst>
              <a:ext uri="{FF2B5EF4-FFF2-40B4-BE49-F238E27FC236}">
                <a16:creationId xmlns:a16="http://schemas.microsoft.com/office/drawing/2014/main" id="{BD7FF50A-FA08-4F2A-A4FB-8BB7994BB08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2190" y="2244355"/>
            <a:ext cx="4343693" cy="2369287"/>
          </a:xfrm>
          <a:prstGeom prst="rect">
            <a:avLst/>
          </a:prstGeom>
        </p:spPr>
      </p:pic>
      <p:pic>
        <p:nvPicPr>
          <p:cNvPr id="18" name="Image 14" descr="Une image contenant Visage humain, dessin humoristique, cercle&#10;&#10;Description générée automatiquement">
            <a:extLst>
              <a:ext uri="{FF2B5EF4-FFF2-40B4-BE49-F238E27FC236}">
                <a16:creationId xmlns:a16="http://schemas.microsoft.com/office/drawing/2014/main" id="{AF9F8DEB-B333-4EE1-BEFE-020A4DB764B2}"/>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4498703" y="2444495"/>
            <a:ext cx="2080370" cy="1969008"/>
          </a:xfrm>
          <a:prstGeom prst="rect">
            <a:avLst/>
          </a:prstGeom>
        </p:spPr>
      </p:pic>
      <p:pic>
        <p:nvPicPr>
          <p:cNvPr id="20" name="Image 17" descr="Une image contenant texte, Visage humain, habits, dessin humoristique&#10;&#10;Description générée automatiquement">
            <a:extLst>
              <a:ext uri="{FF2B5EF4-FFF2-40B4-BE49-F238E27FC236}">
                <a16:creationId xmlns:a16="http://schemas.microsoft.com/office/drawing/2014/main" id="{0CFF48E3-C77A-48C1-93B4-A29D9197AA70}"/>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8825228" y="2274836"/>
            <a:ext cx="2290498" cy="2290498"/>
          </a:xfrm>
          <a:prstGeom prst="rect">
            <a:avLst/>
          </a:prstGeom>
        </p:spPr>
      </p:pic>
      <p:sp>
        <p:nvSpPr>
          <p:cNvPr id="21" name="TextBox 4">
            <a:extLst>
              <a:ext uri="{FF2B5EF4-FFF2-40B4-BE49-F238E27FC236}">
                <a16:creationId xmlns:a16="http://schemas.microsoft.com/office/drawing/2014/main" id="{AB18F0C0-7198-41A8-8667-4C0C9FF6DC38}"/>
              </a:ext>
            </a:extLst>
          </p:cNvPr>
          <p:cNvSpPr txBox="1"/>
          <p:nvPr/>
        </p:nvSpPr>
        <p:spPr>
          <a:xfrm>
            <a:off x="7058554" y="4815569"/>
            <a:ext cx="6128238" cy="954107"/>
          </a:xfrm>
          <a:prstGeom prst="rect">
            <a:avLst/>
          </a:prstGeom>
          <a:noFill/>
        </p:spPr>
        <p:txBody>
          <a:bodyPr wrap="square">
            <a:spAutoFit/>
          </a:bodyPr>
          <a:lstStyle/>
          <a:p>
            <a:pPr algn="ctr"/>
            <a:r>
              <a:rPr lang="fr-FR" sz="2800" dirty="0"/>
              <a:t>Extension de la</a:t>
            </a:r>
            <a:br>
              <a:rPr lang="fr-FR" sz="2800" dirty="0"/>
            </a:br>
            <a:r>
              <a:rPr lang="fr-FR" sz="2800" dirty="0"/>
              <a:t>couverture des tests</a:t>
            </a:r>
            <a:endParaRPr lang="en-US" sz="2800" b="1" dirty="0">
              <a:latin typeface="Times New Roman" panose="02020603050405020304" pitchFamily="18" charset="0"/>
              <a:cs typeface="Times New Roman" panose="02020603050405020304" pitchFamily="18" charset="0"/>
            </a:endParaRPr>
          </a:p>
        </p:txBody>
      </p:sp>
      <p:sp>
        <p:nvSpPr>
          <p:cNvPr id="13" name="TextBox 2">
            <a:extLst>
              <a:ext uri="{FF2B5EF4-FFF2-40B4-BE49-F238E27FC236}">
                <a16:creationId xmlns:a16="http://schemas.microsoft.com/office/drawing/2014/main" id="{E53AD17E-E206-440A-B837-99E7B456D05A}"/>
              </a:ext>
            </a:extLst>
          </p:cNvPr>
          <p:cNvSpPr txBox="1"/>
          <p:nvPr/>
        </p:nvSpPr>
        <p:spPr>
          <a:xfrm>
            <a:off x="3326927" y="4815569"/>
            <a:ext cx="5376817" cy="954107"/>
          </a:xfrm>
          <a:prstGeom prst="rect">
            <a:avLst/>
          </a:prstGeom>
          <a:noFill/>
        </p:spPr>
        <p:txBody>
          <a:bodyPr wrap="square">
            <a:spAutoFit/>
          </a:bodyPr>
          <a:lstStyle/>
          <a:p>
            <a:pPr algn="ctr"/>
            <a:r>
              <a:rPr lang="fr-FR" sz="2800" dirty="0"/>
              <a:t>Intégration de </a:t>
            </a:r>
            <a:r>
              <a:rPr lang="fr-FR" sz="2800" b="1" dirty="0"/>
              <a:t>solutions d'intelligence artificielle</a:t>
            </a:r>
            <a:endParaRPr lang="fr-FR" sz="2800" b="1" dirty="0">
              <a:solidFill>
                <a:srgbClr val="000000"/>
              </a:solidFill>
              <a:latin typeface="Times New Roman" panose="02020603050405020304" pitchFamily="18" charset="0"/>
              <a:cs typeface="Times New Roman" panose="02020603050405020304" pitchFamily="18" charset="0"/>
            </a:endParaRPr>
          </a:p>
        </p:txBody>
      </p:sp>
      <p:sp>
        <p:nvSpPr>
          <p:cNvPr id="14" name="TextBox 35">
            <a:extLst>
              <a:ext uri="{FF2B5EF4-FFF2-40B4-BE49-F238E27FC236}">
                <a16:creationId xmlns:a16="http://schemas.microsoft.com/office/drawing/2014/main" id="{C3FD1459-A9AC-4D0C-B375-1C11ABC5DF85}"/>
              </a:ext>
            </a:extLst>
          </p:cNvPr>
          <p:cNvSpPr txBox="1"/>
          <p:nvPr/>
        </p:nvSpPr>
        <p:spPr>
          <a:xfrm>
            <a:off x="153774" y="4776207"/>
            <a:ext cx="3305706" cy="954107"/>
          </a:xfrm>
          <a:prstGeom prst="rect">
            <a:avLst/>
          </a:prstGeom>
          <a:noFill/>
        </p:spPr>
        <p:txBody>
          <a:bodyPr wrap="square">
            <a:spAutoFit/>
          </a:bodyPr>
          <a:lstStyle/>
          <a:p>
            <a:pPr algn="ctr"/>
            <a:r>
              <a:rPr lang="fr-FR" sz="2800" dirty="0"/>
              <a:t>intégration continue (CI/CD)</a:t>
            </a:r>
            <a:endParaRPr lang="en-US" sz="2800" b="1" dirty="0">
              <a:latin typeface="Times New Roman" panose="02020603050405020304" pitchFamily="18" charset="0"/>
              <a:cs typeface="Times New Roman" panose="02020603050405020304" pitchFamily="18" charset="0"/>
            </a:endParaRPr>
          </a:p>
        </p:txBody>
      </p:sp>
      <p:sp>
        <p:nvSpPr>
          <p:cNvPr id="15" name="TextBox 27">
            <a:extLst>
              <a:ext uri="{FF2B5EF4-FFF2-40B4-BE49-F238E27FC236}">
                <a16:creationId xmlns:a16="http://schemas.microsoft.com/office/drawing/2014/main" id="{62624A2D-56A6-4F54-9498-E94C210AFD04}"/>
              </a:ext>
            </a:extLst>
          </p:cNvPr>
          <p:cNvSpPr txBox="1"/>
          <p:nvPr/>
        </p:nvSpPr>
        <p:spPr>
          <a:xfrm>
            <a:off x="9677987" y="6329554"/>
            <a:ext cx="4397821" cy="400110"/>
          </a:xfrm>
          <a:prstGeom prst="rect">
            <a:avLst/>
          </a:prstGeom>
          <a:noFill/>
        </p:spPr>
        <p:txBody>
          <a:bodyPr wrap="square">
            <a:spAutoFit/>
          </a:bodyPr>
          <a:lstStyle/>
          <a:p>
            <a:pPr lvl="0" algn="ctr" eaLnBrk="0" fontAlgn="base" hangingPunct="0">
              <a:spcBef>
                <a:spcPct val="0"/>
              </a:spcBef>
              <a:spcAft>
                <a:spcPct val="0"/>
              </a:spcAft>
            </a:pPr>
            <a:r>
              <a:rPr lang="fr-FR" altLang="fr-FR" sz="2000" b="1" dirty="0">
                <a:latin typeface="Times New Roman" panose="02020603050405020304" pitchFamily="18" charset="0"/>
                <a:cs typeface="Times New Roman" panose="02020603050405020304" pitchFamily="18" charset="0"/>
              </a:rPr>
              <a:t>34</a:t>
            </a:r>
          </a:p>
        </p:txBody>
      </p:sp>
    </p:spTree>
    <p:extLst>
      <p:ext uri="{BB962C8B-B14F-4D97-AF65-F5344CB8AC3E}">
        <p14:creationId xmlns:p14="http://schemas.microsoft.com/office/powerpoint/2010/main" val="18201473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DAAA2E3-0843-1F37-3107-F7A0AD6F8566}"/>
              </a:ext>
            </a:extLst>
          </p:cNvPr>
          <p:cNvSpPr txBox="1"/>
          <p:nvPr/>
        </p:nvSpPr>
        <p:spPr>
          <a:xfrm>
            <a:off x="2069238" y="2151727"/>
            <a:ext cx="7704682" cy="2554545"/>
          </a:xfrm>
          <a:prstGeom prst="rect">
            <a:avLst/>
          </a:prstGeom>
          <a:noFill/>
        </p:spPr>
        <p:txBody>
          <a:bodyPr wrap="square" rtlCol="0">
            <a:spAutoFit/>
          </a:bodyPr>
          <a:lstStyle/>
          <a:p>
            <a:pPr algn="ctr"/>
            <a:r>
              <a:rPr lang="fr-FR" sz="8000" b="1" dirty="0">
                <a:effectLst>
                  <a:outerShdw blurRad="38100" dist="38100" dir="2700000" algn="tl">
                    <a:srgbClr val="000000">
                      <a:alpha val="43137"/>
                    </a:srgbClr>
                  </a:outerShdw>
                </a:effectLst>
                <a:latin typeface="Aharoni" panose="02010803020104030203" pitchFamily="2" charset="-79"/>
                <a:ea typeface="ADLaM Display" panose="02010000000000000000" pitchFamily="2" charset="0"/>
                <a:cs typeface="Aharoni" panose="02010803020104030203" pitchFamily="2" charset="-79"/>
              </a:rPr>
              <a:t>Merci de votre </a:t>
            </a:r>
          </a:p>
          <a:p>
            <a:pPr algn="ctr"/>
            <a:r>
              <a:rPr lang="fr-FR" sz="8000" b="1" dirty="0">
                <a:effectLst>
                  <a:outerShdw blurRad="38100" dist="38100" dir="2700000" algn="tl">
                    <a:srgbClr val="000000">
                      <a:alpha val="43137"/>
                    </a:srgbClr>
                  </a:outerShdw>
                </a:effectLst>
                <a:latin typeface="Aharoni" panose="02010803020104030203" pitchFamily="2" charset="-79"/>
                <a:ea typeface="ADLaM Display" panose="02010000000000000000" pitchFamily="2" charset="0"/>
                <a:cs typeface="Aharoni" panose="02010803020104030203" pitchFamily="2" charset="-79"/>
              </a:rPr>
              <a:t>Attention</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04218" y="3151908"/>
            <a:ext cx="2105891" cy="2105891"/>
          </a:xfrm>
          <a:prstGeom prst="rect">
            <a:avLst/>
          </a:prstGeom>
        </p:spPr>
      </p:pic>
    </p:spTree>
    <p:extLst>
      <p:ext uri="{BB962C8B-B14F-4D97-AF65-F5344CB8AC3E}">
        <p14:creationId xmlns:p14="http://schemas.microsoft.com/office/powerpoint/2010/main" val="1139358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6">
      <a:dk1>
        <a:srgbClr val="000000"/>
      </a:dk1>
      <a:lt1>
        <a:srgbClr val="FFFFFF"/>
      </a:lt1>
      <a:dk2>
        <a:srgbClr val="1FD3D2"/>
      </a:dk2>
      <a:lt2>
        <a:srgbClr val="1F97EE"/>
      </a:lt2>
      <a:accent1>
        <a:srgbClr val="87CE42"/>
      </a:accent1>
      <a:accent2>
        <a:srgbClr val="FFC82D"/>
      </a:accent2>
      <a:accent3>
        <a:srgbClr val="FE9C31"/>
      </a:accent3>
      <a:accent4>
        <a:srgbClr val="F95FB7"/>
      </a:accent4>
      <a:accent5>
        <a:srgbClr val="E058F6"/>
      </a:accent5>
      <a:accent6>
        <a:srgbClr val="B359F9"/>
      </a:accent6>
      <a:hlink>
        <a:srgbClr val="1F97EE"/>
      </a:hlink>
      <a:folHlink>
        <a:srgbClr val="1FD3D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711FA3279B2F4468F6508578D6923A6" ma:contentTypeVersion="10" ma:contentTypeDescription="Create a new document." ma:contentTypeScope="" ma:versionID="362120b809ccd21f14fc89e2fa2412c0">
  <xsd:schema xmlns:xsd="http://www.w3.org/2001/XMLSchema" xmlns:xs="http://www.w3.org/2001/XMLSchema" xmlns:p="http://schemas.microsoft.com/office/2006/metadata/properties" xmlns:ns3="d53789a7-dec8-4093-9d92-01bddcca9106" targetNamespace="http://schemas.microsoft.com/office/2006/metadata/properties" ma:root="true" ma:fieldsID="bc8ba688cca2e0cb19f7f19b4ad3e2f2" ns3:_="">
    <xsd:import namespace="d53789a7-dec8-4093-9d92-01bddcca9106"/>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3789a7-dec8-4093-9d92-01bddcca91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CE4932-E7FC-4896-9684-535C02C5B7B2}">
  <ds:schemaRefs>
    <ds:schemaRef ds:uri="http://schemas.microsoft.com/sharepoint/v3/contenttype/forms"/>
  </ds:schemaRefs>
</ds:datastoreItem>
</file>

<file path=customXml/itemProps2.xml><?xml version="1.0" encoding="utf-8"?>
<ds:datastoreItem xmlns:ds="http://schemas.openxmlformats.org/officeDocument/2006/customXml" ds:itemID="{86412349-0C23-4256-BE43-651A33976B93}">
  <ds:schemaRefs>
    <ds:schemaRef ds:uri="http://purl.org/dc/terms/"/>
    <ds:schemaRef ds:uri="http://www.w3.org/XML/1998/namespace"/>
    <ds:schemaRef ds:uri="http://schemas.microsoft.com/office/2006/documentManagement/types"/>
    <ds:schemaRef ds:uri="http://purl.org/dc/dcmitype/"/>
    <ds:schemaRef ds:uri="http://schemas.openxmlformats.org/package/2006/metadata/core-properties"/>
    <ds:schemaRef ds:uri="http://schemas.microsoft.com/office/infopath/2007/PartnerControls"/>
    <ds:schemaRef ds:uri="http://purl.org/dc/elements/1.1/"/>
    <ds:schemaRef ds:uri="d53789a7-dec8-4093-9d92-01bddcca9106"/>
    <ds:schemaRef ds:uri="http://schemas.microsoft.com/office/2006/metadata/properties"/>
  </ds:schemaRefs>
</ds:datastoreItem>
</file>

<file path=customXml/itemProps3.xml><?xml version="1.0" encoding="utf-8"?>
<ds:datastoreItem xmlns:ds="http://schemas.openxmlformats.org/officeDocument/2006/customXml" ds:itemID="{0F1C566D-E324-4074-B672-DA60E2B1A3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3789a7-dec8-4093-9d92-01bddcca91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73601</TotalTime>
  <Words>3576</Words>
  <Application>Microsoft Office PowerPoint</Application>
  <PresentationFormat>Grand écran</PresentationFormat>
  <Paragraphs>580</Paragraphs>
  <Slides>38</Slides>
  <Notes>36</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38</vt:i4>
      </vt:variant>
    </vt:vector>
  </HeadingPairs>
  <TitlesOfParts>
    <vt:vector size="49" baseType="lpstr">
      <vt:lpstr>Aharoni</vt:lpstr>
      <vt:lpstr>Arial</vt:lpstr>
      <vt:lpstr>Calibri</vt:lpstr>
      <vt:lpstr>Calibri Light</vt:lpstr>
      <vt:lpstr>Calibri Light (Headings)</vt:lpstr>
      <vt:lpstr>Interstate Regular</vt:lpstr>
      <vt:lpstr>Open Sans</vt:lpstr>
      <vt:lpstr>Open Sans Semibold</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Infographic</dc:title>
  <dc:creator>Iryna Siletska</dc:creator>
  <cp:lastModifiedBy>Nourhene Abbes</cp:lastModifiedBy>
  <cp:revision>6004</cp:revision>
  <dcterms:created xsi:type="dcterms:W3CDTF">2021-03-15T16:54:13Z</dcterms:created>
  <dcterms:modified xsi:type="dcterms:W3CDTF">2026-06-14T11:48:42Z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0x0101004711FA3279B2F4468F6508578D6923A6</vt:lpwstr>
  </property>
</Properties>
</file>